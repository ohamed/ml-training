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ppt/tags/tag4.xml" ContentType="application/vnd.openxmlformats-officedocument.presentationml.tags+xml"/>
  <Override PartName="/ppt/notesSlides/notesSlide6.xml" ContentType="application/vnd.openxmlformats-officedocument.presentationml.notesSlide+xml"/>
  <Override PartName="/ppt/tags/tag5.xml" ContentType="application/vnd.openxmlformats-officedocument.presentationml.tags+xml"/>
  <Override PartName="/ppt/notesSlides/notesSlide7.xml" ContentType="application/vnd.openxmlformats-officedocument.presentationml.notesSlide+xml"/>
  <Override PartName="/ppt/tags/tag6.xml" ContentType="application/vnd.openxmlformats-officedocument.presentationml.tags+xml"/>
  <Override PartName="/ppt/notesSlides/notesSlide8.xml" ContentType="application/vnd.openxmlformats-officedocument.presentationml.notesSlide+xml"/>
  <Override PartName="/ppt/tags/tag7.xml" ContentType="application/vnd.openxmlformats-officedocument.presentationml.tags+xml"/>
  <Override PartName="/ppt/notesSlides/notesSlide9.xml" ContentType="application/vnd.openxmlformats-officedocument.presentationml.notesSlide+xml"/>
  <Override PartName="/ppt/tags/tag8.xml" ContentType="application/vnd.openxmlformats-officedocument.presentationml.tags+xml"/>
  <Override PartName="/ppt/notesSlides/notesSlide10.xml" ContentType="application/vnd.openxmlformats-officedocument.presentationml.notesSlide+xml"/>
  <Override PartName="/ppt/tags/tag9.xml" ContentType="application/vnd.openxmlformats-officedocument.presentationml.tags+xml"/>
  <Override PartName="/ppt/notesSlides/notesSlide11.xml" ContentType="application/vnd.openxmlformats-officedocument.presentationml.notesSlide+xml"/>
  <Override PartName="/ppt/tags/tag10.xml" ContentType="application/vnd.openxmlformats-officedocument.presentationml.tags+xml"/>
  <Override PartName="/ppt/notesSlides/notesSlide12.xml" ContentType="application/vnd.openxmlformats-officedocument.presentationml.notesSlide+xml"/>
  <Override PartName="/ppt/tags/tag11.xml" ContentType="application/vnd.openxmlformats-officedocument.presentationml.tags+xml"/>
  <Override PartName="/ppt/notesSlides/notesSlide13.xml" ContentType="application/vnd.openxmlformats-officedocument.presentationml.notesSlide+xml"/>
  <Override PartName="/ppt/tags/tag12.xml" ContentType="application/vnd.openxmlformats-officedocument.presentationml.tags+xml"/>
  <Override PartName="/ppt/notesSlides/notesSlide14.xml" ContentType="application/vnd.openxmlformats-officedocument.presentationml.notesSlide+xml"/>
  <Override PartName="/ppt/tags/tag13.xml" ContentType="application/vnd.openxmlformats-officedocument.presentationml.tags+xml"/>
  <Override PartName="/ppt/notesSlides/notesSlide15.xml" ContentType="application/vnd.openxmlformats-officedocument.presentationml.notesSlide+xml"/>
  <Override PartName="/ppt/tags/tag14.xml" ContentType="application/vnd.openxmlformats-officedocument.presentationml.tags+xml"/>
  <Override PartName="/ppt/notesSlides/notesSlide16.xml" ContentType="application/vnd.openxmlformats-officedocument.presentationml.notesSlide+xml"/>
  <Override PartName="/ppt/tags/tag15.xml" ContentType="application/vnd.openxmlformats-officedocument.presentationml.tags+xml"/>
  <Override PartName="/ppt/notesSlides/notesSlide17.xml" ContentType="application/vnd.openxmlformats-officedocument.presentationml.notesSlide+xml"/>
  <Override PartName="/ppt/tags/tag16.xml" ContentType="application/vnd.openxmlformats-officedocument.presentationml.tags+xml"/>
  <Override PartName="/ppt/notesSlides/notesSlide18.xml" ContentType="application/vnd.openxmlformats-officedocument.presentationml.notesSlide+xml"/>
  <Override PartName="/ppt/tags/tag17.xml" ContentType="application/vnd.openxmlformats-officedocument.presentationml.tags+xml"/>
  <Override PartName="/ppt/notesSlides/notesSlide19.xml" ContentType="application/vnd.openxmlformats-officedocument.presentationml.notesSlide+xml"/>
  <Override PartName="/ppt/tags/tag18.xml" ContentType="application/vnd.openxmlformats-officedocument.presentationml.tags+xml"/>
  <Override PartName="/ppt/notesSlides/notesSlide20.xml" ContentType="application/vnd.openxmlformats-officedocument.presentationml.notesSlide+xml"/>
  <Override PartName="/ppt/tags/tag19.xml" ContentType="application/vnd.openxmlformats-officedocument.presentationml.tags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 bookmarkIdSeed="2">
  <p:sldMasterIdLst>
    <p:sldMasterId id="2147484434" r:id="rId4"/>
    <p:sldMasterId id="2147484449" r:id="rId5"/>
  </p:sldMasterIdLst>
  <p:notesMasterIdLst>
    <p:notesMasterId r:id="rId28"/>
  </p:notesMasterIdLst>
  <p:handoutMasterIdLst>
    <p:handoutMasterId r:id="rId29"/>
  </p:handoutMasterIdLst>
  <p:sldIdLst>
    <p:sldId id="258" r:id="rId6"/>
    <p:sldId id="311" r:id="rId7"/>
    <p:sldId id="322" r:id="rId8"/>
    <p:sldId id="336" r:id="rId9"/>
    <p:sldId id="332" r:id="rId10"/>
    <p:sldId id="343" r:id="rId11"/>
    <p:sldId id="326" r:id="rId12"/>
    <p:sldId id="337" r:id="rId13"/>
    <p:sldId id="344" r:id="rId14"/>
    <p:sldId id="338" r:id="rId15"/>
    <p:sldId id="339" r:id="rId16"/>
    <p:sldId id="327" r:id="rId17"/>
    <p:sldId id="333" r:id="rId18"/>
    <p:sldId id="334" r:id="rId19"/>
    <p:sldId id="346" r:id="rId20"/>
    <p:sldId id="335" r:id="rId21"/>
    <p:sldId id="324" r:id="rId22"/>
    <p:sldId id="325" r:id="rId23"/>
    <p:sldId id="329" r:id="rId24"/>
    <p:sldId id="330" r:id="rId25"/>
    <p:sldId id="340" r:id="rId26"/>
    <p:sldId id="276" r:id="rId27"/>
  </p:sldIdLst>
  <p:sldSz cx="12192000" cy="6858000"/>
  <p:notesSz cx="6794500" cy="9931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144" userDrawn="1">
          <p15:clr>
            <a:srgbClr val="A4A3A4"/>
          </p15:clr>
        </p15:guide>
        <p15:guide id="3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AA8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4B1156A-380E-4F78-BDF5-A606A8083BF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3566" autoAdjust="0"/>
  </p:normalViewPr>
  <p:slideViewPr>
    <p:cSldViewPr snapToGrid="0">
      <p:cViewPr varScale="1">
        <p:scale>
          <a:sx n="118" d="100"/>
          <a:sy n="118" d="100"/>
        </p:scale>
        <p:origin x="264" y="114"/>
      </p:cViewPr>
      <p:guideLst>
        <p:guide orient="horz" pos="792"/>
        <p:guide pos="3144"/>
        <p:guide orient="horz" pos="960"/>
      </p:guideLst>
    </p:cSldViewPr>
  </p:slideViewPr>
  <p:outlineViewPr>
    <p:cViewPr>
      <p:scale>
        <a:sx n="33" d="100"/>
        <a:sy n="33" d="100"/>
      </p:scale>
      <p:origin x="0" y="-11942"/>
    </p:cViewPr>
  </p:outlineViewPr>
  <p:notesTextViewPr>
    <p:cViewPr>
      <p:scale>
        <a:sx n="200" d="100"/>
        <a:sy n="200" d="100"/>
      </p:scale>
      <p:origin x="0" y="0"/>
    </p:cViewPr>
  </p:notesTextViewPr>
  <p:sorterViewPr>
    <p:cViewPr varScale="1">
      <p:scale>
        <a:sx n="1" d="1"/>
        <a:sy n="1" d="1"/>
      </p:scale>
      <p:origin x="0" y="-4224"/>
    </p:cViewPr>
  </p:sorterViewPr>
  <p:notesViewPr>
    <p:cSldViewPr snapToGrid="0" showGuides="1">
      <p:cViewPr varScale="1">
        <p:scale>
          <a:sx n="58" d="100"/>
          <a:sy n="58" d="100"/>
        </p:scale>
        <p:origin x="3240" y="5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commentAuthors" Target="commentAuthors.xml"/><Relationship Id="rId35" Type="http://schemas.microsoft.com/office/2018/10/relationships/authors" Target="authors.xml"/><Relationship Id="rId8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AE72A9-67A2-4FB1-BBF6-740F2C2EAA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283" cy="498295"/>
          </a:xfrm>
          <a:prstGeom prst="rect">
            <a:avLst/>
          </a:prstGeom>
        </p:spPr>
        <p:txBody>
          <a:bodyPr vert="horz" lIns="95571" tIns="47786" rIns="95571" bIns="47786" rtlCol="0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7B748C-466C-45D8-970C-D4FB4FE80CD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48644" y="0"/>
            <a:ext cx="2944283" cy="498295"/>
          </a:xfrm>
          <a:prstGeom prst="rect">
            <a:avLst/>
          </a:prstGeom>
        </p:spPr>
        <p:txBody>
          <a:bodyPr vert="horz" lIns="95571" tIns="47786" rIns="95571" bIns="47786" rtlCol="0"/>
          <a:lstStyle>
            <a:lvl1pPr algn="r">
              <a:defRPr sz="1300"/>
            </a:lvl1pPr>
          </a:lstStyle>
          <a:p>
            <a:fld id="{058ABBF3-49A8-4B3F-9773-22E67695BB12}" type="datetimeFigureOut">
              <a:rPr lang="en-US" smtClean="0"/>
              <a:t>1/5/2026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A8C23F-271A-4B7C-87EC-108046165C7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33107"/>
            <a:ext cx="2944283" cy="498294"/>
          </a:xfrm>
          <a:prstGeom prst="rect">
            <a:avLst/>
          </a:prstGeom>
        </p:spPr>
        <p:txBody>
          <a:bodyPr vert="horz" lIns="95571" tIns="47786" rIns="95571" bIns="47786" rtlCol="0" anchor="b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E7ABF6-4152-4126-AC20-23B44A3111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48644" y="9433107"/>
            <a:ext cx="2944283" cy="498294"/>
          </a:xfrm>
          <a:prstGeom prst="rect">
            <a:avLst/>
          </a:prstGeom>
        </p:spPr>
        <p:txBody>
          <a:bodyPr vert="horz" lIns="95571" tIns="47786" rIns="95571" bIns="47786" rtlCol="0" anchor="b"/>
          <a:lstStyle>
            <a:lvl1pPr algn="r">
              <a:defRPr sz="1300"/>
            </a:lvl1pPr>
          </a:lstStyle>
          <a:p>
            <a:fld id="{BBEB6193-5AA7-489B-8575-00593FC261D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4054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283" cy="498295"/>
          </a:xfrm>
          <a:prstGeom prst="rect">
            <a:avLst/>
          </a:prstGeom>
        </p:spPr>
        <p:txBody>
          <a:bodyPr vert="horz" lIns="95571" tIns="47786" rIns="95571" bIns="47786" rtlCol="0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8644" y="0"/>
            <a:ext cx="2944283" cy="498295"/>
          </a:xfrm>
          <a:prstGeom prst="rect">
            <a:avLst/>
          </a:prstGeom>
        </p:spPr>
        <p:txBody>
          <a:bodyPr vert="horz" lIns="95571" tIns="47786" rIns="95571" bIns="47786" rtlCol="0"/>
          <a:lstStyle>
            <a:lvl1pPr algn="r">
              <a:defRPr sz="1300"/>
            </a:lvl1pPr>
          </a:lstStyle>
          <a:p>
            <a:fld id="{F44AAC2B-A50D-4386-849A-6B59FB991B4C}" type="datetimeFigureOut">
              <a:rPr lang="en-US" smtClean="0"/>
              <a:t>1/5/2026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17513" y="1241425"/>
            <a:ext cx="5959475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571" tIns="47786" rIns="95571" bIns="47786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9487"/>
            <a:ext cx="5435600" cy="3910488"/>
          </a:xfrm>
          <a:prstGeom prst="rect">
            <a:avLst/>
          </a:prstGeom>
        </p:spPr>
        <p:txBody>
          <a:bodyPr vert="horz" lIns="95571" tIns="47786" rIns="95571" bIns="47786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33107"/>
            <a:ext cx="2944283" cy="498294"/>
          </a:xfrm>
          <a:prstGeom prst="rect">
            <a:avLst/>
          </a:prstGeom>
        </p:spPr>
        <p:txBody>
          <a:bodyPr vert="horz" lIns="95571" tIns="47786" rIns="95571" bIns="47786" rtlCol="0" anchor="b"/>
          <a:lstStyle>
            <a:lvl1pPr algn="l">
              <a:defRPr sz="13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8644" y="9433107"/>
            <a:ext cx="2944283" cy="498294"/>
          </a:xfrm>
          <a:prstGeom prst="rect">
            <a:avLst/>
          </a:prstGeom>
        </p:spPr>
        <p:txBody>
          <a:bodyPr vert="horz" lIns="95571" tIns="47786" rIns="95571" bIns="47786" rtlCol="0" anchor="b"/>
          <a:lstStyle>
            <a:lvl1pPr algn="r">
              <a:defRPr sz="1300"/>
            </a:lvl1pPr>
          </a:lstStyle>
          <a:p>
            <a:fld id="{10895658-EA1F-4910-80AB-4DA76E16747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77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6439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A9102-595B-DD73-535A-F72D611D4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23F94-1680-76D5-027A-2460B160E2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F17D85-5223-54BE-5F23-A4C4635121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ADB51-E2CB-E83F-FED2-526B59BF8E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21776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A9102-595B-DD73-535A-F72D611D4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23F94-1680-76D5-027A-2460B160E2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F17D85-5223-54BE-5F23-A4C4635121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ADB51-E2CB-E83F-FED2-526B59BF8E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5097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FC6C3-49E6-F14E-AF0A-062C814FC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9B0715-81EF-1F15-C946-AD74FC48D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DD29F-83B7-AF32-32C1-648D534B5F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6744B-A17E-A06C-0D1E-6B07CA3061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81615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FC6C3-49E6-F14E-AF0A-062C814FC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9B0715-81EF-1F15-C946-AD74FC48D4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3DD29F-83B7-AF32-32C1-648D534B5F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E6744B-A17E-A06C-0D1E-6B07CA3061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2488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97A19-19FF-D276-B88F-DF487E536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8B6E8-2A60-4AA2-956D-AB98EAF43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2FE632-46A1-7D79-ABD7-08396674F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0BDC9-B3CE-FA01-4DA6-97E18375A6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6476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97A19-19FF-D276-B88F-DF487E536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8B6E8-2A60-4AA2-956D-AB98EAF43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2FE632-46A1-7D79-ABD7-08396674F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0BDC9-B3CE-FA01-4DA6-97E18375A6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240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3B618-E07D-6E6E-D8E5-E7F21CDAF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B3903D-41E5-F411-EBD7-5F84CA6287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587D73-0AE7-C862-4A76-F61780595C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60030D-51A2-EC52-85A1-98B4EC67A1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42795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97A19-19FF-D276-B88F-DF487E536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8B6E8-2A60-4AA2-956D-AB98EAF43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2FE632-46A1-7D79-ABD7-08396674F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0BDC9-B3CE-FA01-4DA6-97E18375A6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16313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97A19-19FF-D276-B88F-DF487E536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8B6E8-2A60-4AA2-956D-AB98EAF43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2FE632-46A1-7D79-ABD7-08396674F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0BDC9-B3CE-FA01-4DA6-97E18375A6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39655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E9205-C79A-C51B-775A-D9208E49A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9C9362-C907-350C-E7BC-FD5D555596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1DADA7-F3AD-317D-B6A0-039C38ADE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89814-97FF-D388-11D8-42C6B63F6C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4714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24F63-58A3-F6E0-7C69-2C721AC6C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C5E766-86FC-7374-E5F9-B96888FC5D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4F6E02-58DF-9B9E-83C7-E3D06F76F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90B53-E794-3C44-786F-3E1D46FE0E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1744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B5F90-E077-923A-4677-9C2EBF69B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AC88A-2364-0437-FED3-D98072B002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FC9AEA-C723-E4BE-62F1-53CCCC11DD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9411A6-C0CE-3F60-2035-CED42905F9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822208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FA80A-EA2C-B85F-126A-41B28A6E5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8CE79-3DCA-E89A-57E2-B686515D0D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6F335-D345-9166-C5C3-B16726B43C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8215F-6545-E980-483E-5963CD96E7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34505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7012E-44D9-E677-FCE0-466E31F37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76DFD4-4310-86C0-9A86-779EDC0919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7F906-72EB-78F4-5B03-8779A9953B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F93A6-1C1D-B004-9CB8-9C34762BDE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2339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DF129-D9DD-954D-83C0-2A337A684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5C398-431D-4B45-4ED8-FAF87540CD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CC5D5D-8975-1D63-5434-47A8941785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392969-9009-218A-A718-70C5C371D6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8732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C31A0-D7E6-2115-D696-99D502088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1CEE7B-8C11-8475-6515-E554915CDB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C839BF-4D4A-C760-6D5D-0F7A413816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BD9A08-6F19-4C07-B0E4-8EBCA0D40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86321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BDCA1-7A88-6201-39FE-5696CBED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47B0C5-ECF0-4F22-D104-8DEC42D4B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46BE98-02B2-A584-2E65-CD3070CA0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B8E7B-3767-825B-5FD6-032C092656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55067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81402-C4E1-47A3-F856-DE232AB8E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DFC08-0129-B3C5-B6D0-B1449F60F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AE747A-8A0D-5412-9EA4-187BA81B2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FDDBAC-16C9-0B15-B2AF-941D246A6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65180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81402-C4E1-47A3-F856-DE232AB8E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DFC08-0129-B3C5-B6D0-B1449F60F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AE747A-8A0D-5412-9EA4-187BA81B2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FDDBAC-16C9-0B15-B2AF-941D246A6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56687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253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10" Type="http://schemas.openxmlformats.org/officeDocument/2006/relationships/image" Target="../media/image6.png"/><Relationship Id="rId4" Type="http://schemas.openxmlformats.org/officeDocument/2006/relationships/image" Target="../media/image14.png"/><Relationship Id="rId9" Type="http://schemas.openxmlformats.org/officeDocument/2006/relationships/image" Target="../media/image5.sv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nxth" TargetMode="External"/><Relationship Id="rId2" Type="http://schemas.openxmlformats.org/officeDocument/2006/relationships/image" Target="../media/image53.png"/><Relationship Id="rId1" Type="http://schemas.openxmlformats.org/officeDocument/2006/relationships/slideMaster" Target="../slideMasters/slideMaster2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3353371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8655895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17098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9433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161159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1/5/2026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EBDDE0-C71A-0D8E-C979-25EBB670CB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FB571F3-B1BF-63CB-F56E-EF63B0BE095D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C3157200-D8B6-F0DD-BA68-E3A0378BE5D6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4BB1BC2-BE66-4388-1773-7EB21FA254E4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8372C8C-7E2C-1777-B5FA-5A2D83516B48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9">
              <a:extLst>
                <a:ext uri="{FF2B5EF4-FFF2-40B4-BE49-F238E27FC236}">
                  <a16:creationId xmlns:a16="http://schemas.microsoft.com/office/drawing/2014/main" id="{0D7C8816-2B10-B986-EFB5-579567B9F992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4B4A2A3-5FA7-ED52-638C-853CC7123E88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90C4922F-E635-A602-BBA9-D4FAEDF1A5FF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25FD8D66-D1CF-65EB-37F2-3FA0591074CC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28" name="Group 27">
                    <a:extLst>
                      <a:ext uri="{FF2B5EF4-FFF2-40B4-BE49-F238E27FC236}">
                        <a16:creationId xmlns:a16="http://schemas.microsoft.com/office/drawing/2014/main" id="{AE2858A1-DC13-AE9C-723C-03A448246003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30" name="Group 29">
                      <a:extLst>
                        <a:ext uri="{FF2B5EF4-FFF2-40B4-BE49-F238E27FC236}">
                          <a16:creationId xmlns:a16="http://schemas.microsoft.com/office/drawing/2014/main" id="{C9A7D305-D952-FE2C-4A9A-08C8E9C76B3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32" name="Group 31">
                        <a:extLst>
                          <a:ext uri="{FF2B5EF4-FFF2-40B4-BE49-F238E27FC236}">
                            <a16:creationId xmlns:a16="http://schemas.microsoft.com/office/drawing/2014/main" id="{1A1F0CE4-A6CF-D82D-5D52-0D8E9B7B307A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34" name="Group 33">
                          <a:extLst>
                            <a:ext uri="{FF2B5EF4-FFF2-40B4-BE49-F238E27FC236}">
                              <a16:creationId xmlns:a16="http://schemas.microsoft.com/office/drawing/2014/main" id="{9232A90B-E01D-F03D-09E2-366E29609B79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36" name="Group 35">
                            <a:extLst>
                              <a:ext uri="{FF2B5EF4-FFF2-40B4-BE49-F238E27FC236}">
                                <a16:creationId xmlns:a16="http://schemas.microsoft.com/office/drawing/2014/main" id="{119AB779-54C5-BF3D-CAC4-D5C5EA04D84A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38" name="Oval 37">
                              <a:extLst>
                                <a:ext uri="{FF2B5EF4-FFF2-40B4-BE49-F238E27FC236}">
                                  <a16:creationId xmlns:a16="http://schemas.microsoft.com/office/drawing/2014/main" id="{55866C5A-8393-B7F2-44A3-596635006C6E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39" name="Oval 38">
                              <a:extLst>
                                <a:ext uri="{FF2B5EF4-FFF2-40B4-BE49-F238E27FC236}">
                                  <a16:creationId xmlns:a16="http://schemas.microsoft.com/office/drawing/2014/main" id="{B58D42D5-86D8-F9C6-6F09-EF9CBBB2E6C3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7" name="Oval 36">
                            <a:extLst>
                              <a:ext uri="{FF2B5EF4-FFF2-40B4-BE49-F238E27FC236}">
                                <a16:creationId xmlns:a16="http://schemas.microsoft.com/office/drawing/2014/main" id="{725C6DE8-5C8E-92EA-82B1-C28401DA4465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35" name="Oval 34">
                          <a:extLst>
                            <a:ext uri="{FF2B5EF4-FFF2-40B4-BE49-F238E27FC236}">
                              <a16:creationId xmlns:a16="http://schemas.microsoft.com/office/drawing/2014/main" id="{1D2F0A30-B032-A4D0-9016-508FA4A125DC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33" name="Oval 32">
                        <a:extLst>
                          <a:ext uri="{FF2B5EF4-FFF2-40B4-BE49-F238E27FC236}">
                            <a16:creationId xmlns:a16="http://schemas.microsoft.com/office/drawing/2014/main" id="{292FCA7B-90AE-69A3-FB09-7FA1F59028C0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31" name="Oval 30">
                      <a:extLst>
                        <a:ext uri="{FF2B5EF4-FFF2-40B4-BE49-F238E27FC236}">
                          <a16:creationId xmlns:a16="http://schemas.microsoft.com/office/drawing/2014/main" id="{53BC811A-3E52-C041-0E73-E04E511951CB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29AB6AAA-34FC-3FEB-CB5D-018ED21940A9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5A3FA626-CF65-46BC-9B4A-C309279B55FA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BFA2E58A-6CB0-95EC-8A7C-ED7A9701CA86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C7401A5E-0AA7-BE86-9195-E4F44A2C96F1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3044C389-F638-E819-3342-34C53E59025C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C7B5758D-6E26-121D-B325-34721CC5AE54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910D3A00-3F35-7967-9A0A-575A81E827BF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78C278C-7276-49C0-3CF5-571646FBF608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Rectangle 9">
              <a:extLst>
                <a:ext uri="{FF2B5EF4-FFF2-40B4-BE49-F238E27FC236}">
                  <a16:creationId xmlns:a16="http://schemas.microsoft.com/office/drawing/2014/main" id="{B7050F9A-021E-B06D-D9AB-0D94485642AD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381E75B-B4C3-96FD-6966-48F8FBBF7BA3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0BC1CF7-5DC3-9824-269C-AD539D885E09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721BDB74-21D4-89FF-3587-05F4C27B93E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5D9AA90E-EA5F-4BB7-E0B1-D5D79784708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51F25A5-E339-BA19-7CC3-E64177B653F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98953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99621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182250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7120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5657196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0888075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660358"/>
            <a:ext cx="6594768" cy="5537284"/>
          </a:xfrm>
        </p:spPr>
        <p:txBody>
          <a:bodyPr anchor="ctr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10800000">
            <a:off x="1" y="761322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1EA6F58-FA46-C921-5758-59234B148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4069439" cy="4828833"/>
            <a:chOff x="0" y="0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>
              <a:spLocks/>
            </p:cNvSpPr>
            <p:nvPr userDrawn="1"/>
          </p:nvSpPr>
          <p:spPr>
            <a:xfrm rot="10800000" flipH="1">
              <a:off x="2026630" y="77643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 rot="10800000">
              <a:off x="0" y="76613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 rot="10800000">
              <a:off x="1351" y="0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9471" y="2798865"/>
              <a:ext cx="2029968" cy="2029968"/>
            </a:xfrm>
            <a:prstGeom prst="rect">
              <a:avLst/>
            </a:prstGeom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 rot="10800000">
              <a:off x="2029604" y="0"/>
              <a:ext cx="2029968" cy="7845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0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CD1CD1B2-7EBC-96B6-A02D-7972C278746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035948" y="788197"/>
              <a:ext cx="2019299" cy="999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806654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240">
          <p15:clr>
            <a:srgbClr val="FBAE40"/>
          </p15:clr>
        </p15:guide>
        <p15:guide id="4" orient="horz" pos="2260">
          <p15:clr>
            <a:srgbClr val="FBAE40"/>
          </p15:clr>
        </p15:guide>
        <p15:guide id="5" pos="729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36" y="896112"/>
            <a:ext cx="9389288" cy="1362456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8DF45F-9FEA-47BE-AC15-52BE148E1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239499" y="0"/>
            <a:ext cx="1015984" cy="6858000"/>
            <a:chOff x="11239499" y="0"/>
            <a:chExt cx="1015984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C51E8B0-FB58-4BB5-9CDA-4A1B4DBC5E90}"/>
                </a:ext>
              </a:extLst>
            </p:cNvPr>
            <p:cNvSpPr/>
            <p:nvPr userDrawn="1"/>
          </p:nvSpPr>
          <p:spPr>
            <a:xfrm>
              <a:off x="11240499" y="4828032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48A0B2-480B-4F04-B7B5-67A328B174D1}"/>
                </a:ext>
              </a:extLst>
            </p:cNvPr>
            <p:cNvSpPr/>
            <p:nvPr userDrawn="1"/>
          </p:nvSpPr>
          <p:spPr>
            <a:xfrm>
              <a:off x="11240499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0A19E0-B2DF-4E35-AD7A-80B5C429C6C1}"/>
                </a:ext>
              </a:extLst>
            </p:cNvPr>
            <p:cNvSpPr/>
            <p:nvPr userDrawn="1"/>
          </p:nvSpPr>
          <p:spPr>
            <a:xfrm>
              <a:off x="11240499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Picture 11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9C1C8F39-77F2-4753-A57A-2FD46715F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10777681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A6AF7B2-2B49-4313-AA4E-3FD77CF46A04}"/>
                </a:ext>
              </a:extLst>
            </p:cNvPr>
            <p:cNvSpPr/>
            <p:nvPr userDrawn="1"/>
          </p:nvSpPr>
          <p:spPr>
            <a:xfrm>
              <a:off x="11240499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9AA5A01-9E59-4C92-9634-32DB51F9182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10880040" y="5394960"/>
              <a:ext cx="1828800" cy="914400"/>
            </a:xfrm>
            <a:prstGeom prst="rect">
              <a:avLst/>
            </a:prstGeom>
          </p:spPr>
        </p:pic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3A8643-F793-41FD-AA08-DC814719C40C}"/>
                </a:ext>
              </a:extLst>
            </p:cNvPr>
            <p:cNvSpPr/>
            <p:nvPr userDrawn="1"/>
          </p:nvSpPr>
          <p:spPr>
            <a:xfrm>
              <a:off x="11250235" y="4949368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31" name="Graphic 30">
              <a:extLst>
                <a:ext uri="{FF2B5EF4-FFF2-40B4-BE49-F238E27FC236}">
                  <a16:creationId xmlns:a16="http://schemas.microsoft.com/office/drawing/2014/main" id="{F50D01F0-AD27-490F-8044-37B2D9E233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rot="5400000">
              <a:off x="10793035" y="3391083"/>
              <a:ext cx="1828800" cy="914400"/>
            </a:xfrm>
            <a:prstGeom prst="rect">
              <a:avLst/>
            </a:prstGeom>
          </p:spPr>
        </p:pic>
      </p:grp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417A4AF6-C906-4001-BDD2-33E116318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1735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5D94E674-98A0-4C77-80E5-084E3946B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448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36214990-C58C-4D62-9381-40A242460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35D7B7-20E9-ADCF-4417-B443AF3112F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71734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D4468C5-0B68-8408-80C5-F8681CA98918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5645989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34822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F09F422-89F7-BDA7-7801-F364BA5D9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3045" y="-4303"/>
            <a:ext cx="7252590" cy="6862680"/>
            <a:chOff x="-3045" y="-4303"/>
            <a:chExt cx="7252590" cy="686268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629CA98-D89C-4A69-9A55-8D6C17DCDDF0}"/>
                </a:ext>
              </a:extLst>
            </p:cNvPr>
            <p:cNvSpPr/>
            <p:nvPr userDrawn="1"/>
          </p:nvSpPr>
          <p:spPr>
            <a:xfrm>
              <a:off x="-1146" y="4775407"/>
              <a:ext cx="2029968" cy="2077527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12C5F573-21FC-4A6F-B46F-5583E20C99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-3045" y="-4303"/>
              <a:ext cx="2029968" cy="2029968"/>
            </a:xfrm>
            <a:prstGeom prst="rect">
              <a:avLst/>
            </a:prstGeom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A65556A-38A5-4BA5-9A40-33F02F960B1E}"/>
                </a:ext>
              </a:extLst>
            </p:cNvPr>
            <p:cNvSpPr/>
            <p:nvPr userDrawn="1"/>
          </p:nvSpPr>
          <p:spPr>
            <a:xfrm>
              <a:off x="3757" y="2033993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7900790-71B8-45C8-9B6D-07E23CEA7632}"/>
                </a:ext>
              </a:extLst>
            </p:cNvPr>
            <p:cNvSpPr/>
            <p:nvPr userDrawn="1"/>
          </p:nvSpPr>
          <p:spPr>
            <a:xfrm>
              <a:off x="-218" y="4059798"/>
              <a:ext cx="2029968" cy="7595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28AC969-4FA2-44AD-A273-2A0B7839749F}"/>
                </a:ext>
              </a:extLst>
            </p:cNvPr>
            <p:cNvSpPr/>
            <p:nvPr userDrawn="1"/>
          </p:nvSpPr>
          <p:spPr>
            <a:xfrm>
              <a:off x="4071442" y="4058828"/>
              <a:ext cx="3178103" cy="2799549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1CB31D0-C621-4EF7-AE25-5C3BCD5882C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038053" y="2029625"/>
              <a:ext cx="2029878" cy="2023760"/>
            </a:xfrm>
            <a:prstGeom prst="rect">
              <a:avLst/>
            </a:prstGeom>
          </p:spPr>
        </p:pic>
        <p:pic>
          <p:nvPicPr>
            <p:cNvPr id="69" name="Graphic 68">
              <a:extLst>
                <a:ext uri="{FF2B5EF4-FFF2-40B4-BE49-F238E27FC236}">
                  <a16:creationId xmlns:a16="http://schemas.microsoft.com/office/drawing/2014/main" id="{B2CC2F02-F98F-4E69-AA01-CCF96A602E1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34034" y="4055808"/>
              <a:ext cx="2029968" cy="2029968"/>
            </a:xfrm>
            <a:prstGeom prst="rect">
              <a:avLst/>
            </a:prstGeom>
          </p:spPr>
        </p:pic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FE05B395-CB62-452B-A84F-936AD8EDDA92}"/>
                </a:ext>
              </a:extLst>
            </p:cNvPr>
            <p:cNvSpPr/>
            <p:nvPr userDrawn="1"/>
          </p:nvSpPr>
          <p:spPr>
            <a:xfrm>
              <a:off x="2028568" y="4060579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3" name="Graphic 72">
              <a:extLst>
                <a:ext uri="{FF2B5EF4-FFF2-40B4-BE49-F238E27FC236}">
                  <a16:creationId xmlns:a16="http://schemas.microsoft.com/office/drawing/2014/main" id="{2622C30D-68C5-43FD-997F-CFD4DD72E1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rot="5400000">
              <a:off x="2043950" y="4059923"/>
              <a:ext cx="2029968" cy="2029968"/>
            </a:xfrm>
            <a:prstGeom prst="rect">
              <a:avLst/>
            </a:prstGeom>
          </p:spPr>
        </p:pic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AC3CDBDC-6EB4-4B7D-A9F6-4CFA748349B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6" y="3062893"/>
              <a:ext cx="2019299" cy="999451"/>
            </a:xfrm>
            <a:prstGeom prst="rect">
              <a:avLst/>
            </a:prstGeom>
          </p:spPr>
        </p:pic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4457344-691C-417A-9C29-5AD8ABC43E5A}"/>
                </a:ext>
              </a:extLst>
            </p:cNvPr>
            <p:cNvGrpSpPr/>
            <p:nvPr userDrawn="1"/>
          </p:nvGrpSpPr>
          <p:grpSpPr>
            <a:xfrm>
              <a:off x="4433" y="4836676"/>
              <a:ext cx="1965960" cy="1965960"/>
              <a:chOff x="5361924" y="7472790"/>
              <a:chExt cx="1828800" cy="1828800"/>
            </a:xfrm>
          </p:grpSpPr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68DDC918-5A9B-4D14-98A4-9002D8520FD4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2366D07F-988F-459E-BBD3-15126F92902E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173" name="Group 172">
                    <a:extLst>
                      <a:ext uri="{FF2B5EF4-FFF2-40B4-BE49-F238E27FC236}">
                        <a16:creationId xmlns:a16="http://schemas.microsoft.com/office/drawing/2014/main" id="{6CCACE8C-699F-4B10-BA84-94167BA05CC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176" name="Group 175">
                      <a:extLst>
                        <a:ext uri="{FF2B5EF4-FFF2-40B4-BE49-F238E27FC236}">
                          <a16:creationId xmlns:a16="http://schemas.microsoft.com/office/drawing/2014/main" id="{59F49E32-0B71-4676-8012-BA971DA2100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178" name="Group 177">
                        <a:extLst>
                          <a:ext uri="{FF2B5EF4-FFF2-40B4-BE49-F238E27FC236}">
                            <a16:creationId xmlns:a16="http://schemas.microsoft.com/office/drawing/2014/main" id="{DF41FA5A-1504-4DC4-B514-00C377423E7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180" name="Group 179">
                          <a:extLst>
                            <a:ext uri="{FF2B5EF4-FFF2-40B4-BE49-F238E27FC236}">
                              <a16:creationId xmlns:a16="http://schemas.microsoft.com/office/drawing/2014/main" id="{68B4610A-A91F-459F-A9C5-9FC624665516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182" name="Group 181">
                            <a:extLst>
                              <a:ext uri="{FF2B5EF4-FFF2-40B4-BE49-F238E27FC236}">
                                <a16:creationId xmlns:a16="http://schemas.microsoft.com/office/drawing/2014/main" id="{D794F6E3-A9E3-42A9-93AA-7B9E20AD922D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184" name="Oval 183">
                              <a:extLst>
                                <a:ext uri="{FF2B5EF4-FFF2-40B4-BE49-F238E27FC236}">
                                  <a16:creationId xmlns:a16="http://schemas.microsoft.com/office/drawing/2014/main" id="{90B634B0-4792-4A28-B92A-ACA35F17767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185" name="Oval 184">
                              <a:extLst>
                                <a:ext uri="{FF2B5EF4-FFF2-40B4-BE49-F238E27FC236}">
                                  <a16:creationId xmlns:a16="http://schemas.microsoft.com/office/drawing/2014/main" id="{1B466310-2C61-42F1-81EB-2B5BF01B2267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183" name="Oval 182">
                            <a:extLst>
                              <a:ext uri="{FF2B5EF4-FFF2-40B4-BE49-F238E27FC236}">
                                <a16:creationId xmlns:a16="http://schemas.microsoft.com/office/drawing/2014/main" id="{53A72A9A-79AE-4A89-8938-7A85E2248DE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6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181" name="Oval 180">
                          <a:extLst>
                            <a:ext uri="{FF2B5EF4-FFF2-40B4-BE49-F238E27FC236}">
                              <a16:creationId xmlns:a16="http://schemas.microsoft.com/office/drawing/2014/main" id="{02618DCD-5B83-4412-9D1A-968C246DCAC1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6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179" name="Oval 178">
                        <a:extLst>
                          <a:ext uri="{FF2B5EF4-FFF2-40B4-BE49-F238E27FC236}">
                            <a16:creationId xmlns:a16="http://schemas.microsoft.com/office/drawing/2014/main" id="{29B173F9-A6EA-4B31-B4C6-3C8DE08F2F11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6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177" name="Oval 176">
                      <a:extLst>
                        <a:ext uri="{FF2B5EF4-FFF2-40B4-BE49-F238E27FC236}">
                          <a16:creationId xmlns:a16="http://schemas.microsoft.com/office/drawing/2014/main" id="{466DB0E2-4B80-4A09-8BCA-9432E1E1DAE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20D2F087-D77F-4913-922E-014FB9DEE63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166" name="Oval 165">
                  <a:extLst>
                    <a:ext uri="{FF2B5EF4-FFF2-40B4-BE49-F238E27FC236}">
                      <a16:creationId xmlns:a16="http://schemas.microsoft.com/office/drawing/2014/main" id="{DD44EC19-A244-4489-9CB8-0361CFBFD02F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7" name="Oval 166">
                  <a:extLst>
                    <a:ext uri="{FF2B5EF4-FFF2-40B4-BE49-F238E27FC236}">
                      <a16:creationId xmlns:a16="http://schemas.microsoft.com/office/drawing/2014/main" id="{C5C029E7-6D6D-4D14-8D8E-E407011AF097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9" name="Oval 168">
                  <a:extLst>
                    <a:ext uri="{FF2B5EF4-FFF2-40B4-BE49-F238E27FC236}">
                      <a16:creationId xmlns:a16="http://schemas.microsoft.com/office/drawing/2014/main" id="{4A74D8A7-ACD3-40A3-918D-46DF99BF9F3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9C994ED9-5124-452B-986B-4782056BCFB3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2" name="Oval 171">
                  <a:extLst>
                    <a:ext uri="{FF2B5EF4-FFF2-40B4-BE49-F238E27FC236}">
                      <a16:creationId xmlns:a16="http://schemas.microsoft.com/office/drawing/2014/main" id="{8ADCBFB4-9F0A-40FB-A585-2728254E0A7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42E049E2-81A6-45F8-BA9F-DEA21400B1AD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F20D6C-6085-4D3F-9186-6895908C97B9}"/>
                </a:ext>
              </a:extLst>
            </p:cNvPr>
            <p:cNvSpPr/>
            <p:nvPr userDrawn="1"/>
          </p:nvSpPr>
          <p:spPr>
            <a:xfrm rot="16200000">
              <a:off x="506891" y="5335524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C56BE23-DE49-4D55-A6A0-DFE2A870120D}"/>
                </a:ext>
              </a:extLst>
            </p:cNvPr>
            <p:cNvSpPr/>
            <p:nvPr userDrawn="1"/>
          </p:nvSpPr>
          <p:spPr>
            <a:xfrm>
              <a:off x="2028658" y="6089528"/>
              <a:ext cx="2049251" cy="76847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BCF3BD55-FF25-4CA9-8016-81AEB8AA43E8}"/>
                </a:ext>
              </a:extLst>
            </p:cNvPr>
            <p:cNvSpPr/>
            <p:nvPr userDrawn="1"/>
          </p:nvSpPr>
          <p:spPr>
            <a:xfrm>
              <a:off x="3838078" y="1859479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E09EA6C-7AC2-47BE-95B8-4D3412867BA5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1990665"/>
              <a:ext cx="4023360" cy="33894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74771" y="576943"/>
            <a:ext cx="6449786" cy="2785508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00591F-8CE8-B626-C81A-6C960B2BAE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74772" y="3373686"/>
            <a:ext cx="6449785" cy="1029586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92" name="Date Placeholder 3">
            <a:extLst>
              <a:ext uri="{FF2B5EF4-FFF2-40B4-BE49-F238E27FC236}">
                <a16:creationId xmlns:a16="http://schemas.microsoft.com/office/drawing/2014/main" id="{2837477B-3D20-4982-86AF-91100FE408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19821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193" name="Footer Placeholder 4">
            <a:extLst>
              <a:ext uri="{FF2B5EF4-FFF2-40B4-BE49-F238E27FC236}">
                <a16:creationId xmlns:a16="http://schemas.microsoft.com/office/drawing/2014/main" id="{B6E38A1E-AF37-4A09-9B69-65397A0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27198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94" name="Slide Number Placeholder 5">
            <a:extLst>
              <a:ext uri="{FF2B5EF4-FFF2-40B4-BE49-F238E27FC236}">
                <a16:creationId xmlns:a16="http://schemas.microsoft.com/office/drawing/2014/main" id="{FB77B535-C760-4E32-8A7E-BF9AD08BB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2847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7422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orient="horz" pos="3240">
          <p15:clr>
            <a:srgbClr val="FBAE40"/>
          </p15:clr>
        </p15:guide>
        <p15:guide id="4" orient="horz" pos="225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9AF4D7D-42EC-4F30-296A-81B05C4E7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14772" y="677918"/>
            <a:ext cx="6856292" cy="3590596"/>
          </a:xfrm>
        </p:spPr>
        <p:txBody>
          <a:bodyPr anchor="ctr"/>
          <a:lstStyle>
            <a:lvl1pPr algn="l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670392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Opening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514641" y="1858265"/>
            <a:ext cx="9182400" cy="23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894241" y="3911363"/>
            <a:ext cx="5802800" cy="95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13384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4514500" y="2798200"/>
            <a:ext cx="3163200" cy="12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ctrTitle" idx="2"/>
          </p:nvPr>
        </p:nvSpPr>
        <p:spPr>
          <a:xfrm>
            <a:off x="520395" y="268871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920595" y="875304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3" hasCustomPrompt="1"/>
          </p:nvPr>
        </p:nvSpPr>
        <p:spPr>
          <a:xfrm>
            <a:off x="2824597" y="725931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4" hasCustomPrompt="1"/>
          </p:nvPr>
        </p:nvSpPr>
        <p:spPr>
          <a:xfrm>
            <a:off x="2807208" y="2021077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5" hasCustomPrompt="1"/>
          </p:nvPr>
        </p:nvSpPr>
        <p:spPr>
          <a:xfrm>
            <a:off x="2807208" y="3316224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6" hasCustomPrompt="1"/>
          </p:nvPr>
        </p:nvSpPr>
        <p:spPr>
          <a:xfrm>
            <a:off x="7896011" y="2790184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7" hasCustomPrompt="1"/>
          </p:nvPr>
        </p:nvSpPr>
        <p:spPr>
          <a:xfrm>
            <a:off x="7896011" y="4149781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title" idx="8" hasCustomPrompt="1"/>
          </p:nvPr>
        </p:nvSpPr>
        <p:spPr>
          <a:xfrm>
            <a:off x="7896011" y="5509377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9"/>
          </p:nvPr>
        </p:nvSpPr>
        <p:spPr>
          <a:xfrm>
            <a:off x="520395" y="1557139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3"/>
          </p:nvPr>
        </p:nvSpPr>
        <p:spPr>
          <a:xfrm>
            <a:off x="920595" y="2163569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ctrTitle" idx="14"/>
          </p:nvPr>
        </p:nvSpPr>
        <p:spPr>
          <a:xfrm>
            <a:off x="520395" y="2855115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5"/>
          </p:nvPr>
        </p:nvSpPr>
        <p:spPr>
          <a:xfrm>
            <a:off x="920595" y="3461541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ctrTitle" idx="16"/>
          </p:nvPr>
        </p:nvSpPr>
        <p:spPr>
          <a:xfrm>
            <a:off x="9082077" y="2366907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7"/>
          </p:nvPr>
        </p:nvSpPr>
        <p:spPr>
          <a:xfrm>
            <a:off x="9082077" y="2973340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ctrTitle" idx="18"/>
          </p:nvPr>
        </p:nvSpPr>
        <p:spPr>
          <a:xfrm>
            <a:off x="9082077" y="3732127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9"/>
          </p:nvPr>
        </p:nvSpPr>
        <p:spPr>
          <a:xfrm>
            <a:off x="9082077" y="4338556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ctrTitle" idx="20"/>
          </p:nvPr>
        </p:nvSpPr>
        <p:spPr>
          <a:xfrm>
            <a:off x="9082077" y="5081804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ubTitle" idx="21"/>
          </p:nvPr>
        </p:nvSpPr>
        <p:spPr>
          <a:xfrm>
            <a:off x="9082077" y="5688231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3560096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ctrTitle"/>
          </p:nvPr>
        </p:nvSpPr>
        <p:spPr>
          <a:xfrm flipH="1">
            <a:off x="1530200" y="4113533"/>
            <a:ext cx="6674000" cy="136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530105" y="30984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30100" y="5371945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18149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ubtitle">
  <p:cSld name="Title + sub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>
            <a:spLocks noGrp="1"/>
          </p:cNvSpPr>
          <p:nvPr>
            <p:ph type="ctrTitle"/>
          </p:nvPr>
        </p:nvSpPr>
        <p:spPr>
          <a:xfrm>
            <a:off x="3517800" y="501997"/>
            <a:ext cx="51564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600"/>
              <a:buNone/>
              <a:defRPr sz="2133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subTitle" idx="1"/>
          </p:nvPr>
        </p:nvSpPr>
        <p:spPr>
          <a:xfrm>
            <a:off x="3279400" y="3085633"/>
            <a:ext cx="5633200" cy="23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081919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Title + Desig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11037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2">
  <p:cSld name="Section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ctrTitle"/>
          </p:nvPr>
        </p:nvSpPr>
        <p:spPr>
          <a:xfrm flipH="1">
            <a:off x="3663705" y="351423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618905" y="30984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4958105" y="5373975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3367201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photo">
  <p:cSld name="Text + photo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ctrTitle"/>
          </p:nvPr>
        </p:nvSpPr>
        <p:spPr>
          <a:xfrm>
            <a:off x="2134311" y="1313637"/>
            <a:ext cx="35648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2000"/>
              <a:buNone/>
              <a:defRPr sz="26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subTitle" idx="1"/>
          </p:nvPr>
        </p:nvSpPr>
        <p:spPr>
          <a:xfrm>
            <a:off x="1572311" y="4077900"/>
            <a:ext cx="4126800" cy="23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467">
                <a:solidFill>
                  <a:schemeClr val="accent6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ctrTitle" idx="2"/>
          </p:nvPr>
        </p:nvSpPr>
        <p:spPr>
          <a:xfrm>
            <a:off x="2576120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327531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">
  <p:cSld name="Number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 idx="2" hasCustomPrompt="1"/>
          </p:nvPr>
        </p:nvSpPr>
        <p:spPr>
          <a:xfrm>
            <a:off x="1448868" y="1966833"/>
            <a:ext cx="2393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 flipH="1">
            <a:off x="4642236" y="2221939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title" idx="3" hasCustomPrompt="1"/>
          </p:nvPr>
        </p:nvSpPr>
        <p:spPr>
          <a:xfrm>
            <a:off x="3064601" y="3300467"/>
            <a:ext cx="2351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3" name="Google Shape;53;p9"/>
          <p:cNvSpPr txBox="1">
            <a:spLocks noGrp="1"/>
          </p:cNvSpPr>
          <p:nvPr>
            <p:ph type="subTitle" idx="4"/>
          </p:nvPr>
        </p:nvSpPr>
        <p:spPr>
          <a:xfrm flipH="1">
            <a:off x="6090735" y="3584567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title" idx="5" hasCustomPrompt="1"/>
          </p:nvPr>
        </p:nvSpPr>
        <p:spPr>
          <a:xfrm>
            <a:off x="4470901" y="4684833"/>
            <a:ext cx="2393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9"/>
          <p:cNvSpPr txBox="1">
            <a:spLocks noGrp="1"/>
          </p:cNvSpPr>
          <p:nvPr>
            <p:ph type="subTitle" idx="6"/>
          </p:nvPr>
        </p:nvSpPr>
        <p:spPr>
          <a:xfrm flipH="1">
            <a:off x="7561987" y="4946588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67797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s">
  <p:cSld name="Three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ctrTitle" idx="2"/>
          </p:nvPr>
        </p:nvSpPr>
        <p:spPr>
          <a:xfrm>
            <a:off x="7488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ubTitle" idx="1"/>
          </p:nvPr>
        </p:nvSpPr>
        <p:spPr>
          <a:xfrm>
            <a:off x="1163267" y="4120633"/>
            <a:ext cx="27360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467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ctrTitle" idx="3"/>
          </p:nvPr>
        </p:nvSpPr>
        <p:spPr>
          <a:xfrm>
            <a:off x="43136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subTitle" idx="4"/>
          </p:nvPr>
        </p:nvSpPr>
        <p:spPr>
          <a:xfrm>
            <a:off x="4617200" y="2715667"/>
            <a:ext cx="295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467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ctrTitle" idx="5"/>
          </p:nvPr>
        </p:nvSpPr>
        <p:spPr>
          <a:xfrm>
            <a:off x="78784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800"/>
              <a:buNone/>
              <a:defRPr sz="2400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subTitle" idx="6"/>
          </p:nvPr>
        </p:nvSpPr>
        <p:spPr>
          <a:xfrm>
            <a:off x="8182000" y="4120633"/>
            <a:ext cx="295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100"/>
              <a:buNone/>
              <a:defRPr sz="1467">
                <a:solidFill>
                  <a:schemeClr val="accent6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600192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3">
  <p:cSld name="Section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ctrTitle"/>
          </p:nvPr>
        </p:nvSpPr>
        <p:spPr>
          <a:xfrm flipH="1">
            <a:off x="3672724" y="1796051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627924" y="1380284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4967124" y="365731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262423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x Columns">
  <p:cSld name="Six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ctrTitle" idx="2"/>
          </p:nvPr>
        </p:nvSpPr>
        <p:spPr>
          <a:xfrm>
            <a:off x="619304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subTitle" idx="1"/>
          </p:nvPr>
        </p:nvSpPr>
        <p:spPr>
          <a:xfrm>
            <a:off x="821504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ctrTitle" idx="3"/>
          </p:nvPr>
        </p:nvSpPr>
        <p:spPr>
          <a:xfrm>
            <a:off x="2769901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ubTitle" idx="4"/>
          </p:nvPr>
        </p:nvSpPr>
        <p:spPr>
          <a:xfrm>
            <a:off x="2972101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ctrTitle" idx="5"/>
          </p:nvPr>
        </p:nvSpPr>
        <p:spPr>
          <a:xfrm>
            <a:off x="4920500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subTitle" idx="6"/>
          </p:nvPr>
        </p:nvSpPr>
        <p:spPr>
          <a:xfrm>
            <a:off x="5122700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ctrTitle" idx="7"/>
          </p:nvPr>
        </p:nvSpPr>
        <p:spPr>
          <a:xfrm>
            <a:off x="4942823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ubTitle" idx="8"/>
          </p:nvPr>
        </p:nvSpPr>
        <p:spPr>
          <a:xfrm>
            <a:off x="5145029" y="5186935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ctrTitle" idx="9"/>
          </p:nvPr>
        </p:nvSpPr>
        <p:spPr>
          <a:xfrm>
            <a:off x="7124692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ubTitle" idx="13"/>
          </p:nvPr>
        </p:nvSpPr>
        <p:spPr>
          <a:xfrm>
            <a:off x="7333681" y="5186935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ctrTitle" idx="14"/>
          </p:nvPr>
        </p:nvSpPr>
        <p:spPr>
          <a:xfrm>
            <a:off x="9306561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ubTitle" idx="15"/>
          </p:nvPr>
        </p:nvSpPr>
        <p:spPr>
          <a:xfrm>
            <a:off x="9522333" y="5186935"/>
            <a:ext cx="1942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2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182628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s">
  <p:cSld name="Two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3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ctrTitle" idx="2"/>
          </p:nvPr>
        </p:nvSpPr>
        <p:spPr>
          <a:xfrm>
            <a:off x="2322600" y="3795600"/>
            <a:ext cx="16772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"/>
          </p:nvPr>
        </p:nvSpPr>
        <p:spPr>
          <a:xfrm>
            <a:off x="2322600" y="2200033"/>
            <a:ext cx="2876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7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ctrTitle" idx="3"/>
          </p:nvPr>
        </p:nvSpPr>
        <p:spPr>
          <a:xfrm>
            <a:off x="7511668" y="48470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4"/>
          </p:nvPr>
        </p:nvSpPr>
        <p:spPr>
          <a:xfrm>
            <a:off x="7009277" y="3253408"/>
            <a:ext cx="2876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7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48923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2">
  <p:cSld name="Title + Design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4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365269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4">
  <p:cSld name="Section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>
            <a:spLocks noGrp="1"/>
          </p:cNvSpPr>
          <p:nvPr>
            <p:ph type="ctrTitle"/>
          </p:nvPr>
        </p:nvSpPr>
        <p:spPr>
          <a:xfrm flipH="1">
            <a:off x="1573337" y="1796051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1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573337" y="1380284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93" name="Google Shape;93;p15"/>
          <p:cNvSpPr txBox="1">
            <a:spLocks noGrp="1"/>
          </p:cNvSpPr>
          <p:nvPr>
            <p:ph type="subTitle" idx="1"/>
          </p:nvPr>
        </p:nvSpPr>
        <p:spPr>
          <a:xfrm>
            <a:off x="1573337" y="365731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215050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s">
  <p:cSld name="Four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6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96" name="Google Shape;96;p16"/>
          <p:cNvSpPr txBox="1">
            <a:spLocks noGrp="1"/>
          </p:cNvSpPr>
          <p:nvPr>
            <p:ph type="ctrTitle" idx="2"/>
          </p:nvPr>
        </p:nvSpPr>
        <p:spPr>
          <a:xfrm>
            <a:off x="3047680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16"/>
          <p:cNvSpPr txBox="1">
            <a:spLocks noGrp="1"/>
          </p:cNvSpPr>
          <p:nvPr>
            <p:ph type="subTitle" idx="1"/>
          </p:nvPr>
        </p:nvSpPr>
        <p:spPr>
          <a:xfrm>
            <a:off x="3047680" y="2595056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98" name="Google Shape;98;p16"/>
          <p:cNvSpPr txBox="1">
            <a:spLocks noGrp="1"/>
          </p:cNvSpPr>
          <p:nvPr>
            <p:ph type="ctrTitle" idx="3"/>
          </p:nvPr>
        </p:nvSpPr>
        <p:spPr>
          <a:xfrm>
            <a:off x="3047680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99" name="Google Shape;99;p16"/>
          <p:cNvSpPr txBox="1">
            <a:spLocks noGrp="1"/>
          </p:cNvSpPr>
          <p:nvPr>
            <p:ph type="subTitle" idx="4"/>
          </p:nvPr>
        </p:nvSpPr>
        <p:spPr>
          <a:xfrm>
            <a:off x="3047680" y="5153097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00" name="Google Shape;100;p16"/>
          <p:cNvSpPr txBox="1">
            <a:spLocks noGrp="1"/>
          </p:cNvSpPr>
          <p:nvPr>
            <p:ph type="ctrTitle" idx="5"/>
          </p:nvPr>
        </p:nvSpPr>
        <p:spPr>
          <a:xfrm>
            <a:off x="6729729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16"/>
          <p:cNvSpPr txBox="1">
            <a:spLocks noGrp="1"/>
          </p:cNvSpPr>
          <p:nvPr>
            <p:ph type="subTitle" idx="6"/>
          </p:nvPr>
        </p:nvSpPr>
        <p:spPr>
          <a:xfrm>
            <a:off x="6729732" y="2595056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02" name="Google Shape;102;p16"/>
          <p:cNvSpPr txBox="1">
            <a:spLocks noGrp="1"/>
          </p:cNvSpPr>
          <p:nvPr>
            <p:ph type="ctrTitle" idx="7"/>
          </p:nvPr>
        </p:nvSpPr>
        <p:spPr>
          <a:xfrm>
            <a:off x="6729729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1400"/>
              <a:buNone/>
              <a:defRPr sz="1867">
                <a:solidFill>
                  <a:schemeClr val="accent6"/>
                </a:solidFill>
              </a:defRPr>
            </a:lvl9pPr>
          </a:lstStyle>
          <a:p>
            <a:endParaRPr/>
          </a:p>
        </p:txBody>
      </p:sp>
      <p:sp>
        <p:nvSpPr>
          <p:cNvPr id="103" name="Google Shape;103;p16"/>
          <p:cNvSpPr txBox="1">
            <a:spLocks noGrp="1"/>
          </p:cNvSpPr>
          <p:nvPr>
            <p:ph type="subTitle" idx="8"/>
          </p:nvPr>
        </p:nvSpPr>
        <p:spPr>
          <a:xfrm>
            <a:off x="6729732" y="5153097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0664820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title">
  <p:cSld name="Big title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7"/>
          <p:cNvSpPr txBox="1">
            <a:spLocks noGrp="1"/>
          </p:cNvSpPr>
          <p:nvPr>
            <p:ph type="ctrTitle"/>
          </p:nvPr>
        </p:nvSpPr>
        <p:spPr>
          <a:xfrm flipH="1">
            <a:off x="1591372" y="2148200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2pPr>
            <a:lvl3pPr lvl="2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3pPr>
            <a:lvl4pPr lvl="3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4pPr>
            <a:lvl5pPr lvl="4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5pPr>
            <a:lvl6pPr lvl="5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6pPr>
            <a:lvl7pPr lvl="6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7pPr>
            <a:lvl8pPr lvl="7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8pPr>
            <a:lvl9pPr lvl="8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8779851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5">
  <p:cSld name="Section 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>
            <a:spLocks noGrp="1"/>
          </p:cNvSpPr>
          <p:nvPr>
            <p:ph type="ctrTitle"/>
          </p:nvPr>
        </p:nvSpPr>
        <p:spPr>
          <a:xfrm flipH="1">
            <a:off x="3013772" y="292507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013772" y="250930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09" name="Google Shape;109;p18"/>
          <p:cNvSpPr txBox="1">
            <a:spLocks noGrp="1"/>
          </p:cNvSpPr>
          <p:nvPr>
            <p:ph type="subTitle" idx="1"/>
          </p:nvPr>
        </p:nvSpPr>
        <p:spPr>
          <a:xfrm>
            <a:off x="3013772" y="463473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4760164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3">
  <p:cSld name="Title + Design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9824423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4">
  <p:cSld name="Title + Design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0230703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6">
  <p:cSld name="Section 6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>
            <a:spLocks noGrp="1"/>
          </p:cNvSpPr>
          <p:nvPr>
            <p:ph type="ctrTitle"/>
          </p:nvPr>
        </p:nvSpPr>
        <p:spPr>
          <a:xfrm flipH="1">
            <a:off x="2264096" y="290463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8666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5219296" y="24888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8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17" name="Google Shape;117;p21"/>
          <p:cNvSpPr txBox="1">
            <a:spLocks noGrp="1"/>
          </p:cNvSpPr>
          <p:nvPr>
            <p:ph type="subTitle" idx="1"/>
          </p:nvPr>
        </p:nvSpPr>
        <p:spPr>
          <a:xfrm>
            <a:off x="3558496" y="463473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2990849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 5">
  <p:cSld name="Title + Design 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0762874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Title +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856067" y="2846400"/>
            <a:ext cx="7077600" cy="19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1219170" lvl="1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6724416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>
  <p:cSld name="Blank slide">
    <p:bg>
      <p:bgPr>
        <a:noFill/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743238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6"/>
          <p:cNvSpPr txBox="1">
            <a:spLocks noGrp="1"/>
          </p:cNvSpPr>
          <p:nvPr>
            <p:ph type="ctrTitle"/>
          </p:nvPr>
        </p:nvSpPr>
        <p:spPr>
          <a:xfrm>
            <a:off x="1514641" y="1858265"/>
            <a:ext cx="9182400" cy="23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64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/>
          </a:p>
        </p:txBody>
      </p:sp>
      <p:sp>
        <p:nvSpPr>
          <p:cNvPr id="130" name="Google Shape;130;p26"/>
          <p:cNvSpPr txBox="1">
            <a:spLocks noGrp="1"/>
          </p:cNvSpPr>
          <p:nvPr>
            <p:ph type="subTitle" idx="1"/>
          </p:nvPr>
        </p:nvSpPr>
        <p:spPr>
          <a:xfrm>
            <a:off x="4894241" y="3911363"/>
            <a:ext cx="5802800" cy="95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None/>
              <a:defRPr sz="1867"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36332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 header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7"/>
          <p:cNvSpPr txBox="1">
            <a:spLocks noGrp="1"/>
          </p:cNvSpPr>
          <p:nvPr>
            <p:ph type="ctrTitle"/>
          </p:nvPr>
        </p:nvSpPr>
        <p:spPr>
          <a:xfrm flipH="1">
            <a:off x="3663705" y="351423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2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618905" y="30984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34" name="Google Shape;134;p27"/>
          <p:cNvSpPr txBox="1">
            <a:spLocks noGrp="1"/>
          </p:cNvSpPr>
          <p:nvPr>
            <p:ph type="subTitle" idx="1"/>
          </p:nvPr>
        </p:nvSpPr>
        <p:spPr>
          <a:xfrm>
            <a:off x="4958105" y="5373975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7667520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8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37" name="Google Shape;137;p28"/>
          <p:cNvSpPr txBox="1">
            <a:spLocks noGrp="1"/>
          </p:cNvSpPr>
          <p:nvPr>
            <p:ph type="ctrTitle" idx="2"/>
          </p:nvPr>
        </p:nvSpPr>
        <p:spPr>
          <a:xfrm>
            <a:off x="2322600" y="3795600"/>
            <a:ext cx="16772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0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138" name="Google Shape;138;p28"/>
          <p:cNvSpPr txBox="1">
            <a:spLocks noGrp="1"/>
          </p:cNvSpPr>
          <p:nvPr>
            <p:ph type="subTitle" idx="1"/>
          </p:nvPr>
        </p:nvSpPr>
        <p:spPr>
          <a:xfrm>
            <a:off x="2322600" y="2200033"/>
            <a:ext cx="2876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7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39" name="Google Shape;139;p28"/>
          <p:cNvSpPr txBox="1">
            <a:spLocks noGrp="1"/>
          </p:cNvSpPr>
          <p:nvPr>
            <p:ph type="ctrTitle" idx="3"/>
          </p:nvPr>
        </p:nvSpPr>
        <p:spPr>
          <a:xfrm>
            <a:off x="7511668" y="48470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2pPr>
            <a:lvl3pPr lvl="2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3pPr>
            <a:lvl4pPr lvl="3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4pPr>
            <a:lvl5pPr lvl="4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5pPr>
            <a:lvl6pPr lvl="5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6pPr>
            <a:lvl7pPr lvl="6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7pPr>
            <a:lvl8pPr lvl="7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8pPr>
            <a:lvl9pPr lvl="8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9pPr>
          </a:lstStyle>
          <a:p>
            <a:endParaRPr/>
          </a:p>
        </p:txBody>
      </p:sp>
      <p:sp>
        <p:nvSpPr>
          <p:cNvPr id="140" name="Google Shape;140;p28"/>
          <p:cNvSpPr txBox="1">
            <a:spLocks noGrp="1"/>
          </p:cNvSpPr>
          <p:nvPr>
            <p:ph type="subTitle" idx="4"/>
          </p:nvPr>
        </p:nvSpPr>
        <p:spPr>
          <a:xfrm>
            <a:off x="7009277" y="3253408"/>
            <a:ext cx="2876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7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8564430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9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143" name="Google Shape;143;p29"/>
          <p:cNvSpPr txBox="1">
            <a:spLocks noGrp="1"/>
          </p:cNvSpPr>
          <p:nvPr>
            <p:ph type="ctrTitle" idx="2"/>
          </p:nvPr>
        </p:nvSpPr>
        <p:spPr>
          <a:xfrm>
            <a:off x="3047680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4" name="Google Shape;144;p29"/>
          <p:cNvSpPr txBox="1">
            <a:spLocks noGrp="1"/>
          </p:cNvSpPr>
          <p:nvPr>
            <p:ph type="subTitle" idx="1"/>
          </p:nvPr>
        </p:nvSpPr>
        <p:spPr>
          <a:xfrm>
            <a:off x="3047680" y="2595056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45" name="Google Shape;145;p29"/>
          <p:cNvSpPr txBox="1">
            <a:spLocks noGrp="1"/>
          </p:cNvSpPr>
          <p:nvPr>
            <p:ph type="ctrTitle" idx="3"/>
          </p:nvPr>
        </p:nvSpPr>
        <p:spPr>
          <a:xfrm>
            <a:off x="3047680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29"/>
          <p:cNvSpPr txBox="1">
            <a:spLocks noGrp="1"/>
          </p:cNvSpPr>
          <p:nvPr>
            <p:ph type="subTitle" idx="4"/>
          </p:nvPr>
        </p:nvSpPr>
        <p:spPr>
          <a:xfrm>
            <a:off x="3047680" y="5153097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47" name="Google Shape;147;p29"/>
          <p:cNvSpPr txBox="1">
            <a:spLocks noGrp="1"/>
          </p:cNvSpPr>
          <p:nvPr>
            <p:ph type="ctrTitle" idx="5"/>
          </p:nvPr>
        </p:nvSpPr>
        <p:spPr>
          <a:xfrm>
            <a:off x="6729729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29"/>
          <p:cNvSpPr txBox="1">
            <a:spLocks noGrp="1"/>
          </p:cNvSpPr>
          <p:nvPr>
            <p:ph type="subTitle" idx="6"/>
          </p:nvPr>
        </p:nvSpPr>
        <p:spPr>
          <a:xfrm>
            <a:off x="6729732" y="2595056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49" name="Google Shape;149;p29"/>
          <p:cNvSpPr txBox="1">
            <a:spLocks noGrp="1"/>
          </p:cNvSpPr>
          <p:nvPr>
            <p:ph type="ctrTitle" idx="7"/>
          </p:nvPr>
        </p:nvSpPr>
        <p:spPr>
          <a:xfrm>
            <a:off x="6729729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0" name="Google Shape;150;p29"/>
          <p:cNvSpPr txBox="1">
            <a:spLocks noGrp="1"/>
          </p:cNvSpPr>
          <p:nvPr>
            <p:ph type="subTitle" idx="8"/>
          </p:nvPr>
        </p:nvSpPr>
        <p:spPr>
          <a:xfrm>
            <a:off x="6729732" y="5153097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4062223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Table of contents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0"/>
          <p:cNvSpPr txBox="1">
            <a:spLocks noGrp="1"/>
          </p:cNvSpPr>
          <p:nvPr>
            <p:ph type="ctrTitle"/>
          </p:nvPr>
        </p:nvSpPr>
        <p:spPr>
          <a:xfrm>
            <a:off x="4514500" y="2798200"/>
            <a:ext cx="3163200" cy="12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  <p:sp>
        <p:nvSpPr>
          <p:cNvPr id="153" name="Google Shape;153;p30"/>
          <p:cNvSpPr txBox="1">
            <a:spLocks noGrp="1"/>
          </p:cNvSpPr>
          <p:nvPr>
            <p:ph type="ctrTitle" idx="2"/>
          </p:nvPr>
        </p:nvSpPr>
        <p:spPr>
          <a:xfrm>
            <a:off x="520395" y="268871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54" name="Google Shape;154;p30"/>
          <p:cNvSpPr txBox="1">
            <a:spLocks noGrp="1"/>
          </p:cNvSpPr>
          <p:nvPr>
            <p:ph type="subTitle" idx="1"/>
          </p:nvPr>
        </p:nvSpPr>
        <p:spPr>
          <a:xfrm>
            <a:off x="920595" y="773704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55" name="Google Shape;155;p30"/>
          <p:cNvSpPr txBox="1">
            <a:spLocks noGrp="1"/>
          </p:cNvSpPr>
          <p:nvPr>
            <p:ph type="title" idx="3" hasCustomPrompt="1"/>
          </p:nvPr>
        </p:nvSpPr>
        <p:spPr>
          <a:xfrm>
            <a:off x="2824597" y="725931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56" name="Google Shape;156;p30"/>
          <p:cNvSpPr txBox="1">
            <a:spLocks noGrp="1"/>
          </p:cNvSpPr>
          <p:nvPr>
            <p:ph type="title" idx="4" hasCustomPrompt="1"/>
          </p:nvPr>
        </p:nvSpPr>
        <p:spPr>
          <a:xfrm>
            <a:off x="2807208" y="2021077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57" name="Google Shape;157;p30"/>
          <p:cNvSpPr txBox="1">
            <a:spLocks noGrp="1"/>
          </p:cNvSpPr>
          <p:nvPr>
            <p:ph type="title" idx="5" hasCustomPrompt="1"/>
          </p:nvPr>
        </p:nvSpPr>
        <p:spPr>
          <a:xfrm>
            <a:off x="2807208" y="3316224"/>
            <a:ext cx="14768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58" name="Google Shape;158;p30"/>
          <p:cNvSpPr txBox="1">
            <a:spLocks noGrp="1"/>
          </p:cNvSpPr>
          <p:nvPr>
            <p:ph type="title" idx="6" hasCustomPrompt="1"/>
          </p:nvPr>
        </p:nvSpPr>
        <p:spPr>
          <a:xfrm>
            <a:off x="7896011" y="2790184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59" name="Google Shape;159;p30"/>
          <p:cNvSpPr txBox="1">
            <a:spLocks noGrp="1"/>
          </p:cNvSpPr>
          <p:nvPr>
            <p:ph type="title" idx="7" hasCustomPrompt="1"/>
          </p:nvPr>
        </p:nvSpPr>
        <p:spPr>
          <a:xfrm>
            <a:off x="7896011" y="4149781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0" name="Google Shape;160;p30"/>
          <p:cNvSpPr txBox="1">
            <a:spLocks noGrp="1"/>
          </p:cNvSpPr>
          <p:nvPr>
            <p:ph type="title" idx="8" hasCustomPrompt="1"/>
          </p:nvPr>
        </p:nvSpPr>
        <p:spPr>
          <a:xfrm>
            <a:off x="7896011" y="5509377"/>
            <a:ext cx="1429600" cy="77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64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1" name="Google Shape;161;p30"/>
          <p:cNvSpPr txBox="1">
            <a:spLocks noGrp="1"/>
          </p:cNvSpPr>
          <p:nvPr>
            <p:ph type="ctrTitle" idx="9"/>
          </p:nvPr>
        </p:nvSpPr>
        <p:spPr>
          <a:xfrm>
            <a:off x="520395" y="1557139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62" name="Google Shape;162;p30"/>
          <p:cNvSpPr txBox="1">
            <a:spLocks noGrp="1"/>
          </p:cNvSpPr>
          <p:nvPr>
            <p:ph type="subTitle" idx="13"/>
          </p:nvPr>
        </p:nvSpPr>
        <p:spPr>
          <a:xfrm>
            <a:off x="920595" y="2061969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63" name="Google Shape;163;p30"/>
          <p:cNvSpPr txBox="1">
            <a:spLocks noGrp="1"/>
          </p:cNvSpPr>
          <p:nvPr>
            <p:ph type="ctrTitle" idx="14"/>
          </p:nvPr>
        </p:nvSpPr>
        <p:spPr>
          <a:xfrm>
            <a:off x="520395" y="2855115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64" name="Google Shape;164;p30"/>
          <p:cNvSpPr txBox="1">
            <a:spLocks noGrp="1"/>
          </p:cNvSpPr>
          <p:nvPr>
            <p:ph type="subTitle" idx="15"/>
          </p:nvPr>
        </p:nvSpPr>
        <p:spPr>
          <a:xfrm>
            <a:off x="920595" y="3359941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65" name="Google Shape;165;p30"/>
          <p:cNvSpPr txBox="1">
            <a:spLocks noGrp="1"/>
          </p:cNvSpPr>
          <p:nvPr>
            <p:ph type="ctrTitle" idx="16"/>
          </p:nvPr>
        </p:nvSpPr>
        <p:spPr>
          <a:xfrm>
            <a:off x="9082077" y="2366907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66" name="Google Shape;166;p30"/>
          <p:cNvSpPr txBox="1">
            <a:spLocks noGrp="1"/>
          </p:cNvSpPr>
          <p:nvPr>
            <p:ph type="subTitle" idx="17"/>
          </p:nvPr>
        </p:nvSpPr>
        <p:spPr>
          <a:xfrm>
            <a:off x="9082077" y="2871740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67" name="Google Shape;167;p30"/>
          <p:cNvSpPr txBox="1">
            <a:spLocks noGrp="1"/>
          </p:cNvSpPr>
          <p:nvPr>
            <p:ph type="ctrTitle" idx="18"/>
          </p:nvPr>
        </p:nvSpPr>
        <p:spPr>
          <a:xfrm>
            <a:off x="9082077" y="3732127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68" name="Google Shape;168;p30"/>
          <p:cNvSpPr txBox="1">
            <a:spLocks noGrp="1"/>
          </p:cNvSpPr>
          <p:nvPr>
            <p:ph type="subTitle" idx="19"/>
          </p:nvPr>
        </p:nvSpPr>
        <p:spPr>
          <a:xfrm>
            <a:off x="9082077" y="4236956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  <p:sp>
        <p:nvSpPr>
          <p:cNvPr id="169" name="Google Shape;169;p30"/>
          <p:cNvSpPr txBox="1">
            <a:spLocks noGrp="1"/>
          </p:cNvSpPr>
          <p:nvPr>
            <p:ph type="ctrTitle" idx="20"/>
          </p:nvPr>
        </p:nvSpPr>
        <p:spPr>
          <a:xfrm>
            <a:off x="9082077" y="5081804"/>
            <a:ext cx="2632400" cy="77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9pPr>
          </a:lstStyle>
          <a:p>
            <a:endParaRPr/>
          </a:p>
        </p:txBody>
      </p:sp>
      <p:sp>
        <p:nvSpPr>
          <p:cNvPr id="170" name="Google Shape;170;p30"/>
          <p:cNvSpPr txBox="1">
            <a:spLocks noGrp="1"/>
          </p:cNvSpPr>
          <p:nvPr>
            <p:ph type="subTitle" idx="21"/>
          </p:nvPr>
        </p:nvSpPr>
        <p:spPr>
          <a:xfrm>
            <a:off x="9082077" y="5586631"/>
            <a:ext cx="2232400" cy="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1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961962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bg>
      <p:bgPr>
        <a:solidFill>
          <a:srgbClr val="FFFFFF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3" name="Google Shape;173;p31"/>
          <p:cNvSpPr/>
          <p:nvPr/>
        </p:nvSpPr>
        <p:spPr>
          <a:xfrm>
            <a:off x="4518800" y="0"/>
            <a:ext cx="76732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74" name="Google Shape;174;p3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1pPr>
            <a:lvl2pPr lvl="1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2pPr>
            <a:lvl3pPr lvl="2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3pPr>
            <a:lvl4pPr lvl="3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4pPr>
            <a:lvl5pPr lvl="4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5pPr>
            <a:lvl6pPr lvl="5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6pPr>
            <a:lvl7pPr lvl="6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7pPr>
            <a:lvl8pPr lvl="7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8pPr>
            <a:lvl9pPr lvl="8" algn="r" rtl="0">
              <a:lnSpc>
                <a:spcPct val="100000"/>
              </a:lnSpc>
              <a:spcAft>
                <a:spcPts val="0"/>
              </a:spcAft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175" name="Google Shape;175;p31"/>
          <p:cNvSpPr txBox="1">
            <a:spLocks noGrp="1"/>
          </p:cNvSpPr>
          <p:nvPr>
            <p:ph type="title"/>
          </p:nvPr>
        </p:nvSpPr>
        <p:spPr>
          <a:xfrm>
            <a:off x="429100" y="925467"/>
            <a:ext cx="3535200" cy="2375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467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176" name="Google Shape;176;p31"/>
          <p:cNvCxnSpPr/>
          <p:nvPr/>
        </p:nvCxnSpPr>
        <p:spPr>
          <a:xfrm>
            <a:off x="497267" y="682244"/>
            <a:ext cx="856400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7" name="Google Shape;177;p31"/>
          <p:cNvSpPr txBox="1">
            <a:spLocks noGrp="1"/>
          </p:cNvSpPr>
          <p:nvPr>
            <p:ph type="body" idx="1"/>
          </p:nvPr>
        </p:nvSpPr>
        <p:spPr>
          <a:xfrm>
            <a:off x="429100" y="3342505"/>
            <a:ext cx="3535200" cy="2582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1867">
                <a:solidFill>
                  <a:schemeClr val="dk1"/>
                </a:solidFill>
              </a:defRPr>
            </a:lvl1pPr>
            <a:lvl2pPr marL="1219170" lvl="1" indent="-406390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600">
                <a:solidFill>
                  <a:schemeClr val="dk1"/>
                </a:solidFill>
              </a:defRPr>
            </a:lvl2pPr>
            <a:lvl3pPr marL="1828754" lvl="2" indent="-406390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600">
                <a:solidFill>
                  <a:schemeClr val="dk1"/>
                </a:solidFill>
              </a:defRPr>
            </a:lvl3pPr>
            <a:lvl4pPr marL="2438339" lvl="3" indent="-406390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600">
                <a:solidFill>
                  <a:schemeClr val="dk1"/>
                </a:solidFill>
              </a:defRPr>
            </a:lvl4pPr>
            <a:lvl5pPr marL="3047924" lvl="4" indent="-406390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600">
                <a:solidFill>
                  <a:schemeClr val="dk1"/>
                </a:solidFill>
              </a:defRPr>
            </a:lvl5pPr>
            <a:lvl6pPr marL="3657509" lvl="5" indent="-406390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600">
                <a:solidFill>
                  <a:schemeClr val="dk1"/>
                </a:solidFill>
              </a:defRPr>
            </a:lvl6pPr>
            <a:lvl7pPr marL="4267093" lvl="6" indent="-406390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600">
                <a:solidFill>
                  <a:schemeClr val="dk1"/>
                </a:solidFill>
              </a:defRPr>
            </a:lvl7pPr>
            <a:lvl8pPr marL="4876678" lvl="7" indent="-406390" algn="l" rtl="0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600">
                <a:solidFill>
                  <a:schemeClr val="dk1"/>
                </a:solidFill>
              </a:defRPr>
            </a:lvl8pPr>
            <a:lvl9pPr marL="5486263" lvl="8" indent="-406390" algn="l" rtl="0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200"/>
              <a:buChar char="■"/>
              <a:defRPr sz="1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347197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0481361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 and two columns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3"/>
          <p:cNvSpPr txBox="1">
            <a:spLocks noGrp="1"/>
          </p:cNvSpPr>
          <p:nvPr>
            <p:ph type="body" idx="1"/>
          </p:nvPr>
        </p:nvSpPr>
        <p:spPr>
          <a:xfrm>
            <a:off x="963167" y="1930400"/>
            <a:ext cx="4785600" cy="42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67"/>
            </a:lvl1pPr>
            <a:lvl2pPr marL="1219170" lvl="1" indent="-40639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182" name="Google Shape;182;p33"/>
          <p:cNvSpPr txBox="1">
            <a:spLocks noGrp="1"/>
          </p:cNvSpPr>
          <p:nvPr>
            <p:ph type="body" idx="2"/>
          </p:nvPr>
        </p:nvSpPr>
        <p:spPr>
          <a:xfrm>
            <a:off x="6443200" y="1930400"/>
            <a:ext cx="4785600" cy="420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867"/>
            </a:lvl1pPr>
            <a:lvl2pPr marL="1219170" lvl="1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183" name="Google Shape;183;p33"/>
          <p:cNvSpPr txBox="1">
            <a:spLocks noGrp="1"/>
          </p:cNvSpPr>
          <p:nvPr>
            <p:ph type="subTitle" idx="3"/>
          </p:nvPr>
        </p:nvSpPr>
        <p:spPr>
          <a:xfrm>
            <a:off x="965200" y="1270000"/>
            <a:ext cx="10265600" cy="5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>
                <a:solidFill>
                  <a:schemeClr val="hlink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spcBef>
                <a:spcPts val="2133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spcBef>
                <a:spcPts val="2133"/>
              </a:spcBef>
              <a:spcAft>
                <a:spcPts val="2133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33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21336687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4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1027065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5"/>
          <p:cNvSpPr txBox="1">
            <a:spLocks noGrp="1"/>
          </p:cNvSpPr>
          <p:nvPr>
            <p:ph type="ctrTitle"/>
          </p:nvPr>
        </p:nvSpPr>
        <p:spPr>
          <a:xfrm flipH="1">
            <a:off x="1530200" y="4113533"/>
            <a:ext cx="6674000" cy="136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35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530105" y="30984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35"/>
          <p:cNvSpPr txBox="1">
            <a:spLocks noGrp="1"/>
          </p:cNvSpPr>
          <p:nvPr>
            <p:ph type="subTitle" idx="1"/>
          </p:nvPr>
        </p:nvSpPr>
        <p:spPr>
          <a:xfrm>
            <a:off x="1530100" y="5371945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6771615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6"/>
          <p:cNvSpPr txBox="1">
            <a:spLocks noGrp="1"/>
          </p:cNvSpPr>
          <p:nvPr>
            <p:ph type="ctrTitle"/>
          </p:nvPr>
        </p:nvSpPr>
        <p:spPr>
          <a:xfrm>
            <a:off x="3517800" y="501997"/>
            <a:ext cx="51564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None/>
              <a:defRPr sz="2133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3" name="Google Shape;193;p36"/>
          <p:cNvSpPr txBox="1">
            <a:spLocks noGrp="1"/>
          </p:cNvSpPr>
          <p:nvPr>
            <p:ph type="subTitle" idx="1"/>
          </p:nvPr>
        </p:nvSpPr>
        <p:spPr>
          <a:xfrm>
            <a:off x="3440300" y="3085633"/>
            <a:ext cx="5311200" cy="142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1225479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7"/>
          <p:cNvSpPr txBox="1">
            <a:spLocks noGrp="1"/>
          </p:cNvSpPr>
          <p:nvPr>
            <p:ph type="ctrTitle"/>
          </p:nvPr>
        </p:nvSpPr>
        <p:spPr>
          <a:xfrm>
            <a:off x="2134311" y="1313637"/>
            <a:ext cx="3564800" cy="273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000"/>
              <a:buNone/>
              <a:defRPr sz="26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  <a:defRPr sz="26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96" name="Google Shape;196;p37"/>
          <p:cNvSpPr txBox="1">
            <a:spLocks noGrp="1"/>
          </p:cNvSpPr>
          <p:nvPr>
            <p:ph type="subTitle" idx="1"/>
          </p:nvPr>
        </p:nvSpPr>
        <p:spPr>
          <a:xfrm>
            <a:off x="2221100" y="4077900"/>
            <a:ext cx="3478000" cy="237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867">
                <a:solidFill>
                  <a:schemeClr val="dk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197" name="Google Shape;197;p37"/>
          <p:cNvSpPr txBox="1">
            <a:spLocks noGrp="1"/>
          </p:cNvSpPr>
          <p:nvPr>
            <p:ph type="ctrTitle" idx="2"/>
          </p:nvPr>
        </p:nvSpPr>
        <p:spPr>
          <a:xfrm>
            <a:off x="2619800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8845770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mall numbers">
  <p:cSld name="Small number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8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00" name="Google Shape;200;p38"/>
          <p:cNvSpPr txBox="1">
            <a:spLocks noGrp="1"/>
          </p:cNvSpPr>
          <p:nvPr>
            <p:ph type="title" idx="2" hasCustomPrompt="1"/>
          </p:nvPr>
        </p:nvSpPr>
        <p:spPr>
          <a:xfrm>
            <a:off x="1448868" y="1966833"/>
            <a:ext cx="2393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1" name="Google Shape;201;p38"/>
          <p:cNvSpPr txBox="1">
            <a:spLocks noGrp="1"/>
          </p:cNvSpPr>
          <p:nvPr>
            <p:ph type="subTitle" idx="1"/>
          </p:nvPr>
        </p:nvSpPr>
        <p:spPr>
          <a:xfrm flipH="1">
            <a:off x="4642236" y="2221939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02" name="Google Shape;202;p38"/>
          <p:cNvSpPr txBox="1">
            <a:spLocks noGrp="1"/>
          </p:cNvSpPr>
          <p:nvPr>
            <p:ph type="title" idx="3" hasCustomPrompt="1"/>
          </p:nvPr>
        </p:nvSpPr>
        <p:spPr>
          <a:xfrm>
            <a:off x="3064601" y="3300467"/>
            <a:ext cx="2351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3" name="Google Shape;203;p38"/>
          <p:cNvSpPr txBox="1">
            <a:spLocks noGrp="1"/>
          </p:cNvSpPr>
          <p:nvPr>
            <p:ph type="subTitle" idx="4"/>
          </p:nvPr>
        </p:nvSpPr>
        <p:spPr>
          <a:xfrm flipH="1">
            <a:off x="6090735" y="3584567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04" name="Google Shape;204;p38"/>
          <p:cNvSpPr txBox="1">
            <a:spLocks noGrp="1"/>
          </p:cNvSpPr>
          <p:nvPr>
            <p:ph type="title" idx="5" hasCustomPrompt="1"/>
          </p:nvPr>
        </p:nvSpPr>
        <p:spPr>
          <a:xfrm>
            <a:off x="4470901" y="4684833"/>
            <a:ext cx="23936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5" name="Google Shape;205;p38"/>
          <p:cNvSpPr txBox="1">
            <a:spLocks noGrp="1"/>
          </p:cNvSpPr>
          <p:nvPr>
            <p:ph type="subTitle" idx="6"/>
          </p:nvPr>
        </p:nvSpPr>
        <p:spPr>
          <a:xfrm flipH="1">
            <a:off x="7561987" y="4946588"/>
            <a:ext cx="4353200" cy="4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>
                <a:solidFill>
                  <a:schemeClr val="lt1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650102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9"/>
          <p:cNvSpPr txBox="1">
            <a:spLocks noGrp="1"/>
          </p:cNvSpPr>
          <p:nvPr>
            <p:ph type="ctrTitle"/>
          </p:nvPr>
        </p:nvSpPr>
        <p:spPr>
          <a:xfrm>
            <a:off x="7488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08" name="Google Shape;208;p39"/>
          <p:cNvSpPr txBox="1">
            <a:spLocks noGrp="1"/>
          </p:cNvSpPr>
          <p:nvPr>
            <p:ph type="subTitle" idx="1"/>
          </p:nvPr>
        </p:nvSpPr>
        <p:spPr>
          <a:xfrm>
            <a:off x="1163267" y="4120633"/>
            <a:ext cx="27360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09" name="Google Shape;209;p39"/>
          <p:cNvSpPr txBox="1">
            <a:spLocks noGrp="1"/>
          </p:cNvSpPr>
          <p:nvPr>
            <p:ph type="ctrTitle" idx="2"/>
          </p:nvPr>
        </p:nvSpPr>
        <p:spPr>
          <a:xfrm>
            <a:off x="43136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0" name="Google Shape;210;p39"/>
          <p:cNvSpPr txBox="1">
            <a:spLocks noGrp="1"/>
          </p:cNvSpPr>
          <p:nvPr>
            <p:ph type="subTitle" idx="3"/>
          </p:nvPr>
        </p:nvSpPr>
        <p:spPr>
          <a:xfrm>
            <a:off x="4617200" y="2715667"/>
            <a:ext cx="295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11" name="Google Shape;211;p39"/>
          <p:cNvSpPr txBox="1">
            <a:spLocks noGrp="1"/>
          </p:cNvSpPr>
          <p:nvPr>
            <p:ph type="ctrTitle" idx="4"/>
          </p:nvPr>
        </p:nvSpPr>
        <p:spPr>
          <a:xfrm>
            <a:off x="7878400" y="3739617"/>
            <a:ext cx="3564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 sz="2400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12" name="Google Shape;212;p39"/>
          <p:cNvSpPr txBox="1">
            <a:spLocks noGrp="1"/>
          </p:cNvSpPr>
          <p:nvPr>
            <p:ph type="subTitle" idx="5"/>
          </p:nvPr>
        </p:nvSpPr>
        <p:spPr>
          <a:xfrm>
            <a:off x="8182000" y="4120633"/>
            <a:ext cx="295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>
                <a:solidFill>
                  <a:srgbClr val="0000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13" name="Google Shape;213;p39"/>
          <p:cNvSpPr txBox="1">
            <a:spLocks noGrp="1"/>
          </p:cNvSpPr>
          <p:nvPr>
            <p:ph type="ctrTitle" idx="6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3388502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Section header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40"/>
          <p:cNvSpPr txBox="1">
            <a:spLocks noGrp="1"/>
          </p:cNvSpPr>
          <p:nvPr>
            <p:ph type="ctrTitle"/>
          </p:nvPr>
        </p:nvSpPr>
        <p:spPr>
          <a:xfrm flipH="1">
            <a:off x="3672724" y="1796051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16" name="Google Shape;216;p40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6627924" y="1380284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7" name="Google Shape;217;p40"/>
          <p:cNvSpPr txBox="1">
            <a:spLocks noGrp="1"/>
          </p:cNvSpPr>
          <p:nvPr>
            <p:ph type="subTitle" idx="1"/>
          </p:nvPr>
        </p:nvSpPr>
        <p:spPr>
          <a:xfrm>
            <a:off x="4967124" y="365731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4873706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1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20" name="Google Shape;220;p41"/>
          <p:cNvSpPr txBox="1">
            <a:spLocks noGrp="1"/>
          </p:cNvSpPr>
          <p:nvPr>
            <p:ph type="ctrTitle" idx="2"/>
          </p:nvPr>
        </p:nvSpPr>
        <p:spPr>
          <a:xfrm>
            <a:off x="619304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21" name="Google Shape;221;p41"/>
          <p:cNvSpPr txBox="1">
            <a:spLocks noGrp="1"/>
          </p:cNvSpPr>
          <p:nvPr>
            <p:ph type="subTitle" idx="1"/>
          </p:nvPr>
        </p:nvSpPr>
        <p:spPr>
          <a:xfrm>
            <a:off x="821504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22" name="Google Shape;222;p41"/>
          <p:cNvSpPr txBox="1">
            <a:spLocks noGrp="1"/>
          </p:cNvSpPr>
          <p:nvPr>
            <p:ph type="ctrTitle" idx="3"/>
          </p:nvPr>
        </p:nvSpPr>
        <p:spPr>
          <a:xfrm>
            <a:off x="2769901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23" name="Google Shape;223;p41"/>
          <p:cNvSpPr txBox="1">
            <a:spLocks noGrp="1"/>
          </p:cNvSpPr>
          <p:nvPr>
            <p:ph type="subTitle" idx="4"/>
          </p:nvPr>
        </p:nvSpPr>
        <p:spPr>
          <a:xfrm>
            <a:off x="2972101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24" name="Google Shape;224;p41"/>
          <p:cNvSpPr txBox="1">
            <a:spLocks noGrp="1"/>
          </p:cNvSpPr>
          <p:nvPr>
            <p:ph type="ctrTitle" idx="5"/>
          </p:nvPr>
        </p:nvSpPr>
        <p:spPr>
          <a:xfrm>
            <a:off x="4920500" y="2408667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25" name="Google Shape;225;p41"/>
          <p:cNvSpPr txBox="1">
            <a:spLocks noGrp="1"/>
          </p:cNvSpPr>
          <p:nvPr>
            <p:ph type="subTitle" idx="6"/>
          </p:nvPr>
        </p:nvSpPr>
        <p:spPr>
          <a:xfrm>
            <a:off x="5122700" y="2800999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26" name="Google Shape;226;p41"/>
          <p:cNvSpPr txBox="1">
            <a:spLocks noGrp="1"/>
          </p:cNvSpPr>
          <p:nvPr>
            <p:ph type="ctrTitle" idx="7"/>
          </p:nvPr>
        </p:nvSpPr>
        <p:spPr>
          <a:xfrm>
            <a:off x="4942823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27" name="Google Shape;227;p41"/>
          <p:cNvSpPr txBox="1">
            <a:spLocks noGrp="1"/>
          </p:cNvSpPr>
          <p:nvPr>
            <p:ph type="subTitle" idx="8"/>
          </p:nvPr>
        </p:nvSpPr>
        <p:spPr>
          <a:xfrm>
            <a:off x="5145029" y="5186935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28" name="Google Shape;228;p41"/>
          <p:cNvSpPr txBox="1">
            <a:spLocks noGrp="1"/>
          </p:cNvSpPr>
          <p:nvPr>
            <p:ph type="ctrTitle" idx="9"/>
          </p:nvPr>
        </p:nvSpPr>
        <p:spPr>
          <a:xfrm>
            <a:off x="7124692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29" name="Google Shape;229;p41"/>
          <p:cNvSpPr txBox="1">
            <a:spLocks noGrp="1"/>
          </p:cNvSpPr>
          <p:nvPr>
            <p:ph type="subTitle" idx="13"/>
          </p:nvPr>
        </p:nvSpPr>
        <p:spPr>
          <a:xfrm>
            <a:off x="7333681" y="5186935"/>
            <a:ext cx="1969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30" name="Google Shape;230;p41"/>
          <p:cNvSpPr txBox="1">
            <a:spLocks noGrp="1"/>
          </p:cNvSpPr>
          <p:nvPr>
            <p:ph type="ctrTitle" idx="14"/>
          </p:nvPr>
        </p:nvSpPr>
        <p:spPr>
          <a:xfrm>
            <a:off x="9306561" y="4733149"/>
            <a:ext cx="23740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31" name="Google Shape;231;p41"/>
          <p:cNvSpPr txBox="1">
            <a:spLocks noGrp="1"/>
          </p:cNvSpPr>
          <p:nvPr>
            <p:ph type="subTitle" idx="15"/>
          </p:nvPr>
        </p:nvSpPr>
        <p:spPr>
          <a:xfrm>
            <a:off x="9522333" y="5186935"/>
            <a:ext cx="19424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392216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3">
  <p:cSld name="Section header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2"/>
          <p:cNvSpPr txBox="1">
            <a:spLocks noGrp="1"/>
          </p:cNvSpPr>
          <p:nvPr>
            <p:ph type="ctrTitle"/>
          </p:nvPr>
        </p:nvSpPr>
        <p:spPr>
          <a:xfrm flipH="1">
            <a:off x="1573337" y="1796051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34" name="Google Shape;234;p42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573337" y="1380284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35" name="Google Shape;235;p42"/>
          <p:cNvSpPr txBox="1">
            <a:spLocks noGrp="1"/>
          </p:cNvSpPr>
          <p:nvPr>
            <p:ph type="subTitle" idx="1"/>
          </p:nvPr>
        </p:nvSpPr>
        <p:spPr>
          <a:xfrm>
            <a:off x="1573337" y="365731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0725138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43"/>
          <p:cNvSpPr txBox="1">
            <a:spLocks noGrp="1"/>
          </p:cNvSpPr>
          <p:nvPr>
            <p:ph type="ctrTitle"/>
          </p:nvPr>
        </p:nvSpPr>
        <p:spPr>
          <a:xfrm flipH="1">
            <a:off x="1591372" y="2148200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2pPr>
            <a:lvl3pPr lvl="2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3pPr>
            <a:lvl4pPr lvl="3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4pPr>
            <a:lvl5pPr lvl="4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5pPr>
            <a:lvl6pPr lvl="5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6pPr>
            <a:lvl7pPr lvl="6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7pPr>
            <a:lvl8pPr lvl="7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8pPr>
            <a:lvl9pPr lvl="8" rtl="0">
              <a:spcBef>
                <a:spcPts val="0"/>
              </a:spcBef>
              <a:spcAft>
                <a:spcPts val="0"/>
              </a:spcAft>
              <a:buSzPts val="6500"/>
              <a:buNone/>
              <a:defRPr sz="8666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9988859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4">
  <p:cSld name="Section header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4"/>
          <p:cNvSpPr txBox="1">
            <a:spLocks noGrp="1"/>
          </p:cNvSpPr>
          <p:nvPr>
            <p:ph type="ctrTitle"/>
          </p:nvPr>
        </p:nvSpPr>
        <p:spPr>
          <a:xfrm flipH="1">
            <a:off x="3013772" y="292507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40" name="Google Shape;240;p4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3013772" y="250930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41" name="Google Shape;241;p44"/>
          <p:cNvSpPr txBox="1">
            <a:spLocks noGrp="1"/>
          </p:cNvSpPr>
          <p:nvPr>
            <p:ph type="subTitle" idx="1"/>
          </p:nvPr>
        </p:nvSpPr>
        <p:spPr>
          <a:xfrm>
            <a:off x="3013772" y="463473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348306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5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179339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6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083538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5">
  <p:cSld name="Section header 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7"/>
          <p:cNvSpPr txBox="1">
            <a:spLocks noGrp="1"/>
          </p:cNvSpPr>
          <p:nvPr>
            <p:ph type="ctrTitle"/>
          </p:nvPr>
        </p:nvSpPr>
        <p:spPr>
          <a:xfrm flipH="1">
            <a:off x="2264096" y="2904633"/>
            <a:ext cx="6927600" cy="256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4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500"/>
              <a:buNone/>
              <a:defRPr sz="8666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48" name="Google Shape;248;p4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5219296" y="2488867"/>
            <a:ext cx="3972400" cy="100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128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Fira Sans Extra Condensed Medium"/>
              <a:buNone/>
              <a:defRPr sz="8000">
                <a:solidFill>
                  <a:srgbClr val="FFFFFF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49" name="Google Shape;249;p47"/>
          <p:cNvSpPr txBox="1">
            <a:spLocks noGrp="1"/>
          </p:cNvSpPr>
          <p:nvPr>
            <p:ph type="subTitle" idx="1"/>
          </p:nvPr>
        </p:nvSpPr>
        <p:spPr>
          <a:xfrm>
            <a:off x="3558496" y="4634739"/>
            <a:ext cx="5633200" cy="7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5822585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48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7963283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1">
  <p:cSld name="Thanks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9"/>
          <p:cNvSpPr txBox="1">
            <a:spLocks noGrp="1"/>
          </p:cNvSpPr>
          <p:nvPr>
            <p:ph type="ctrTitle"/>
          </p:nvPr>
        </p:nvSpPr>
        <p:spPr>
          <a:xfrm flipH="1">
            <a:off x="2632200" y="1548000"/>
            <a:ext cx="6927600" cy="1820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None/>
              <a:defRPr sz="6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54" name="Google Shape;254;p49"/>
          <p:cNvSpPr txBox="1">
            <a:spLocks noGrp="1"/>
          </p:cNvSpPr>
          <p:nvPr>
            <p:ph type="subTitle" idx="1"/>
          </p:nvPr>
        </p:nvSpPr>
        <p:spPr>
          <a:xfrm>
            <a:off x="2870000" y="3326467"/>
            <a:ext cx="64520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49"/>
          <p:cNvSpPr txBox="1"/>
          <p:nvPr/>
        </p:nvSpPr>
        <p:spPr>
          <a:xfrm>
            <a:off x="834541" y="4963224"/>
            <a:ext cx="5106800" cy="237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333">
                <a:solidFill>
                  <a:srgbClr val="434343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CREDITS: This presentation template was created by </a:t>
            </a:r>
            <a:r>
              <a:rPr lang="en" sz="1333" b="1">
                <a:solidFill>
                  <a:srgbClr val="434343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333">
                <a:solidFill>
                  <a:srgbClr val="434343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including icons by </a:t>
            </a:r>
            <a:r>
              <a:rPr lang="en" sz="1333" b="1">
                <a:solidFill>
                  <a:srgbClr val="434343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333">
                <a:solidFill>
                  <a:srgbClr val="434343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, and infographics &amp; images by </a:t>
            </a:r>
            <a:r>
              <a:rPr lang="en" sz="1333" b="1">
                <a:solidFill>
                  <a:srgbClr val="434343"/>
                </a:solidFill>
                <a:uFill>
                  <a:noFill/>
                </a:uFill>
                <a:latin typeface="Roboto Condensed"/>
                <a:ea typeface="Roboto Condensed"/>
                <a:cs typeface="Roboto Condensed"/>
                <a:sym typeface="Roboto Condensed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333">
                <a:solidFill>
                  <a:srgbClr val="434343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rPr>
              <a:t>. </a:t>
            </a:r>
            <a:endParaRPr sz="1333">
              <a:solidFill>
                <a:srgbClr val="434343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43434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Please keep this slide for attribution.</a:t>
            </a:r>
            <a:endParaRPr sz="1200" b="1">
              <a:solidFill>
                <a:srgbClr val="43434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</p:txBody>
      </p:sp>
    </p:spTree>
    <p:extLst>
      <p:ext uri="{BB962C8B-B14F-4D97-AF65-F5344CB8AC3E}">
        <p14:creationId xmlns:p14="http://schemas.microsoft.com/office/powerpoint/2010/main" val="297843335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 1" type="blank">
  <p:cSld name="Blank slide 1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378934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1">
  <p:cSld name="Title and four columns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51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59" name="Google Shape;259;p51"/>
          <p:cNvSpPr txBox="1">
            <a:spLocks noGrp="1"/>
          </p:cNvSpPr>
          <p:nvPr>
            <p:ph type="ctrTitle" idx="2"/>
          </p:nvPr>
        </p:nvSpPr>
        <p:spPr>
          <a:xfrm>
            <a:off x="3047680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51"/>
          <p:cNvSpPr txBox="1">
            <a:spLocks noGrp="1"/>
          </p:cNvSpPr>
          <p:nvPr>
            <p:ph type="subTitle" idx="1"/>
          </p:nvPr>
        </p:nvSpPr>
        <p:spPr>
          <a:xfrm>
            <a:off x="3047680" y="2595056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61" name="Google Shape;261;p51"/>
          <p:cNvSpPr txBox="1">
            <a:spLocks noGrp="1"/>
          </p:cNvSpPr>
          <p:nvPr>
            <p:ph type="ctrTitle" idx="3"/>
          </p:nvPr>
        </p:nvSpPr>
        <p:spPr>
          <a:xfrm>
            <a:off x="3047680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62" name="Google Shape;262;p51"/>
          <p:cNvSpPr txBox="1">
            <a:spLocks noGrp="1"/>
          </p:cNvSpPr>
          <p:nvPr>
            <p:ph type="subTitle" idx="4"/>
          </p:nvPr>
        </p:nvSpPr>
        <p:spPr>
          <a:xfrm>
            <a:off x="3047680" y="5153097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63" name="Google Shape;263;p51"/>
          <p:cNvSpPr txBox="1">
            <a:spLocks noGrp="1"/>
          </p:cNvSpPr>
          <p:nvPr>
            <p:ph type="ctrTitle" idx="5"/>
          </p:nvPr>
        </p:nvSpPr>
        <p:spPr>
          <a:xfrm>
            <a:off x="6729729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64" name="Google Shape;264;p51"/>
          <p:cNvSpPr txBox="1">
            <a:spLocks noGrp="1"/>
          </p:cNvSpPr>
          <p:nvPr>
            <p:ph type="subTitle" idx="6"/>
          </p:nvPr>
        </p:nvSpPr>
        <p:spPr>
          <a:xfrm>
            <a:off x="6729732" y="2595056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65" name="Google Shape;265;p51"/>
          <p:cNvSpPr txBox="1">
            <a:spLocks noGrp="1"/>
          </p:cNvSpPr>
          <p:nvPr>
            <p:ph type="ctrTitle" idx="7"/>
          </p:nvPr>
        </p:nvSpPr>
        <p:spPr>
          <a:xfrm>
            <a:off x="6729729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66" name="Google Shape;266;p51"/>
          <p:cNvSpPr txBox="1">
            <a:spLocks noGrp="1"/>
          </p:cNvSpPr>
          <p:nvPr>
            <p:ph type="subTitle" idx="8"/>
          </p:nvPr>
        </p:nvSpPr>
        <p:spPr>
          <a:xfrm>
            <a:off x="6729732" y="5153097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06911367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2">
  <p:cSld name="Title and four columns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52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269" name="Google Shape;269;p52"/>
          <p:cNvSpPr txBox="1">
            <a:spLocks noGrp="1"/>
          </p:cNvSpPr>
          <p:nvPr>
            <p:ph type="ctrTitle" idx="2"/>
          </p:nvPr>
        </p:nvSpPr>
        <p:spPr>
          <a:xfrm>
            <a:off x="3047680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0" name="Google Shape;270;p52"/>
          <p:cNvSpPr txBox="1">
            <a:spLocks noGrp="1"/>
          </p:cNvSpPr>
          <p:nvPr>
            <p:ph type="subTitle" idx="1"/>
          </p:nvPr>
        </p:nvSpPr>
        <p:spPr>
          <a:xfrm>
            <a:off x="3047680" y="2595056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71" name="Google Shape;271;p52"/>
          <p:cNvSpPr txBox="1">
            <a:spLocks noGrp="1"/>
          </p:cNvSpPr>
          <p:nvPr>
            <p:ph type="ctrTitle" idx="3"/>
          </p:nvPr>
        </p:nvSpPr>
        <p:spPr>
          <a:xfrm>
            <a:off x="3047680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2" name="Google Shape;272;p52"/>
          <p:cNvSpPr txBox="1">
            <a:spLocks noGrp="1"/>
          </p:cNvSpPr>
          <p:nvPr>
            <p:ph type="subTitle" idx="4"/>
          </p:nvPr>
        </p:nvSpPr>
        <p:spPr>
          <a:xfrm>
            <a:off x="3047680" y="5153097"/>
            <a:ext cx="22776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73" name="Google Shape;273;p52"/>
          <p:cNvSpPr txBox="1">
            <a:spLocks noGrp="1"/>
          </p:cNvSpPr>
          <p:nvPr>
            <p:ph type="ctrTitle" idx="5"/>
          </p:nvPr>
        </p:nvSpPr>
        <p:spPr>
          <a:xfrm>
            <a:off x="6729729" y="2202723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4" name="Google Shape;274;p52"/>
          <p:cNvSpPr txBox="1">
            <a:spLocks noGrp="1"/>
          </p:cNvSpPr>
          <p:nvPr>
            <p:ph type="subTitle" idx="6"/>
          </p:nvPr>
        </p:nvSpPr>
        <p:spPr>
          <a:xfrm>
            <a:off x="6729732" y="2595056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  <p:sp>
        <p:nvSpPr>
          <p:cNvPr id="275" name="Google Shape;275;p52"/>
          <p:cNvSpPr txBox="1">
            <a:spLocks noGrp="1"/>
          </p:cNvSpPr>
          <p:nvPr>
            <p:ph type="ctrTitle" idx="7"/>
          </p:nvPr>
        </p:nvSpPr>
        <p:spPr>
          <a:xfrm>
            <a:off x="6729729" y="4760764"/>
            <a:ext cx="2390800" cy="57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 sz="1867"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276" name="Google Shape;276;p52"/>
          <p:cNvSpPr txBox="1">
            <a:spLocks noGrp="1"/>
          </p:cNvSpPr>
          <p:nvPr>
            <p:ph type="subTitle" idx="8"/>
          </p:nvPr>
        </p:nvSpPr>
        <p:spPr>
          <a:xfrm>
            <a:off x="6729732" y="5153097"/>
            <a:ext cx="2390800" cy="133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67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905820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33.xml"/><Relationship Id="rId26" Type="http://schemas.openxmlformats.org/officeDocument/2006/relationships/slideLayout" Target="../slideLayouts/slideLayout41.xml"/><Relationship Id="rId39" Type="http://schemas.openxmlformats.org/officeDocument/2006/relationships/slideLayout" Target="../slideLayouts/slideLayout54.xml"/><Relationship Id="rId21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49.xml"/><Relationship Id="rId42" Type="http://schemas.openxmlformats.org/officeDocument/2006/relationships/slideLayout" Target="../slideLayouts/slideLayout57.xml"/><Relationship Id="rId47" Type="http://schemas.openxmlformats.org/officeDocument/2006/relationships/slideLayout" Target="../slideLayouts/slideLayout62.xml"/><Relationship Id="rId50" Type="http://schemas.openxmlformats.org/officeDocument/2006/relationships/slideLayout" Target="../slideLayouts/slideLayout65.xml"/><Relationship Id="rId7" Type="http://schemas.openxmlformats.org/officeDocument/2006/relationships/slideLayout" Target="../slideLayouts/slideLayout22.xml"/><Relationship Id="rId2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39.xml"/><Relationship Id="rId32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52.xml"/><Relationship Id="rId40" Type="http://schemas.openxmlformats.org/officeDocument/2006/relationships/slideLayout" Target="../slideLayouts/slideLayout55.xml"/><Relationship Id="rId45" Type="http://schemas.openxmlformats.org/officeDocument/2006/relationships/slideLayout" Target="../slideLayouts/slideLayout60.xml"/><Relationship Id="rId5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30.xml"/><Relationship Id="rId23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43.xml"/><Relationship Id="rId36" Type="http://schemas.openxmlformats.org/officeDocument/2006/relationships/slideLayout" Target="../slideLayouts/slideLayout51.xml"/><Relationship Id="rId49" Type="http://schemas.openxmlformats.org/officeDocument/2006/relationships/slideLayout" Target="../slideLayouts/slideLayout64.xml"/><Relationship Id="rId10" Type="http://schemas.openxmlformats.org/officeDocument/2006/relationships/slideLayout" Target="../slideLayouts/slideLayout25.xml"/><Relationship Id="rId19" Type="http://schemas.openxmlformats.org/officeDocument/2006/relationships/slideLayout" Target="../slideLayouts/slideLayout34.xml"/><Relationship Id="rId31" Type="http://schemas.openxmlformats.org/officeDocument/2006/relationships/slideLayout" Target="../slideLayouts/slideLayout46.xml"/><Relationship Id="rId44" Type="http://schemas.openxmlformats.org/officeDocument/2006/relationships/slideLayout" Target="../slideLayouts/slideLayout59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Relationship Id="rId22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50.xml"/><Relationship Id="rId43" Type="http://schemas.openxmlformats.org/officeDocument/2006/relationships/slideLayout" Target="../slideLayouts/slideLayout58.xml"/><Relationship Id="rId48" Type="http://schemas.openxmlformats.org/officeDocument/2006/relationships/slideLayout" Target="../slideLayouts/slideLayout63.xml"/><Relationship Id="rId8" Type="http://schemas.openxmlformats.org/officeDocument/2006/relationships/slideLayout" Target="../slideLayouts/slideLayout23.xml"/><Relationship Id="rId51" Type="http://schemas.openxmlformats.org/officeDocument/2006/relationships/theme" Target="../theme/theme2.xml"/><Relationship Id="rId3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32.xml"/><Relationship Id="rId25" Type="http://schemas.openxmlformats.org/officeDocument/2006/relationships/slideLayout" Target="../slideLayouts/slideLayout40.xml"/><Relationship Id="rId33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53.xml"/><Relationship Id="rId46" Type="http://schemas.openxmlformats.org/officeDocument/2006/relationships/slideLayout" Target="../slideLayouts/slideLayout61.xml"/><Relationship Id="rId20" Type="http://schemas.openxmlformats.org/officeDocument/2006/relationships/slideLayout" Target="../slideLayouts/slideLayout35.xml"/><Relationship Id="rId41" Type="http://schemas.openxmlformats.org/officeDocument/2006/relationships/slideLayout" Target="../slideLayouts/slideLayout56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943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435" r:id="rId1"/>
    <p:sldLayoutId id="2147484436" r:id="rId2"/>
    <p:sldLayoutId id="2147484437" r:id="rId3"/>
    <p:sldLayoutId id="2147484438" r:id="rId4"/>
    <p:sldLayoutId id="2147484439" r:id="rId5"/>
    <p:sldLayoutId id="2147484440" r:id="rId6"/>
    <p:sldLayoutId id="2147484441" r:id="rId7"/>
    <p:sldLayoutId id="2147484442" r:id="rId8"/>
    <p:sldLayoutId id="2147484443" r:id="rId9"/>
    <p:sldLayoutId id="2147484444" r:id="rId10"/>
    <p:sldLayoutId id="2147484445" r:id="rId11"/>
    <p:sldLayoutId id="2147484446" r:id="rId12"/>
    <p:sldLayoutId id="2147484447" r:id="rId13"/>
    <p:sldLayoutId id="2147484432" r:id="rId14"/>
    <p:sldLayoutId id="2147483700" r:id="rId15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472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6" userDrawn="1">
          <p15:clr>
            <a:srgbClr val="5ACBF0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orient="horz" pos="2160" userDrawn="1">
          <p15:clr>
            <a:srgbClr val="F26B43"/>
          </p15:clr>
        </p15:guide>
        <p15:guide id="5" pos="1272" userDrawn="1">
          <p15:clr>
            <a:srgbClr val="9FCC3B"/>
          </p15:clr>
        </p15:guide>
        <p15:guide id="6" pos="2544" userDrawn="1">
          <p15:clr>
            <a:srgbClr val="9FCC3B"/>
          </p15:clr>
        </p15:guide>
        <p15:guide id="7" pos="5112" userDrawn="1">
          <p15:clr>
            <a:srgbClr val="9FCC3B"/>
          </p15:clr>
        </p15:guide>
        <p15:guide id="8" pos="6408" userDrawn="1">
          <p15:clr>
            <a:srgbClr val="9FCC3B"/>
          </p15:clr>
        </p15:guide>
        <p15:guide id="9" pos="3940" userDrawn="1">
          <p15:clr>
            <a:srgbClr val="F26B43"/>
          </p15:clr>
        </p15:guide>
        <p15:guide id="10" pos="7104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Exo 2"/>
              <a:buNone/>
              <a:defRPr sz="28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1601270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4450" r:id="rId1"/>
    <p:sldLayoutId id="2147484451" r:id="rId2"/>
    <p:sldLayoutId id="2147484452" r:id="rId3"/>
    <p:sldLayoutId id="2147484453" r:id="rId4"/>
    <p:sldLayoutId id="2147484454" r:id="rId5"/>
    <p:sldLayoutId id="2147484455" r:id="rId6"/>
    <p:sldLayoutId id="2147484456" r:id="rId7"/>
    <p:sldLayoutId id="2147484457" r:id="rId8"/>
    <p:sldLayoutId id="2147484458" r:id="rId9"/>
    <p:sldLayoutId id="2147484459" r:id="rId10"/>
    <p:sldLayoutId id="2147484460" r:id="rId11"/>
    <p:sldLayoutId id="2147484461" r:id="rId12"/>
    <p:sldLayoutId id="2147484462" r:id="rId13"/>
    <p:sldLayoutId id="2147484463" r:id="rId14"/>
    <p:sldLayoutId id="2147484464" r:id="rId15"/>
    <p:sldLayoutId id="2147484465" r:id="rId16"/>
    <p:sldLayoutId id="2147484466" r:id="rId17"/>
    <p:sldLayoutId id="2147484467" r:id="rId18"/>
    <p:sldLayoutId id="2147484468" r:id="rId19"/>
    <p:sldLayoutId id="2147484469" r:id="rId20"/>
    <p:sldLayoutId id="2147484470" r:id="rId21"/>
    <p:sldLayoutId id="2147484471" r:id="rId22"/>
    <p:sldLayoutId id="2147484472" r:id="rId23"/>
    <p:sldLayoutId id="2147484473" r:id="rId24"/>
    <p:sldLayoutId id="2147484474" r:id="rId25"/>
    <p:sldLayoutId id="2147484475" r:id="rId26"/>
    <p:sldLayoutId id="2147484476" r:id="rId27"/>
    <p:sldLayoutId id="2147484477" r:id="rId28"/>
    <p:sldLayoutId id="2147484478" r:id="rId29"/>
    <p:sldLayoutId id="2147484479" r:id="rId30"/>
    <p:sldLayoutId id="2147484480" r:id="rId31"/>
    <p:sldLayoutId id="2147484481" r:id="rId32"/>
    <p:sldLayoutId id="2147484482" r:id="rId33"/>
    <p:sldLayoutId id="2147484483" r:id="rId34"/>
    <p:sldLayoutId id="2147484484" r:id="rId35"/>
    <p:sldLayoutId id="2147484485" r:id="rId36"/>
    <p:sldLayoutId id="2147484486" r:id="rId37"/>
    <p:sldLayoutId id="2147484487" r:id="rId38"/>
    <p:sldLayoutId id="2147484488" r:id="rId39"/>
    <p:sldLayoutId id="2147484489" r:id="rId40"/>
    <p:sldLayoutId id="2147484490" r:id="rId41"/>
    <p:sldLayoutId id="2147484491" r:id="rId42"/>
    <p:sldLayoutId id="2147484492" r:id="rId43"/>
    <p:sldLayoutId id="2147484493" r:id="rId44"/>
    <p:sldLayoutId id="2147484494" r:id="rId45"/>
    <p:sldLayoutId id="2147484495" r:id="rId46"/>
    <p:sldLayoutId id="2147484496" r:id="rId47"/>
    <p:sldLayoutId id="2147484497" r:id="rId48"/>
    <p:sldLayoutId id="2147484498" r:id="rId49"/>
    <p:sldLayoutId id="2147484499" r:id="rId5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.xml"/><Relationship Id="rId4" Type="http://schemas.openxmlformats.org/officeDocument/2006/relationships/image" Target="../media/image5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7.xml"/><Relationship Id="rId4" Type="http://schemas.openxmlformats.org/officeDocument/2006/relationships/image" Target="../media/image5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7.xml"/><Relationship Id="rId4" Type="http://schemas.openxmlformats.org/officeDocument/2006/relationships/image" Target="../media/image5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8.xml"/><Relationship Id="rId4" Type="http://schemas.openxmlformats.org/officeDocument/2006/relationships/image" Target="../media/image6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1.xml"/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9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DE7F2-E890-4744-88DD-A75F5E3005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b="1" cap="none" dirty="0">
                <a:solidFill>
                  <a:schemeClr val="accent1"/>
                </a:solidFill>
                <a:latin typeface="Exo 2"/>
                <a:sym typeface="Exo 2"/>
              </a:rPr>
              <a:t>09 - Naïve Bayes Classifier</a:t>
            </a:r>
            <a:br>
              <a:rPr lang="en-US" sz="3600" dirty="0">
                <a:solidFill>
                  <a:schemeClr val="accent1"/>
                </a:solidFill>
              </a:rPr>
            </a:br>
            <a:endParaRPr lang="en-US" sz="3600" dirty="0">
              <a:solidFill>
                <a:schemeClr val="accent1"/>
              </a:solidFill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466A906-2869-BB36-138E-D45F62E92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03349" y="4646277"/>
            <a:ext cx="274320" cy="27432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3D599438-866F-1ADD-CF33-95E9914331ED}"/>
              </a:ext>
            </a:extLst>
          </p:cNvPr>
          <p:cNvSpPr txBox="1">
            <a:spLocks/>
          </p:cNvSpPr>
          <p:nvPr/>
        </p:nvSpPr>
        <p:spPr>
          <a:xfrm>
            <a:off x="10483273" y="295729"/>
            <a:ext cx="563418" cy="7676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spcAft>
                <a:spcPts val="600"/>
              </a:spcAft>
            </a:pPr>
            <a:fld id="{B5CEABB6-07DC-46E8-9B57-56EC44A396E5}" type="slidenum">
              <a:rPr lang="en-US" smtClean="0">
                <a:solidFill>
                  <a:srgbClr val="FFFFFF"/>
                </a:solidFill>
              </a:rPr>
              <a:pPr defTabSz="914400">
                <a:spcAft>
                  <a:spcPts val="600"/>
                </a:spcAft>
              </a:pPr>
              <a:t>1</a:t>
            </a:fld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851146F-0625-D1A1-EDF6-D75F0A96F18B}"/>
              </a:ext>
            </a:extLst>
          </p:cNvPr>
          <p:cNvSpPr txBox="1">
            <a:spLocks/>
          </p:cNvSpPr>
          <p:nvPr/>
        </p:nvSpPr>
        <p:spPr bwMode="gray">
          <a:xfrm>
            <a:off x="11508509" y="6405418"/>
            <a:ext cx="341745" cy="25861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7500" lnSpcReduction="20000"/>
          </a:bodyPr>
          <a:lstStyle>
            <a:defPPr>
              <a:defRPr lang="en-US"/>
            </a:defPPr>
            <a:lvl1pPr marL="0" algn="ctr" defTabSz="457200" rtl="0" eaLnBrk="1" latinLnBrk="0" hangingPunct="1">
              <a:defRPr sz="2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spcAft>
                <a:spcPts val="600"/>
              </a:spcAft>
            </a:pPr>
            <a:fld id="{B5CEABB6-07DC-46E8-9B57-56EC44A396E5}" type="slidenum">
              <a:rPr lang="en-US" smtClean="0">
                <a:solidFill>
                  <a:srgbClr val="FF0000"/>
                </a:solidFill>
              </a:rPr>
              <a:pPr defTabSz="914400">
                <a:spcAft>
                  <a:spcPts val="600"/>
                </a:spcAft>
              </a:pPr>
              <a:t>1</a:t>
            </a:fld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FCFB3B2-815F-80FC-9ACE-6794C850DF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642" y="2798618"/>
            <a:ext cx="3902341" cy="36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7891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2193600" y="470467"/>
            <a:ext cx="7804800" cy="1261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883800" y="1732067"/>
            <a:ext cx="20824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kern="0" dirty="0">
                <a:solidFill>
                  <a:srgbClr val="B4EBF0"/>
                </a:solidFill>
                <a:latin typeface="Exo 2"/>
                <a:cs typeface="Arial"/>
                <a:sym typeface="Exo 2"/>
              </a:rPr>
              <a:t>1.1 - Python Review</a:t>
            </a:r>
            <a:endParaRPr sz="1600" kern="0" dirty="0">
              <a:solidFill>
                <a:srgbClr val="B4EBF0"/>
              </a:solidFill>
              <a:latin typeface="Exo 2"/>
              <a:cs typeface="Arial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3579701" y="1745533"/>
            <a:ext cx="20824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1.2 - Numpy</a:t>
            </a:r>
            <a:endParaRPr sz="1600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966200" y="2263067"/>
            <a:ext cx="613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6242633" y="1731933"/>
            <a:ext cx="20824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kern="0" dirty="0">
                <a:solidFill>
                  <a:srgbClr val="B4EBF0"/>
                </a:solidFill>
                <a:latin typeface="Exo 2"/>
                <a:cs typeface="Arial"/>
                <a:sym typeface="Exo 2"/>
              </a:rPr>
              <a:t>1.3 - Pandas</a:t>
            </a:r>
            <a:endParaRPr sz="1600" kern="0" dirty="0">
              <a:solidFill>
                <a:srgbClr val="B4EBF0"/>
              </a:solidFill>
              <a:latin typeface="Exo 2"/>
              <a:cs typeface="Arial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8905568" y="1745667"/>
            <a:ext cx="20824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1.4 - Seaborn</a:t>
            </a:r>
            <a:endParaRPr sz="1600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8325033" y="2262933"/>
            <a:ext cx="580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5645667" y="2263067"/>
            <a:ext cx="580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883800" y="3184100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kern="0" dirty="0">
                <a:solidFill>
                  <a:srgbClr val="B4EBF0"/>
                </a:solidFill>
                <a:latin typeface="Exo 2"/>
                <a:cs typeface="Arial"/>
                <a:sym typeface="Exo 2"/>
              </a:rPr>
              <a:t>2.1 - ML Intro</a:t>
            </a:r>
            <a:endParaRPr sz="1600" kern="0" dirty="0">
              <a:solidFill>
                <a:srgbClr val="B4EBF0"/>
              </a:solidFill>
              <a:latin typeface="Exo 2"/>
              <a:cs typeface="Arial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2647333" y="3197567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467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2.2 - Linear Regression</a:t>
            </a:r>
            <a:endParaRPr sz="1467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2245800" y="3715100"/>
            <a:ext cx="401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4382884" y="3183967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467" kern="0" dirty="0">
                <a:solidFill>
                  <a:srgbClr val="B4EBF0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467" kern="0" dirty="0">
              <a:solidFill>
                <a:srgbClr val="B4EBF0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6124849" y="3197700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467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2.4 -</a:t>
            </a:r>
            <a:r>
              <a:rPr lang="de-DE" sz="1467" kern="0" dirty="0" err="1">
                <a:solidFill>
                  <a:srgbClr val="B4EBF0"/>
                </a:solidFill>
                <a:latin typeface="Exo 2"/>
                <a:cs typeface="Arial"/>
                <a:sym typeface="Arial"/>
              </a:rPr>
              <a:t>Naïve</a:t>
            </a:r>
            <a:r>
              <a:rPr lang="de-DE" sz="1467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 Bayes </a:t>
            </a:r>
            <a:r>
              <a:rPr lang="de-DE" sz="1467" kern="0" dirty="0" err="1">
                <a:solidFill>
                  <a:srgbClr val="B4EBF0"/>
                </a:solidFill>
                <a:latin typeface="Exo 2"/>
                <a:cs typeface="Arial"/>
                <a:sym typeface="Arial"/>
              </a:rPr>
              <a:t>Classifier</a:t>
            </a:r>
            <a:endParaRPr sz="1467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5744884" y="3714967"/>
            <a:ext cx="379965" cy="133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3998771" y="3715100"/>
            <a:ext cx="379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9614907" y="3156765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467" kern="0" dirty="0">
                <a:solidFill>
                  <a:srgbClr val="B4EBF0"/>
                </a:solidFill>
                <a:latin typeface="Exo 2"/>
                <a:cs typeface="Arial"/>
                <a:sym typeface="Exo 2"/>
              </a:rPr>
              <a:t>2.6 - Decision Trees</a:t>
            </a:r>
            <a:endParaRPr sz="1467" kern="0" dirty="0">
              <a:solidFill>
                <a:srgbClr val="B4EBF0"/>
              </a:solidFill>
              <a:latin typeface="Exo 2"/>
              <a:cs typeface="Arial"/>
              <a:sym typeface="Exo 2"/>
            </a:endParaRPr>
          </a:p>
        </p:txBody>
      </p:sp>
      <p:cxnSp>
        <p:nvCxnSpPr>
          <p:cNvPr id="247" name="Google Shape;247;p39"/>
          <p:cNvCxnSpPr>
            <a:cxnSpLocks/>
          </p:cNvCxnSpPr>
          <p:nvPr/>
        </p:nvCxnSpPr>
        <p:spPr>
          <a:xfrm>
            <a:off x="9234907" y="3694065"/>
            <a:ext cx="380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>
            <a:cxnSpLocks/>
          </p:cNvCxnSpPr>
          <p:nvPr/>
        </p:nvCxnSpPr>
        <p:spPr>
          <a:xfrm>
            <a:off x="7493307" y="3728833"/>
            <a:ext cx="379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883833" y="4649600"/>
            <a:ext cx="1950328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strike="sngStrike" kern="0" dirty="0">
                <a:solidFill>
                  <a:srgbClr val="B4EBF0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sz="1600" strike="sngStrike" kern="0" dirty="0">
              <a:solidFill>
                <a:srgbClr val="B4EBF0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cxnSp>
        <p:nvCxnSpPr>
          <p:cNvPr id="251" name="Google Shape;251;p39"/>
          <p:cNvCxnSpPr>
            <a:cxnSpLocks/>
            <a:stCxn id="249" idx="3"/>
          </p:cNvCxnSpPr>
          <p:nvPr/>
        </p:nvCxnSpPr>
        <p:spPr>
          <a:xfrm flipV="1">
            <a:off x="2834162" y="5177957"/>
            <a:ext cx="438839" cy="2643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5186081" y="4660557"/>
            <a:ext cx="2592907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467" strike="sngStrike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4</a:t>
            </a:r>
            <a:r>
              <a:rPr lang="en" sz="1600" strike="sngStrike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.* - Natural Language Processing (NLP)</a:t>
            </a:r>
            <a:endParaRPr sz="1600" strike="sngStrike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53" name="Google Shape;253;p39"/>
          <p:cNvCxnSpPr>
            <a:cxnSpLocks/>
          </p:cNvCxnSpPr>
          <p:nvPr/>
        </p:nvCxnSpPr>
        <p:spPr>
          <a:xfrm flipV="1">
            <a:off x="4682696" y="5180601"/>
            <a:ext cx="494125" cy="135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CE7875C-AF3A-C2C2-F19E-141096FF1EEF}"/>
              </a:ext>
            </a:extLst>
          </p:cNvPr>
          <p:cNvCxnSpPr>
            <a:cxnSpLocks/>
          </p:cNvCxnSpPr>
          <p:nvPr/>
        </p:nvCxnSpPr>
        <p:spPr>
          <a:xfrm rot="5400000">
            <a:off x="6102118" y="403015"/>
            <a:ext cx="403367" cy="80059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Google Shape;242;p39">
            <a:extLst>
              <a:ext uri="{FF2B5EF4-FFF2-40B4-BE49-F238E27FC236}">
                <a16:creationId xmlns:a16="http://schemas.microsoft.com/office/drawing/2014/main" id="{C367036A-0937-2BA9-B3D7-B66F206EBDE5}"/>
              </a:ext>
            </a:extLst>
          </p:cNvPr>
          <p:cNvSpPr/>
          <p:nvPr/>
        </p:nvSpPr>
        <p:spPr>
          <a:xfrm>
            <a:off x="7866524" y="3183965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467" strike="sngStrike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2.5 - KNN</a:t>
            </a:r>
            <a:endParaRPr sz="1467" strike="sngStrike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sp>
        <p:nvSpPr>
          <p:cNvPr id="11" name="Google Shape;246;p39"/>
          <p:cNvSpPr/>
          <p:nvPr/>
        </p:nvSpPr>
        <p:spPr>
          <a:xfrm>
            <a:off x="3312531" y="4663735"/>
            <a:ext cx="1362000" cy="1028447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strike="sngStrike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3.2 - Neural Networks</a:t>
            </a:r>
            <a:endParaRPr sz="1600" strike="sngStrike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sp>
        <p:nvSpPr>
          <p:cNvPr id="15" name="Google Shape;250;p39"/>
          <p:cNvSpPr/>
          <p:nvPr/>
        </p:nvSpPr>
        <p:spPr>
          <a:xfrm>
            <a:off x="8286737" y="4649551"/>
            <a:ext cx="2834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" sz="1600" kern="0" dirty="0">
                <a:solidFill>
                  <a:srgbClr val="B4EBF0"/>
                </a:solidFill>
                <a:latin typeface="Exo 2"/>
                <a:cs typeface="Arial"/>
                <a:sym typeface="Arial"/>
              </a:rPr>
              <a:t>5.* Competition Tips &amp; Final Thoughts</a:t>
            </a:r>
            <a:endParaRPr sz="1600" kern="0" dirty="0">
              <a:solidFill>
                <a:srgbClr val="B4EBF0"/>
              </a:solidFill>
              <a:latin typeface="Exo 2"/>
              <a:cs typeface="Arial"/>
              <a:sym typeface="Arial"/>
            </a:endParaRPr>
          </a:p>
        </p:txBody>
      </p:sp>
      <p:cxnSp>
        <p:nvCxnSpPr>
          <p:cNvPr id="29" name="Google Shape;253;p39">
            <a:extLst>
              <a:ext uri="{FF2B5EF4-FFF2-40B4-BE49-F238E27FC236}">
                <a16:creationId xmlns:a16="http://schemas.microsoft.com/office/drawing/2014/main" id="{83D54D0B-E89E-5AFB-7532-752D8B42179B}"/>
              </a:ext>
            </a:extLst>
          </p:cNvPr>
          <p:cNvCxnSpPr>
            <a:cxnSpLocks/>
          </p:cNvCxnSpPr>
          <p:nvPr/>
        </p:nvCxnSpPr>
        <p:spPr>
          <a:xfrm flipV="1">
            <a:off x="7796414" y="5211495"/>
            <a:ext cx="494125" cy="135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9F8ECF-968A-F608-282C-CA8BF428E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4">
            <a:extLst>
              <a:ext uri="{FF2B5EF4-FFF2-40B4-BE49-F238E27FC236}">
                <a16:creationId xmlns:a16="http://schemas.microsoft.com/office/drawing/2014/main" id="{56F8BEA0-8E83-7800-A0C0-641179975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0F884ACC-3499-720C-C4CE-3C54AC7ED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76D269-305D-A22F-0A64-04E88E86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6A8314F-FB4B-D330-C747-A82D1E47E61D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41D7C26-35C1-2990-B19E-09B0EE122E04}"/>
              </a:ext>
            </a:extLst>
          </p:cNvPr>
          <p:cNvSpPr txBox="1"/>
          <p:nvPr/>
        </p:nvSpPr>
        <p:spPr>
          <a:xfrm>
            <a:off x="2459112" y="509482"/>
            <a:ext cx="58577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cap="all" spc="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What are Naïve Bayes classifiers?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45D7EFB-02E0-E09B-7DB4-C05EF1CEBE18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40CC86-36F3-834B-A629-0F43EA1E5BBA}"/>
              </a:ext>
            </a:extLst>
          </p:cNvPr>
          <p:cNvSpPr txBox="1"/>
          <p:nvPr/>
        </p:nvSpPr>
        <p:spPr>
          <a:xfrm>
            <a:off x="1479749" y="2372556"/>
            <a:ext cx="853881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en-US" b="0" i="0" dirty="0">
                <a:solidFill>
                  <a:schemeClr val="accent5"/>
                </a:solidFill>
                <a:effectLst/>
                <a:latin typeface="+mj-lt"/>
              </a:rPr>
              <a:t>What are Naïve Bayes classifiers?</a:t>
            </a:r>
          </a:p>
          <a:p>
            <a:pPr algn="l" fontAlgn="base"/>
            <a:endParaRPr lang="en-US" b="0" i="0" dirty="0">
              <a:solidFill>
                <a:srgbClr val="161616"/>
              </a:solidFill>
              <a:effectLst/>
              <a:latin typeface="inherit"/>
            </a:endParaRPr>
          </a:p>
          <a:p>
            <a:pPr algn="just" fontAlgn="base"/>
            <a:r>
              <a:rPr lang="en-US" b="0" i="0" dirty="0">
                <a:solidFill>
                  <a:srgbClr val="161616"/>
                </a:solidFill>
                <a:effectLst/>
                <a:latin typeface="+mj-lt"/>
              </a:rPr>
              <a:t>The Naïve Bayes classifier is a supervised machine learning algorithm that is used for classification tasks such as text classification. They use principles of probability to perform classification tasks.</a:t>
            </a:r>
          </a:p>
          <a:p>
            <a:pPr algn="just" fontAlgn="base"/>
            <a:endParaRPr lang="en-US" b="0" i="0" dirty="0">
              <a:solidFill>
                <a:srgbClr val="161616"/>
              </a:solidFill>
              <a:effectLst/>
              <a:latin typeface="+mj-lt"/>
            </a:endParaRPr>
          </a:p>
          <a:p>
            <a:pPr algn="just" fontAlgn="base"/>
            <a:r>
              <a:rPr lang="en-US" b="0" i="0" dirty="0">
                <a:solidFill>
                  <a:srgbClr val="161616"/>
                </a:solidFill>
                <a:effectLst/>
                <a:latin typeface="+mj-lt"/>
              </a:rPr>
              <a:t>Naïve Bayes is part of a family of generative learning algorithms, meaning that it seeks to model the distribution of inputs of a given class or category. Unlike discriminative classifiers, like logistic regression, it does not learn which features are most important to differentiate between classes.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217705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9F8ECF-968A-F608-282C-CA8BF428E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76D269-305D-A22F-0A64-04E88E862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4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6A8314F-FB4B-D330-C747-A82D1E47E61D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45D7EFB-02E0-E09B-7DB4-C05EF1CEBE18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C55A91-9D6E-5753-13A6-9C6D465BF5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1672" y="1845944"/>
            <a:ext cx="4046027" cy="28646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6FD2894-49A1-C6F0-DC2F-C9F7D9A7B0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5975" y="1781646"/>
            <a:ext cx="4219479" cy="292894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64385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86649-E7F4-ABC3-4F20-6149F6E4A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41FD46-4ADD-AF73-47F7-9198A1DD8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5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423F8-5AA8-735E-4508-2CCB42A10BEC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A4F7F5A-B2FB-1E5E-F422-F031737B5EEE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67C5C9-A65B-7EC2-A95F-CB3F00F10ACB}"/>
              </a:ext>
            </a:extLst>
          </p:cNvPr>
          <p:cNvSpPr txBox="1"/>
          <p:nvPr/>
        </p:nvSpPr>
        <p:spPr>
          <a:xfrm>
            <a:off x="1513489" y="2000465"/>
            <a:ext cx="8082456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5"/>
                </a:solidFill>
              </a:rPr>
              <a:t>Why is it called </a:t>
            </a:r>
            <a:r>
              <a:rPr lang="en-US" b="1" i="1" dirty="0">
                <a:solidFill>
                  <a:schemeClr val="accent5"/>
                </a:solidFill>
              </a:rPr>
              <a:t>Naïve Bayes</a:t>
            </a:r>
            <a:r>
              <a:rPr lang="en-US" b="1" dirty="0">
                <a:solidFill>
                  <a:schemeClr val="accent5"/>
                </a:solidFill>
              </a:rPr>
              <a:t>?</a:t>
            </a:r>
          </a:p>
          <a:p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5"/>
                </a:solidFill>
              </a:rPr>
              <a:t>Naïve</a:t>
            </a:r>
            <a:r>
              <a:rPr lang="en-US" dirty="0">
                <a:solidFill>
                  <a:schemeClr val="accent5"/>
                </a:solidFill>
              </a:rPr>
              <a:t>:</a:t>
            </a:r>
            <a:br>
              <a:rPr lang="en-US" dirty="0"/>
            </a:br>
            <a:r>
              <a:rPr lang="en-US" dirty="0"/>
              <a:t>The algorithm is called </a:t>
            </a:r>
            <a:r>
              <a:rPr lang="en-US" i="1" dirty="0"/>
              <a:t>naïve</a:t>
            </a:r>
            <a:r>
              <a:rPr lang="en-US" dirty="0"/>
              <a:t> because it </a:t>
            </a:r>
            <a:r>
              <a:rPr lang="en-US" b="1" dirty="0"/>
              <a:t>assumes that all features (predictors) are independent</a:t>
            </a:r>
            <a:r>
              <a:rPr lang="en-US" dirty="0"/>
              <a:t> of each other given the class label.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Example: When classifying a fruit, the features like </a:t>
            </a:r>
            <a:r>
              <a:rPr lang="en-US" b="1" dirty="0"/>
              <a:t>color</a:t>
            </a:r>
            <a:r>
              <a:rPr lang="en-US" dirty="0"/>
              <a:t>, </a:t>
            </a:r>
            <a:r>
              <a:rPr lang="en-US" b="1" dirty="0"/>
              <a:t>shape</a:t>
            </a:r>
            <a:r>
              <a:rPr lang="en-US" dirty="0"/>
              <a:t>, and </a:t>
            </a:r>
            <a:r>
              <a:rPr lang="en-US" b="1" dirty="0"/>
              <a:t>taste</a:t>
            </a:r>
            <a:r>
              <a:rPr lang="en-US" dirty="0"/>
              <a:t> are assumed to independently contribute to identifying the fruit — even though in reality, they may be related.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5"/>
                </a:solidFill>
              </a:rPr>
              <a:t>Bayes:</a:t>
            </a:r>
            <a:br>
              <a:rPr lang="en-US" dirty="0"/>
            </a:br>
            <a:r>
              <a:rPr lang="en-US" dirty="0"/>
              <a:t>The algorithm is based on </a:t>
            </a:r>
            <a:r>
              <a:rPr lang="en-US" b="1" dirty="0"/>
              <a:t>Bayes’ Theorem</a:t>
            </a:r>
            <a:r>
              <a:rPr lang="en-US" dirty="0"/>
              <a:t>, which provides a way to compute the </a:t>
            </a:r>
            <a:r>
              <a:rPr lang="en-US" b="1" dirty="0"/>
              <a:t>posterior probability</a:t>
            </a:r>
            <a:r>
              <a:rPr lang="en-US" dirty="0"/>
              <a:t> of a class given observed features.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08083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F86649-E7F4-ABC3-4F20-6149F6E4A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41FD46-4ADD-AF73-47F7-9198A1DD8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6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8423F8-5AA8-735E-4508-2CCB42A10BEC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A4F7F5A-B2FB-1E5E-F422-F031737B5EEE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screenshot of a google search bar&#10;&#10;AI-generated content may be incorrect.">
            <a:extLst>
              <a:ext uri="{FF2B5EF4-FFF2-40B4-BE49-F238E27FC236}">
                <a16:creationId xmlns:a16="http://schemas.microsoft.com/office/drawing/2014/main" id="{FCC60DC2-2437-BA6F-3AD2-3F02E73FCA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5049" y="1641560"/>
            <a:ext cx="8328216" cy="360190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823431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62BD49-2EB9-97FF-C44B-4E77BCA9C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ACE0F2-4D9F-ADFB-5276-E72AE1F88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7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8F6415F-1F4C-7752-A907-353E23AF0D48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3F7908E-1979-4450-FB79-132DCA60D32B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F7A29-F8BD-16B1-97E7-A6911DAF107E}"/>
              </a:ext>
            </a:extLst>
          </p:cNvPr>
          <p:cNvSpPr txBox="1"/>
          <p:nvPr/>
        </p:nvSpPr>
        <p:spPr>
          <a:xfrm>
            <a:off x="1164199" y="1659818"/>
            <a:ext cx="9320086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Bayes' Theorem helps calculate the posterior probability using the formula:</a:t>
            </a:r>
          </a:p>
          <a:p>
            <a:r>
              <a:rPr lang="en-US" b="1" dirty="0"/>
              <a:t>P(A | B) = [P(B | A) * P(A)] / P(B) 		</a:t>
            </a:r>
            <a:endParaRPr lang="en-US" dirty="0"/>
          </a:p>
          <a:p>
            <a:endParaRPr lang="en-US" dirty="0"/>
          </a:p>
          <a:p>
            <a:r>
              <a:rPr lang="en-US" dirty="0"/>
              <a:t>Where: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P(A | B)</a:t>
            </a:r>
            <a:r>
              <a:rPr lang="en-US" sz="1600" dirty="0"/>
              <a:t>: Posterior probability (the probability of A, given B)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P(B | A)</a:t>
            </a:r>
            <a:r>
              <a:rPr lang="en-US" sz="1600" dirty="0"/>
              <a:t>: </a:t>
            </a:r>
            <a:r>
              <a:rPr lang="en-US" sz="1600" dirty="0">
                <a:highlight>
                  <a:srgbClr val="FFFF00"/>
                </a:highlight>
              </a:rPr>
              <a:t>Likelihood</a:t>
            </a:r>
            <a:r>
              <a:rPr lang="en-US" sz="1600" dirty="0"/>
              <a:t> (the probability of B, given A)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P(A)</a:t>
            </a:r>
            <a:r>
              <a:rPr lang="en-US" sz="1600" dirty="0"/>
              <a:t>: Prior probability (the initial probability of A)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P(B)</a:t>
            </a:r>
            <a:r>
              <a:rPr lang="en-US" sz="1600" dirty="0"/>
              <a:t>: Evidence (the total probability of B)</a:t>
            </a:r>
          </a:p>
          <a:p>
            <a:endParaRPr lang="en-US" dirty="0"/>
          </a:p>
          <a:p>
            <a:r>
              <a:rPr lang="en-US" sz="2800" b="1" dirty="0">
                <a:solidFill>
                  <a:srgbClr val="002060"/>
                </a:solidFill>
              </a:rPr>
              <a:t>Question:</a:t>
            </a:r>
            <a:r>
              <a:rPr lang="en-US" dirty="0"/>
              <a:t>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accent5"/>
                </a:solidFill>
                <a:effectLst/>
                <a:latin typeface="+mj-lt"/>
              </a:rPr>
              <a:t>What is the probability that an email is spam, given that it contains the word "FREE"?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accent5"/>
              </a:solidFill>
              <a:effectLst/>
              <a:latin typeface="+mj-lt"/>
            </a:endParaRPr>
          </a:p>
          <a:p>
            <a:endParaRPr lang="en-US" dirty="0"/>
          </a:p>
          <a:p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16821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62BD49-2EB9-97FF-C44B-4E77BCA9C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ACE0F2-4D9F-ADFB-5276-E72AE1F88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8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8F6415F-1F4C-7752-A907-353E23AF0D48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3F7908E-1979-4450-FB79-132DCA60D32B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F7A29-F8BD-16B1-97E7-A6911DAF107E}"/>
              </a:ext>
            </a:extLst>
          </p:cNvPr>
          <p:cNvSpPr txBox="1"/>
          <p:nvPr/>
        </p:nvSpPr>
        <p:spPr>
          <a:xfrm>
            <a:off x="1164199" y="1659818"/>
            <a:ext cx="93200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We use </a:t>
            </a:r>
            <a:r>
              <a:rPr lang="en-US" b="1" dirty="0"/>
              <a:t>Bayes' Theorem</a:t>
            </a:r>
            <a:r>
              <a:rPr lang="en-US" dirty="0"/>
              <a:t> to calculate:</a:t>
            </a:r>
          </a:p>
          <a:p>
            <a:endParaRPr lang="en-US" dirty="0"/>
          </a:p>
          <a:p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P(</a:t>
            </a:r>
            <a:r>
              <a:rPr lang="en-US" sz="1800" b="1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Spam|"FREE</a:t>
            </a:r>
            <a:r>
              <a:rPr lang="en-US" sz="1800" b="1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") 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=   P("</a:t>
            </a:r>
            <a:r>
              <a:rPr lang="en-US" sz="1800" kern="100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FREE"|Spam</a:t>
            </a:r>
            <a:r>
              <a:rPr lang="en-US" sz="1800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) × P(Spam) / P("FREE")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474BC4E-18D6-3627-276E-C51A75BC4C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656754"/>
              </p:ext>
            </p:extLst>
          </p:nvPr>
        </p:nvGraphicFramePr>
        <p:xfrm>
          <a:off x="1359944" y="3357133"/>
          <a:ext cx="8560669" cy="2262518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2775208">
                  <a:extLst>
                    <a:ext uri="{9D8B030D-6E8A-4147-A177-3AD203B41FA5}">
                      <a16:colId xmlns:a16="http://schemas.microsoft.com/office/drawing/2014/main" val="3951291630"/>
                    </a:ext>
                  </a:extLst>
                </a:gridCol>
                <a:gridCol w="5785461">
                  <a:extLst>
                    <a:ext uri="{9D8B030D-6E8A-4147-A177-3AD203B41FA5}">
                      <a16:colId xmlns:a16="http://schemas.microsoft.com/office/drawing/2014/main" val="2968130636"/>
                    </a:ext>
                  </a:extLst>
                </a:gridCol>
              </a:tblGrid>
              <a:tr h="397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Event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Probability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497948597"/>
                  </a:ext>
                </a:extLst>
              </a:tr>
              <a:tr h="397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P(Spam)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20% of emails are spam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26116851"/>
                  </a:ext>
                </a:extLst>
              </a:tr>
              <a:tr h="249073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P(Not Spam)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80% are 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69210496"/>
                  </a:ext>
                </a:extLst>
              </a:tr>
              <a:tr h="39761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P("FREE"∣Spam)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70% of spam emails contain "FREE"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47243953"/>
                  </a:ext>
                </a:extLst>
              </a:tr>
              <a:tr h="82059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P("</a:t>
                      </a:r>
                      <a:r>
                        <a:rPr lang="en-US" sz="1100" kern="100" dirty="0" err="1">
                          <a:effectLst/>
                        </a:rPr>
                        <a:t>FREE"∣Not</a:t>
                      </a:r>
                      <a:r>
                        <a:rPr lang="en-US" sz="1100" kern="100" dirty="0">
                          <a:effectLst/>
                        </a:rPr>
                        <a:t> Spam)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Only 1% of non-spam emails contain "FREE"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84093256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22129694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471F2D-BF12-617F-DC1A-0F44A104F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A47910-9412-CD33-0C23-B2D31A01A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9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554F009-7D82-BB2B-8916-109DD14ADABE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E44FE58-D787-1873-A02F-C75ACC51CAFC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B8BBD8-A85F-7F9A-CC92-F7B1DF40E079}"/>
              </a:ext>
            </a:extLst>
          </p:cNvPr>
          <p:cNvSpPr txBox="1"/>
          <p:nvPr/>
        </p:nvSpPr>
        <p:spPr>
          <a:xfrm>
            <a:off x="1164199" y="1659818"/>
            <a:ext cx="9320086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Bayes' Theorem helps calculate the posterior probability using the formula: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Where: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P(A | B)</a:t>
            </a:r>
            <a:r>
              <a:rPr lang="en-US" sz="1600" dirty="0"/>
              <a:t>: Posterior probability (the probability of A, given B)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P(B | A)</a:t>
            </a:r>
            <a:r>
              <a:rPr lang="en-US" sz="1600" dirty="0"/>
              <a:t>: </a:t>
            </a:r>
            <a:r>
              <a:rPr lang="en-US" sz="1600" dirty="0">
                <a:highlight>
                  <a:srgbClr val="FFFF00"/>
                </a:highlight>
              </a:rPr>
              <a:t>Likelihood</a:t>
            </a:r>
            <a:r>
              <a:rPr lang="en-US" sz="1600" dirty="0"/>
              <a:t> (the probability of B, given A)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P(A)</a:t>
            </a:r>
            <a:r>
              <a:rPr lang="en-US" sz="1600" dirty="0"/>
              <a:t>: Prior probability (the initial probability of A)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b="1" dirty="0"/>
              <a:t>P(B)</a:t>
            </a:r>
            <a:r>
              <a:rPr lang="en-US" sz="1600" dirty="0"/>
              <a:t>: Evidence (the total probability of B)</a:t>
            </a:r>
          </a:p>
          <a:p>
            <a:endParaRPr lang="en-US" dirty="0"/>
          </a:p>
          <a:p>
            <a:r>
              <a:rPr lang="en-US" sz="1600" dirty="0"/>
              <a:t>In binary classification (e.g., spam or not spam):</a:t>
            </a:r>
          </a:p>
          <a:p>
            <a:r>
              <a:rPr lang="en-US" sz="1600" b="1" dirty="0"/>
              <a:t>	</a:t>
            </a:r>
            <a:r>
              <a:rPr lang="en-US" b="1" dirty="0"/>
              <a:t>P(B) = P(B ∣ Spam)⋅P(Spam)+P(B ∣ Not Spam)⋅P(Not Spam)</a:t>
            </a:r>
          </a:p>
          <a:p>
            <a:endParaRPr lang="en-US" b="1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25AE1C-0977-24DB-CA5F-B47D10E5EA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5864" y="2096152"/>
            <a:ext cx="3072253" cy="77000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91306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62BD49-2EB9-97FF-C44B-4E77BCA9C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ACE0F2-4D9F-ADFB-5276-E72AE1F88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10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8F6415F-1F4C-7752-A907-353E23AF0D48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3F7908E-1979-4450-FB79-132DCA60D32B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375787-A7A5-8AE0-59E5-1387363A7B9A}"/>
              </a:ext>
            </a:extLst>
          </p:cNvPr>
          <p:cNvSpPr txBox="1"/>
          <p:nvPr/>
        </p:nvSpPr>
        <p:spPr>
          <a:xfrm>
            <a:off x="1028549" y="1613651"/>
            <a:ext cx="9372600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kern="100" dirty="0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P(</a:t>
            </a:r>
            <a:r>
              <a:rPr lang="en-US" sz="1800" b="1" kern="100" dirty="0" err="1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Spam|"FREE</a:t>
            </a:r>
            <a:r>
              <a:rPr lang="en-US" sz="1800" b="1" kern="100" dirty="0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") </a:t>
            </a:r>
            <a:r>
              <a:rPr lang="en-US" sz="1800" kern="100" dirty="0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=   P("</a:t>
            </a:r>
            <a:r>
              <a:rPr lang="en-US" sz="1800" kern="100" dirty="0" err="1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FREE"|Spam</a:t>
            </a:r>
            <a:r>
              <a:rPr lang="en-US" sz="1800" kern="100" dirty="0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) × P(Spam) / P("FREE")</a:t>
            </a:r>
          </a:p>
          <a:p>
            <a:endParaRPr lang="en-US" sz="1800" kern="100" dirty="0">
              <a:effectLst/>
              <a:latin typeface="+mj-lt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US" kern="100" dirty="0"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                              </a:t>
            </a:r>
            <a:r>
              <a:rPr lang="en-US" sz="2800" kern="100" dirty="0">
                <a:solidFill>
                  <a:srgbClr val="FF0000"/>
                </a:solidFill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=0.7*0.2</a:t>
            </a:r>
            <a:r>
              <a:rPr lang="en-US" sz="2800" kern="100" dirty="0">
                <a:solidFill>
                  <a:srgbClr val="FF0000"/>
                </a:solidFill>
                <a:latin typeface="+mj-lt"/>
                <a:cs typeface="Arial" panose="020B0604020202020204" pitchFamily="34" charset="0"/>
              </a:rPr>
              <a:t>/ P("FREE")(which is not provided )</a:t>
            </a:r>
          </a:p>
          <a:p>
            <a:endParaRPr lang="en-US" sz="2800" kern="100" dirty="0">
              <a:solidFill>
                <a:srgbClr val="FF0000"/>
              </a:solidFill>
              <a:latin typeface="+mj-lt"/>
              <a:cs typeface="Arial" panose="020B0604020202020204" pitchFamily="34" charset="0"/>
            </a:endParaRPr>
          </a:p>
          <a:p>
            <a:r>
              <a:rPr lang="en-US" sz="2400" b="1" i="0" u="sng" dirty="0">
                <a:solidFill>
                  <a:srgbClr val="AAA8FA"/>
                </a:solidFill>
                <a:effectLst/>
                <a:latin typeface="+mj-lt"/>
              </a:rPr>
              <a:t>Evidence (Overall probability of seeing "FREE"), which is a b</a:t>
            </a:r>
            <a:r>
              <a:rPr lang="en-US" sz="2400" b="1" u="sng" dirty="0">
                <a:solidFill>
                  <a:srgbClr val="AAA8FA"/>
                </a:solidFill>
                <a:latin typeface="+mj-lt"/>
              </a:rPr>
              <a:t>inary classification</a:t>
            </a:r>
            <a:r>
              <a:rPr lang="en-US" sz="2400" b="1" i="0" u="sng" dirty="0">
                <a:solidFill>
                  <a:srgbClr val="AAA8FA"/>
                </a:solidFill>
                <a:effectLst/>
                <a:latin typeface="+mj-lt"/>
              </a:rPr>
              <a:t>:</a:t>
            </a:r>
          </a:p>
          <a:p>
            <a:pPr algn="l"/>
            <a:endParaRPr lang="en-US" b="0" i="0" dirty="0">
              <a:solidFill>
                <a:srgbClr val="404040"/>
              </a:solidFill>
              <a:effectLst/>
              <a:latin typeface="+mj-lt"/>
            </a:endParaRPr>
          </a:p>
          <a:p>
            <a:r>
              <a:rPr lang="en-US" sz="2400" dirty="0"/>
              <a:t>P(B)=P(</a:t>
            </a:r>
            <a:r>
              <a:rPr lang="en-US" sz="2400" dirty="0" err="1"/>
              <a:t>B∣spam</a:t>
            </a:r>
            <a:r>
              <a:rPr lang="en-US" sz="2400" dirty="0"/>
              <a:t>)⋅P(spam)+P(</a:t>
            </a:r>
            <a:r>
              <a:rPr lang="en-US" sz="2400" dirty="0" err="1"/>
              <a:t>B∣not</a:t>
            </a:r>
            <a:r>
              <a:rPr lang="en-US" sz="2400" dirty="0"/>
              <a:t> spam)⋅P(not spam)</a:t>
            </a:r>
            <a:endParaRPr lang="en-US" sz="2400" b="1" i="0" dirty="0">
              <a:solidFill>
                <a:schemeClr val="accent4"/>
              </a:solidFill>
              <a:effectLst/>
              <a:latin typeface="+mj-lt"/>
            </a:endParaRPr>
          </a:p>
          <a:p>
            <a:r>
              <a:rPr lang="en-US" sz="2400" b="1" i="0" dirty="0">
                <a:solidFill>
                  <a:schemeClr val="accent4"/>
                </a:solidFill>
                <a:effectLst/>
                <a:latin typeface="+mj-lt"/>
              </a:rPr>
              <a:t>𝑃("FREE")=𝑃("</a:t>
            </a:r>
            <a:r>
              <a:rPr lang="en-US" sz="2400" b="1" i="0" dirty="0" err="1">
                <a:solidFill>
                  <a:schemeClr val="accent4"/>
                </a:solidFill>
                <a:effectLst/>
                <a:latin typeface="+mj-lt"/>
              </a:rPr>
              <a:t>FREE"∣Spam</a:t>
            </a:r>
            <a:r>
              <a:rPr lang="en-US" sz="2400" b="1" i="0" dirty="0">
                <a:solidFill>
                  <a:schemeClr val="accent4"/>
                </a:solidFill>
                <a:effectLst/>
                <a:latin typeface="+mj-lt"/>
              </a:rPr>
              <a:t>)⋅𝑃(Spam)+𝑃("</a:t>
            </a:r>
            <a:r>
              <a:rPr lang="en-US" sz="2400" b="1" i="0" dirty="0" err="1">
                <a:solidFill>
                  <a:schemeClr val="accent4"/>
                </a:solidFill>
                <a:effectLst/>
                <a:latin typeface="+mj-lt"/>
              </a:rPr>
              <a:t>FREE"∣Not</a:t>
            </a:r>
            <a:r>
              <a:rPr lang="en-US" sz="2400" b="1" i="0" dirty="0">
                <a:solidFill>
                  <a:schemeClr val="accent4"/>
                </a:solidFill>
                <a:effectLst/>
                <a:latin typeface="+mj-lt"/>
              </a:rPr>
              <a:t> Spam)⋅𝑃(Not Spam)</a:t>
            </a:r>
            <a:r>
              <a:rPr lang="en-US" sz="2400" b="1" i="1" dirty="0">
                <a:solidFill>
                  <a:schemeClr val="accent4"/>
                </a:solidFill>
                <a:effectLst/>
                <a:latin typeface="+mj-lt"/>
              </a:rPr>
              <a:t> </a:t>
            </a:r>
          </a:p>
          <a:p>
            <a:endParaRPr lang="en-US" i="1" dirty="0">
              <a:solidFill>
                <a:srgbClr val="404040"/>
              </a:solidFill>
              <a:latin typeface="+mj-lt"/>
            </a:endParaRPr>
          </a:p>
          <a:p>
            <a:r>
              <a:rPr lang="en-US" sz="2000" b="1" dirty="0">
                <a:latin typeface="+mj-lt"/>
              </a:rPr>
              <a:t>=(0.7⋅0.2)+(0.01⋅0.8)=0.14+0.008=0.148=(0.7⋅0.2)+(0.01⋅0.8)=0.14+0.008=0.148</a:t>
            </a:r>
          </a:p>
          <a:p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77717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62BD49-2EB9-97FF-C44B-4E77BCA9CF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ACE0F2-4D9F-ADFB-5276-E72AE1F88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11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8F6415F-1F4C-7752-A907-353E23AF0D48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3F7908E-1979-4450-FB79-132DCA60D32B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CD06AE-B321-EA32-D7A0-1C1EC1757738}"/>
              </a:ext>
            </a:extLst>
          </p:cNvPr>
          <p:cNvSpPr txBox="1"/>
          <p:nvPr/>
        </p:nvSpPr>
        <p:spPr>
          <a:xfrm>
            <a:off x="1034716" y="1745131"/>
            <a:ext cx="9216189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kern="100" dirty="0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P(</a:t>
            </a:r>
            <a:r>
              <a:rPr lang="en-US" sz="2400" b="1" kern="100" dirty="0" err="1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Spam|"FREE</a:t>
            </a:r>
            <a:r>
              <a:rPr lang="en-US" sz="2400" b="1" kern="100" dirty="0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") =   P("</a:t>
            </a:r>
            <a:r>
              <a:rPr lang="en-US" sz="2400" b="1" kern="100" dirty="0" err="1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FREE"|Spam</a:t>
            </a:r>
            <a:r>
              <a:rPr lang="en-US" sz="2400" b="1" kern="100" dirty="0">
                <a:effectLst/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) × P(Spam) / P("FREE")</a:t>
            </a:r>
          </a:p>
          <a:p>
            <a:endParaRPr lang="en-US" kern="100" dirty="0">
              <a:latin typeface="+mj-lt"/>
              <a:ea typeface="Calibri" panose="020F0502020204030204" pitchFamily="34" charset="0"/>
              <a:cs typeface="Arial" panose="020B0604020202020204" pitchFamily="34" charset="0"/>
            </a:endParaRPr>
          </a:p>
          <a:p>
            <a:r>
              <a:rPr lang="en-US" kern="100" dirty="0">
                <a:latin typeface="+mj-lt"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2800" kern="100" dirty="0">
                <a:solidFill>
                  <a:srgbClr val="FF0000"/>
                </a:solidFill>
                <a:latin typeface="+mj-lt"/>
                <a:cs typeface="Arial" panose="020B0604020202020204" pitchFamily="34" charset="0"/>
              </a:rPr>
              <a:t>=0.7*0.2/ 0.148</a:t>
            </a:r>
          </a:p>
          <a:p>
            <a:r>
              <a:rPr lang="en-US" sz="2800" kern="100" dirty="0">
                <a:solidFill>
                  <a:srgbClr val="FF0000"/>
                </a:solidFill>
                <a:latin typeface="+mj-lt"/>
                <a:cs typeface="Arial" panose="020B0604020202020204" pitchFamily="34" charset="0"/>
              </a:rPr>
              <a:t>=94.6%</a:t>
            </a:r>
          </a:p>
          <a:p>
            <a:endParaRPr lang="en-US" sz="2800" kern="100" dirty="0">
              <a:solidFill>
                <a:srgbClr val="FF0000"/>
              </a:solidFill>
              <a:latin typeface="+mj-lt"/>
              <a:cs typeface="Arial" panose="020B0604020202020204" pitchFamily="34" charset="0"/>
            </a:endParaRPr>
          </a:p>
          <a:p>
            <a:r>
              <a:rPr lang="en-US" sz="2800" b="1" kern="100" dirty="0">
                <a:solidFill>
                  <a:srgbClr val="00B050"/>
                </a:solidFill>
                <a:latin typeface="+mj-lt"/>
                <a:cs typeface="Arial" panose="020B0604020202020204" pitchFamily="34" charset="0"/>
              </a:rPr>
              <a:t>CONSLUSION</a:t>
            </a:r>
          </a:p>
          <a:p>
            <a:r>
              <a:rPr lang="en-US" sz="2800" b="1" u="sng" dirty="0">
                <a:solidFill>
                  <a:srgbClr val="C00000"/>
                </a:solidFill>
                <a:latin typeface="+mj-lt"/>
              </a:rPr>
              <a:t>If an email contains the word "FREE", then the probability it is spam is approximately 94.6%.</a:t>
            </a:r>
            <a:endParaRPr lang="en-US" sz="2800" b="1" u="sng" kern="100" dirty="0">
              <a:solidFill>
                <a:srgbClr val="C00000"/>
              </a:solidFill>
              <a:latin typeface="+mj-lt"/>
              <a:cs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94504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061665-A397-1A46-224D-6332F0D8B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46BCA0-20ED-F4A3-3833-A77A2EA0A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12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53016CB-7E69-86A6-C8DE-1A47BDE14CC1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AE2449-FD05-9AB5-343F-9BB35E4A013A}"/>
              </a:ext>
            </a:extLst>
          </p:cNvPr>
          <p:cNvSpPr txBox="1"/>
          <p:nvPr/>
        </p:nvSpPr>
        <p:spPr>
          <a:xfrm>
            <a:off x="2459112" y="509482"/>
            <a:ext cx="58577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cap="all" spc="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Applications of Naïve Bayes Classifier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4A60515-7309-7FC6-3A9C-4DB8ADDAC3E6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75A748-CD70-8E4A-29C2-F2A959153104}"/>
              </a:ext>
            </a:extLst>
          </p:cNvPr>
          <p:cNvSpPr txBox="1"/>
          <p:nvPr/>
        </p:nvSpPr>
        <p:spPr>
          <a:xfrm>
            <a:off x="1608083" y="1355834"/>
            <a:ext cx="810347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b="1" dirty="0"/>
          </a:p>
          <a:p>
            <a:pPr>
              <a:buFont typeface="+mj-lt"/>
              <a:buAutoNum type="arabicPeriod"/>
            </a:pPr>
            <a:r>
              <a:rPr lang="en-US" b="1" dirty="0"/>
              <a:t>Spam Filtering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One of the most well-known use cases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Classifies emails as </a:t>
            </a:r>
            <a:r>
              <a:rPr lang="en-US" b="1" dirty="0"/>
              <a:t>“spam” or “not spam”</a:t>
            </a:r>
            <a:r>
              <a:rPr lang="en-US" dirty="0"/>
              <a:t> based on word probabilities</a:t>
            </a:r>
          </a:p>
          <a:p>
            <a:pPr marL="742950" lvl="1" indent="-285750">
              <a:buFont typeface="+mj-lt"/>
              <a:buAutoNum type="arabicPeriod"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 Document Classification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Assigns documents or articles to predefined categories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Common in </a:t>
            </a:r>
            <a:r>
              <a:rPr lang="en-US" b="1" dirty="0"/>
              <a:t>news websites</a:t>
            </a:r>
            <a:r>
              <a:rPr lang="en-US" dirty="0"/>
              <a:t> to auto-classify content (e.g., politics, sports, tech)</a:t>
            </a:r>
          </a:p>
          <a:p>
            <a:pPr marL="742950" lvl="1" indent="-285750">
              <a:buFont typeface="+mj-lt"/>
              <a:buAutoNum type="arabicPeriod"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 Sentiment Analysis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Determines whether a text expresses </a:t>
            </a:r>
            <a:r>
              <a:rPr lang="en-US" b="1" dirty="0"/>
              <a:t>positive, negative, or neutral</a:t>
            </a:r>
            <a:r>
              <a:rPr lang="en-US" dirty="0"/>
              <a:t> sentiment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Widely used in </a:t>
            </a:r>
            <a:r>
              <a:rPr lang="en-US" b="1" dirty="0"/>
              <a:t>marketing and customer feedback</a:t>
            </a:r>
            <a:r>
              <a:rPr lang="en-US" dirty="0"/>
              <a:t> analysis</a:t>
            </a:r>
          </a:p>
          <a:p>
            <a:pPr marL="742950" lvl="1" indent="-285750">
              <a:buFont typeface="+mj-lt"/>
              <a:buAutoNum type="arabicPeriod"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 Mental State Prediction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Uses </a:t>
            </a:r>
            <a:r>
              <a:rPr lang="en-US" b="1" dirty="0"/>
              <a:t>fMRI brain scan data</a:t>
            </a:r>
            <a:r>
              <a:rPr lang="en-US" dirty="0"/>
              <a:t> to predict </a:t>
            </a:r>
            <a:r>
              <a:rPr lang="en-US" b="1" dirty="0"/>
              <a:t>cognitive states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Supports research in </a:t>
            </a:r>
            <a:r>
              <a:rPr lang="en-US" b="1" dirty="0"/>
              <a:t>neuroscience and brain injury rehabilitation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52981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BCA0CA-E4B7-90BE-6FAE-D34CE1F27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EA4626-4443-75DD-3523-63F2F9BB6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13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1F8FA64-5267-671D-335B-5B3F28A18308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8B06532-D9CF-DFBC-E94E-C3D2CF4F714E}"/>
              </a:ext>
            </a:extLst>
          </p:cNvPr>
          <p:cNvSpPr txBox="1"/>
          <p:nvPr/>
        </p:nvSpPr>
        <p:spPr>
          <a:xfrm>
            <a:off x="2459112" y="509482"/>
            <a:ext cx="58577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cap="all" spc="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Example of Naïve Bayes Classifier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6AFEC4D-4936-388F-22D1-C197687954DD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51EBCE5-A297-67FE-2DBA-34D8DB619A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1366899"/>
              </p:ext>
            </p:extLst>
          </p:nvPr>
        </p:nvGraphicFramePr>
        <p:xfrm>
          <a:off x="3695563" y="2576599"/>
          <a:ext cx="3944490" cy="2332287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802171">
                  <a:extLst>
                    <a:ext uri="{9D8B030D-6E8A-4147-A177-3AD203B41FA5}">
                      <a16:colId xmlns:a16="http://schemas.microsoft.com/office/drawing/2014/main" val="1108317797"/>
                    </a:ext>
                  </a:extLst>
                </a:gridCol>
                <a:gridCol w="794154">
                  <a:extLst>
                    <a:ext uri="{9D8B030D-6E8A-4147-A177-3AD203B41FA5}">
                      <a16:colId xmlns:a16="http://schemas.microsoft.com/office/drawing/2014/main" val="807031550"/>
                    </a:ext>
                  </a:extLst>
                </a:gridCol>
                <a:gridCol w="817760">
                  <a:extLst>
                    <a:ext uri="{9D8B030D-6E8A-4147-A177-3AD203B41FA5}">
                      <a16:colId xmlns:a16="http://schemas.microsoft.com/office/drawing/2014/main" val="3283247834"/>
                    </a:ext>
                  </a:extLst>
                </a:gridCol>
                <a:gridCol w="789254">
                  <a:extLst>
                    <a:ext uri="{9D8B030D-6E8A-4147-A177-3AD203B41FA5}">
                      <a16:colId xmlns:a16="http://schemas.microsoft.com/office/drawing/2014/main" val="2458441001"/>
                    </a:ext>
                  </a:extLst>
                </a:gridCol>
                <a:gridCol w="741151">
                  <a:extLst>
                    <a:ext uri="{9D8B030D-6E8A-4147-A177-3AD203B41FA5}">
                      <a16:colId xmlns:a16="http://schemas.microsoft.com/office/drawing/2014/main" val="539089978"/>
                    </a:ext>
                  </a:extLst>
                </a:gridCol>
              </a:tblGrid>
              <a:tr h="25914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kern="100" dirty="0">
                          <a:effectLst/>
                        </a:rPr>
                        <a:t>Email</a:t>
                      </a:r>
                      <a:endParaRPr lang="en-US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kern="100" dirty="0">
                          <a:effectLst/>
                        </a:rPr>
                        <a:t>offer</a:t>
                      </a:r>
                      <a:endParaRPr lang="en-US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kern="100" dirty="0">
                          <a:effectLst/>
                        </a:rPr>
                        <a:t>money</a:t>
                      </a:r>
                      <a:endParaRPr lang="en-US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kern="100" dirty="0">
                          <a:effectLst/>
                        </a:rPr>
                        <a:t>click</a:t>
                      </a:r>
                      <a:endParaRPr lang="en-US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kern="100" dirty="0">
                          <a:effectLst/>
                        </a:rPr>
                        <a:t>label</a:t>
                      </a:r>
                      <a:endParaRPr lang="en-US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004126629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371044571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2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0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872202201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3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0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02858719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4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0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083179444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5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0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0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967631450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6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0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0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593476961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7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0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0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925817678"/>
                  </a:ext>
                </a:extLst>
              </a:tr>
              <a:tr h="259143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8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0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0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0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Not Spam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598848034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36531577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F18D8B-FCCD-B4C4-5911-D2482EBFD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0394834-9439-44EB-7304-1E831FD95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14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4061DD1-BD31-4DDA-5A3C-13700F0F05C4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EDDFD6E-D035-6BEA-5120-70F4CFDC8246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3F0BB198-1572-BDF0-1296-42786118ED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3690" y="2052828"/>
            <a:ext cx="3181739" cy="6155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accent5">
                    <a:lumMod val="75000"/>
                  </a:schemeClr>
                </a:solidFill>
                <a:effectLst/>
                <a:latin typeface="+mj-lt"/>
              </a:rPr>
              <a:t>Calculate Prior Probabilities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EEC779B-F029-47D7-177E-A0A99D9C80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6691959"/>
              </p:ext>
            </p:extLst>
          </p:nvPr>
        </p:nvGraphicFramePr>
        <p:xfrm>
          <a:off x="4691743" y="1502229"/>
          <a:ext cx="5039268" cy="1163457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1679756">
                  <a:extLst>
                    <a:ext uri="{9D8B030D-6E8A-4147-A177-3AD203B41FA5}">
                      <a16:colId xmlns:a16="http://schemas.microsoft.com/office/drawing/2014/main" val="2834730885"/>
                    </a:ext>
                  </a:extLst>
                </a:gridCol>
                <a:gridCol w="1679756">
                  <a:extLst>
                    <a:ext uri="{9D8B030D-6E8A-4147-A177-3AD203B41FA5}">
                      <a16:colId xmlns:a16="http://schemas.microsoft.com/office/drawing/2014/main" val="929050624"/>
                    </a:ext>
                  </a:extLst>
                </a:gridCol>
                <a:gridCol w="1679756">
                  <a:extLst>
                    <a:ext uri="{9D8B030D-6E8A-4147-A177-3AD203B41FA5}">
                      <a16:colId xmlns:a16="http://schemas.microsoft.com/office/drawing/2014/main" val="3431943249"/>
                    </a:ext>
                  </a:extLst>
                </a:gridCol>
              </a:tblGrid>
              <a:tr h="3878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Class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Count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Prior P(C)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54258203"/>
                  </a:ext>
                </a:extLst>
              </a:tr>
              <a:tr h="3878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Spam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4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4/8 = 0.5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60664081"/>
                  </a:ext>
                </a:extLst>
              </a:tr>
              <a:tr h="38781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4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4/8 = 0.5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6737114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7925738-1878-FD38-0150-4AF26E2D0181}"/>
              </a:ext>
            </a:extLst>
          </p:cNvPr>
          <p:cNvSpPr txBox="1"/>
          <p:nvPr/>
        </p:nvSpPr>
        <p:spPr>
          <a:xfrm>
            <a:off x="1063690" y="2782669"/>
            <a:ext cx="52609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+mj-lt"/>
              </a:rPr>
              <a:t>Calculate Conditional Probabilities (with Laplace Smoothing)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17220A82-CAAB-5F09-6529-E89C22FFCF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4843110"/>
              </p:ext>
            </p:extLst>
          </p:nvPr>
        </p:nvGraphicFramePr>
        <p:xfrm>
          <a:off x="1319349" y="3310263"/>
          <a:ext cx="8575764" cy="2589797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1398514">
                  <a:extLst>
                    <a:ext uri="{9D8B030D-6E8A-4147-A177-3AD203B41FA5}">
                      <a16:colId xmlns:a16="http://schemas.microsoft.com/office/drawing/2014/main" val="1799069608"/>
                    </a:ext>
                  </a:extLst>
                </a:gridCol>
                <a:gridCol w="1877620">
                  <a:extLst>
                    <a:ext uri="{9D8B030D-6E8A-4147-A177-3AD203B41FA5}">
                      <a16:colId xmlns:a16="http://schemas.microsoft.com/office/drawing/2014/main" val="1566844180"/>
                    </a:ext>
                  </a:extLst>
                </a:gridCol>
                <a:gridCol w="2408923">
                  <a:extLst>
                    <a:ext uri="{9D8B030D-6E8A-4147-A177-3AD203B41FA5}">
                      <a16:colId xmlns:a16="http://schemas.microsoft.com/office/drawing/2014/main" val="103877140"/>
                    </a:ext>
                  </a:extLst>
                </a:gridCol>
                <a:gridCol w="2890707">
                  <a:extLst>
                    <a:ext uri="{9D8B030D-6E8A-4147-A177-3AD203B41FA5}">
                      <a16:colId xmlns:a16="http://schemas.microsoft.com/office/drawing/2014/main" val="2172245619"/>
                    </a:ext>
                  </a:extLst>
                </a:gridCol>
              </a:tblGrid>
              <a:tr h="36997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Feature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Class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Present Count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P(word = 1 | class)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744102533"/>
                  </a:ext>
                </a:extLst>
              </a:tr>
              <a:tr h="36997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offer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3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(3+1)/(4+2)  ≈ 0.667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15920729"/>
                  </a:ext>
                </a:extLst>
              </a:tr>
              <a:tr h="36997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offer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(1+1)/(4+2)  ≈ 0.333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708358826"/>
                  </a:ext>
                </a:extLst>
              </a:tr>
              <a:tr h="36997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money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3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(3+1)/(4+2)  ≈ 0.667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48840078"/>
                  </a:ext>
                </a:extLst>
              </a:tr>
              <a:tr h="36997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money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(1+1)/(4+2)  ≈ 0.333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330524255"/>
                  </a:ext>
                </a:extLst>
              </a:tr>
              <a:tr h="36997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click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3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(3+1)/(4+2)  ≈ 0.667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4094932"/>
                  </a:ext>
                </a:extLst>
              </a:tr>
              <a:tr h="36997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click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Not Spam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1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(1+1)/(4+2)  ≈ 0.333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3695741461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1286129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ACF88B-88A5-816E-FBCF-0C49057AE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DD311C3-D263-9892-EC0D-9E215F979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15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F678192-9A6D-4B3C-3C45-D022F4FD7DDC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337276C-47A2-2D76-E808-9E177B137F1F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351678-7892-8219-9377-A713873D458E}"/>
              </a:ext>
            </a:extLst>
          </p:cNvPr>
          <p:cNvSpPr txBox="1"/>
          <p:nvPr/>
        </p:nvSpPr>
        <p:spPr>
          <a:xfrm>
            <a:off x="1200905" y="1516922"/>
            <a:ext cx="29030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+mj-lt"/>
              </a:rPr>
              <a:t>New Email for Prediction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F0E2150-796A-67A4-65DB-F43EF2F2F736}"/>
              </a:ext>
            </a:extLst>
          </p:cNvPr>
          <p:cNvGraphicFramePr>
            <a:graphicFrameLocks noGrp="1"/>
          </p:cNvGraphicFramePr>
          <p:nvPr/>
        </p:nvGraphicFramePr>
        <p:xfrm>
          <a:off x="5204879" y="1516922"/>
          <a:ext cx="4592264" cy="1073880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2296132">
                  <a:extLst>
                    <a:ext uri="{9D8B030D-6E8A-4147-A177-3AD203B41FA5}">
                      <a16:colId xmlns:a16="http://schemas.microsoft.com/office/drawing/2014/main" val="2280256261"/>
                    </a:ext>
                  </a:extLst>
                </a:gridCol>
                <a:gridCol w="2296132">
                  <a:extLst>
                    <a:ext uri="{9D8B030D-6E8A-4147-A177-3AD203B41FA5}">
                      <a16:colId xmlns:a16="http://schemas.microsoft.com/office/drawing/2014/main" val="105066846"/>
                    </a:ext>
                  </a:extLst>
                </a:gridCol>
              </a:tblGrid>
              <a:tr h="2684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Feature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Value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40202538"/>
                  </a:ext>
                </a:extLst>
              </a:tr>
              <a:tr h="2684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Offer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37588433"/>
                  </a:ext>
                </a:extLst>
              </a:tr>
              <a:tr h="2684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Money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0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82674517"/>
                  </a:ext>
                </a:extLst>
              </a:tr>
              <a:tr h="26847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click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0992497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5B540C3-C6F3-061D-CE00-D32872E298F2}"/>
              </a:ext>
            </a:extLst>
          </p:cNvPr>
          <p:cNvGraphicFramePr>
            <a:graphicFrameLocks noGrp="1"/>
          </p:cNvGraphicFramePr>
          <p:nvPr/>
        </p:nvGraphicFramePr>
        <p:xfrm>
          <a:off x="1583311" y="2672442"/>
          <a:ext cx="8646259" cy="2247901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4424094">
                  <a:extLst>
                    <a:ext uri="{9D8B030D-6E8A-4147-A177-3AD203B41FA5}">
                      <a16:colId xmlns:a16="http://schemas.microsoft.com/office/drawing/2014/main" val="2992943519"/>
                    </a:ext>
                  </a:extLst>
                </a:gridCol>
                <a:gridCol w="4222165">
                  <a:extLst>
                    <a:ext uri="{9D8B030D-6E8A-4147-A177-3AD203B41FA5}">
                      <a16:colId xmlns:a16="http://schemas.microsoft.com/office/drawing/2014/main" val="368516942"/>
                    </a:ext>
                  </a:extLst>
                </a:gridCol>
              </a:tblGrid>
              <a:tr h="224790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For Spam: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P(Spam) = 0.5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Likelihoods (with Laplace smoothing):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P(offer = 1 | Spam) = 4 / 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P(money = 0 | Spam) = 2 / 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P(click = 1 | Spam) = 4 / 6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Score(Spam):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= 0.5 × 4/6 × 2/6 × 4/6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≈ 0.5 × 0.667 × 0.333 × 0.667 ≈ 0.074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For Not Spam: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P(Not Spam) = 0.5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Likelihoods (with Laplace smoothing):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P(offer = 1 | Not Spam) = 2 / 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P(money = 0 | Not Spam) = 4 / 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P(click = 1 | Not Spam) = 2 / 6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Score(Not Spam):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= 0.5 × 2/6 × 4/6 × 2/6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≈ 0.5 × 0.333 × 0.667 × 0.333 ≈ 0.037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33624073"/>
                  </a:ext>
                </a:extLst>
              </a:tr>
            </a:tbl>
          </a:graphicData>
        </a:graphic>
      </p:graphicFrame>
      <p:sp>
        <p:nvSpPr>
          <p:cNvPr id="14" name="Rectangle 1">
            <a:extLst>
              <a:ext uri="{FF2B5EF4-FFF2-40B4-BE49-F238E27FC236}">
                <a16:creationId xmlns:a16="http://schemas.microsoft.com/office/drawing/2014/main" id="{ABE8EEDA-8FB5-3D90-2971-278502ED85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2229" y="5025219"/>
            <a:ext cx="797922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Score(Spam) &gt; Score(Not Spam</a:t>
            </a:r>
            <a:r>
              <a:rPr lang="en-US" altLang="en-US" sz="2400" dirty="0">
                <a:latin typeface="+mj-lt"/>
              </a:rPr>
              <a:t>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j-lt"/>
              </a:rPr>
              <a:t>→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the email is classified as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j-lt"/>
              </a:rPr>
              <a:t>Spam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84119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619F1-D7FD-98ED-FEF4-8FC0FD5AB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FED9EA-C4CD-865C-B600-D5BC1064D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16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A438CC7-D885-88C3-4F72-626B7FC79BDE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8CB3031-29D9-0D16-D967-253101018268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4FD7A6-28AD-9567-E79B-4DE50B9B0B97}"/>
              </a:ext>
            </a:extLst>
          </p:cNvPr>
          <p:cNvSpPr txBox="1"/>
          <p:nvPr/>
        </p:nvSpPr>
        <p:spPr>
          <a:xfrm>
            <a:off x="1200905" y="1516922"/>
            <a:ext cx="29030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Prediction of 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+mj-lt"/>
              </a:rPr>
              <a:t>New Email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5">
                    <a:lumMod val="75000"/>
                  </a:schemeClr>
                </a:solidFill>
                <a:latin typeface="+mj-lt"/>
              </a:rPr>
              <a:t>(Final Exam Question)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78E206C-C7F6-57ED-B8D9-7C51B0B55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1649184"/>
              </p:ext>
            </p:extLst>
          </p:nvPr>
        </p:nvGraphicFramePr>
        <p:xfrm>
          <a:off x="6588511" y="1518808"/>
          <a:ext cx="1827578" cy="803288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913789">
                  <a:extLst>
                    <a:ext uri="{9D8B030D-6E8A-4147-A177-3AD203B41FA5}">
                      <a16:colId xmlns:a16="http://schemas.microsoft.com/office/drawing/2014/main" val="2280256261"/>
                    </a:ext>
                  </a:extLst>
                </a:gridCol>
                <a:gridCol w="913789">
                  <a:extLst>
                    <a:ext uri="{9D8B030D-6E8A-4147-A177-3AD203B41FA5}">
                      <a16:colId xmlns:a16="http://schemas.microsoft.com/office/drawing/2014/main" val="105066846"/>
                    </a:ext>
                  </a:extLst>
                </a:gridCol>
              </a:tblGrid>
              <a:tr h="200822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kern="100">
                          <a:effectLst/>
                        </a:rPr>
                        <a:t>Feature</a:t>
                      </a:r>
                      <a:endParaRPr lang="en-US" sz="1100" b="1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b="1" kern="100" dirty="0">
                          <a:effectLst/>
                        </a:rPr>
                        <a:t>Value</a:t>
                      </a:r>
                      <a:endParaRPr lang="en-US" sz="1100" b="1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140202538"/>
                  </a:ext>
                </a:extLst>
              </a:tr>
              <a:tr h="20082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Offer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37588433"/>
                  </a:ext>
                </a:extLst>
              </a:tr>
              <a:tr h="20082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>
                          <a:effectLst/>
                        </a:rPr>
                        <a:t>Money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u="none" kern="100" dirty="0">
                          <a:effectLst/>
                        </a:rPr>
                        <a:t>1</a:t>
                      </a:r>
                      <a:endParaRPr lang="en-US" sz="1100" u="none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482674517"/>
                  </a:ext>
                </a:extLst>
              </a:tr>
              <a:tr h="200822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click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1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09924975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8E1B34F7-60F4-B09E-DCD2-09458EE44B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3125188"/>
              </p:ext>
            </p:extLst>
          </p:nvPr>
        </p:nvGraphicFramePr>
        <p:xfrm>
          <a:off x="1583311" y="2672442"/>
          <a:ext cx="8646259" cy="2247901"/>
        </p:xfrm>
        <a:graphic>
          <a:graphicData uri="http://schemas.openxmlformats.org/drawingml/2006/table">
            <a:tbl>
              <a:tblPr firstRow="1" firstCol="1" bandRow="1">
                <a:tableStyleId>{C4B1156A-380E-4F78-BDF5-A606A8083BF9}</a:tableStyleId>
              </a:tblPr>
              <a:tblGrid>
                <a:gridCol w="4424094">
                  <a:extLst>
                    <a:ext uri="{9D8B030D-6E8A-4147-A177-3AD203B41FA5}">
                      <a16:colId xmlns:a16="http://schemas.microsoft.com/office/drawing/2014/main" val="2992943519"/>
                    </a:ext>
                  </a:extLst>
                </a:gridCol>
                <a:gridCol w="4222165">
                  <a:extLst>
                    <a:ext uri="{9D8B030D-6E8A-4147-A177-3AD203B41FA5}">
                      <a16:colId xmlns:a16="http://schemas.microsoft.com/office/drawing/2014/main" val="368516942"/>
                    </a:ext>
                  </a:extLst>
                </a:gridCol>
              </a:tblGrid>
              <a:tr h="2247901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For Spam: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P(Spam) = 0.5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Likelihoods (with Laplace smoothing):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P(offer = 1 | Spam) = 2/4 </a:t>
                      </a:r>
                      <a:r>
                        <a:rPr lang="en-US" sz="1100" kern="100" dirty="0">
                          <a:effectLst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1100" kern="100" dirty="0">
                          <a:effectLst/>
                        </a:rPr>
                        <a:t> 4 / 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strike="sngStrike" kern="100" dirty="0">
                          <a:solidFill>
                            <a:srgbClr val="FF0000"/>
                          </a:solidFill>
                          <a:effectLst/>
                        </a:rPr>
                        <a:t>P(money = 0 | Spam) = 2 / 6</a:t>
                      </a:r>
                      <a:r>
                        <a:rPr lang="en-US" sz="1100" kern="100" dirty="0">
                          <a:solidFill>
                            <a:srgbClr val="FF0000"/>
                          </a:solidFill>
                          <a:effectLst/>
                        </a:rPr>
                        <a:t>, P(money = 1 | Spam) = 3 / 4</a:t>
                      </a:r>
                      <a:r>
                        <a:rPr lang="en-US" sz="1100" kern="10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sz="1100" kern="100" dirty="0">
                          <a:solidFill>
                            <a:srgbClr val="FF0000"/>
                          </a:solidFill>
                          <a:effectLst/>
                        </a:rPr>
                        <a:t>4 / 6</a:t>
                      </a:r>
                      <a:br>
                        <a:rPr lang="en-US" sz="1100" kern="100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P(click = 1 | Spam) = 3/ 4 </a:t>
                      </a:r>
                      <a:r>
                        <a:rPr lang="en-US" sz="1100" kern="100" dirty="0">
                          <a:effectLst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sz="1100" kern="100" dirty="0">
                          <a:effectLst/>
                        </a:rPr>
                        <a:t>4 / 6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Score(Spam):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= 0.5 × 4/6 × 4/6 × 4/6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≈ 0.5 × 0.667 × 0.667 × 0.667 </a:t>
                      </a:r>
                      <a:r>
                        <a:rPr lang="en-US" sz="1100" kern="100">
                          <a:effectLst/>
                        </a:rPr>
                        <a:t>≈ 0.298=0.15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For Not Spam: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P(Not Spam) = 0.5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00" dirty="0">
                          <a:effectLst/>
                        </a:rPr>
                        <a:t>Likelihoods (with Laplace smoothing):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P(offer = 1 | Not Spam) = 1/4 </a:t>
                      </a:r>
                      <a:r>
                        <a:rPr lang="en-US" sz="1100" kern="100" dirty="0">
                          <a:effectLst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sz="1100" kern="100" dirty="0">
                          <a:effectLst/>
                        </a:rPr>
                        <a:t>2 / 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strike="sngStrike" kern="100" dirty="0">
                          <a:solidFill>
                            <a:srgbClr val="FF0000"/>
                          </a:solidFill>
                          <a:effectLst/>
                        </a:rPr>
                        <a:t>P(money = 0 | Not Spam) = 4 / 6</a:t>
                      </a:r>
                      <a:r>
                        <a:rPr lang="en-US" sz="1100" kern="100" dirty="0">
                          <a:solidFill>
                            <a:srgbClr val="FF0000"/>
                          </a:solidFill>
                          <a:effectLst/>
                        </a:rPr>
                        <a:t>, P(money = 1 | Not Spam) = 1 / 4</a:t>
                      </a:r>
                      <a:r>
                        <a:rPr lang="en-US" sz="1100" kern="100" dirty="0">
                          <a:solidFill>
                            <a:srgbClr val="FF0000"/>
                          </a:solidFill>
                          <a:effectLst/>
                          <a:sym typeface="Wingdings" panose="05000000000000000000" pitchFamily="2" charset="2"/>
                        </a:rPr>
                        <a:t> 2/6</a:t>
                      </a:r>
                      <a:br>
                        <a:rPr lang="en-US" sz="1100" kern="100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P(click = 1 | Not Spam) = 1 / 4 </a:t>
                      </a:r>
                      <a:r>
                        <a:rPr lang="en-US" sz="1100" kern="100" dirty="0">
                          <a:effectLst/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en-US" sz="1100" kern="100" dirty="0">
                          <a:effectLst/>
                        </a:rPr>
                        <a:t> 2 / 6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US" sz="1100" kern="100" dirty="0">
                          <a:effectLst/>
                        </a:rPr>
                        <a:t>Score(Not Spam):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= 0.5 × 2/6 × 2/6 × 2/6</a:t>
                      </a:r>
                      <a:br>
                        <a:rPr lang="en-US" sz="1100" kern="100" dirty="0">
                          <a:effectLst/>
                        </a:rPr>
                      </a:br>
                      <a:r>
                        <a:rPr lang="en-US" sz="1100" kern="100" dirty="0">
                          <a:effectLst/>
                        </a:rPr>
                        <a:t>≈ 0.5 × 0.333 × 0.333 × 0.333 ≈ 0.037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33624073"/>
                  </a:ext>
                </a:extLst>
              </a:tr>
            </a:tbl>
          </a:graphicData>
        </a:graphic>
      </p:graphicFrame>
      <p:sp>
        <p:nvSpPr>
          <p:cNvPr id="14" name="Rectangle 1">
            <a:extLst>
              <a:ext uri="{FF2B5EF4-FFF2-40B4-BE49-F238E27FC236}">
                <a16:creationId xmlns:a16="http://schemas.microsoft.com/office/drawing/2014/main" id="{812A23D6-ED82-38FE-34B6-E6194C79BB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2229" y="5025219"/>
            <a:ext cx="797922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Score(Spam) &gt; Score(Not Spam</a:t>
            </a:r>
            <a:r>
              <a:rPr lang="en-US" altLang="en-US" sz="2400" dirty="0">
                <a:latin typeface="+mj-lt"/>
              </a:rPr>
              <a:t>)</a:t>
            </a:r>
            <a:b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</a:b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j-lt"/>
              </a:rPr>
              <a:t>→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the email is classified as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+mj-lt"/>
              </a:rPr>
              <a:t>Spam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284106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9D6617-AB3F-1791-E929-068F13651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159914-0FAD-D7DA-7E2F-C434186D7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17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7E02332-ADF1-6BA8-9B7E-F62E4C50207A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A8E9D3E-72C7-020C-15FD-B62E5C17C08D}"/>
              </a:ext>
            </a:extLst>
          </p:cNvPr>
          <p:cNvSpPr txBox="1"/>
          <p:nvPr/>
        </p:nvSpPr>
        <p:spPr>
          <a:xfrm>
            <a:off x="2459112" y="509482"/>
            <a:ext cx="58577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cap="all" spc="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Advantages of Naïve Bayes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D48E0C-57A9-C250-F405-491DC7D0ADCF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1DDC77-F26A-99F9-FF60-447083763D53}"/>
              </a:ext>
            </a:extLst>
          </p:cNvPr>
          <p:cNvSpPr txBox="1"/>
          <p:nvPr/>
        </p:nvSpPr>
        <p:spPr>
          <a:xfrm>
            <a:off x="1513490" y="1745131"/>
            <a:ext cx="767780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en-US" b="1" dirty="0"/>
              <a:t>Less Complex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Easy to implement and interpret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Parameters are simple to estimate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Often one of the first models taught in ML courses</a:t>
            </a:r>
          </a:p>
          <a:p>
            <a:pPr marL="742950" lvl="1" indent="-285750">
              <a:buFont typeface="+mj-lt"/>
              <a:buAutoNum type="arabicPeriod"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Scales Well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Fast and efficient, especially when the conditional independence assumption holds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Lower memory/storage requirements compared to models like logistic regression</a:t>
            </a:r>
          </a:p>
          <a:p>
            <a:pPr marL="742950" lvl="1" indent="-285750">
              <a:buFont typeface="+mj-lt"/>
              <a:buAutoNum type="arabicPeriod"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Handles High-Dimensional Data</a:t>
            </a: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Works well with large feature spaces (e.g., in document classification)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90586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01EF4B-2E7B-17E9-6E5F-790754799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A1CED3-4404-8AD4-9C28-E76EBAEA5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18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8C8094E-AABC-858D-9552-BCADE17DC4FE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F88CD1-3742-8161-B12D-C2390E7DF1BC}"/>
              </a:ext>
            </a:extLst>
          </p:cNvPr>
          <p:cNvSpPr txBox="1"/>
          <p:nvPr/>
        </p:nvSpPr>
        <p:spPr>
          <a:xfrm>
            <a:off x="2459112" y="509482"/>
            <a:ext cx="58577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cap="all" spc="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Disadvantages of Naïve Bayes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796ACE0-C618-D83C-7EA5-D04F14C928ED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D447E3-29DD-CE5E-62F9-010BF77541C9}"/>
              </a:ext>
            </a:extLst>
          </p:cNvPr>
          <p:cNvSpPr txBox="1"/>
          <p:nvPr/>
        </p:nvSpPr>
        <p:spPr>
          <a:xfrm>
            <a:off x="1786759" y="1618593"/>
            <a:ext cx="740453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en-US" b="1" dirty="0"/>
              <a:t>Zero Frequency Problem</a:t>
            </a:r>
          </a:p>
          <a:p>
            <a:pPr>
              <a:buFont typeface="+mj-lt"/>
              <a:buAutoNum type="arabicPeriod"/>
            </a:pP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If a word or feature never appears in the training data for a given class, its probability becomes zero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This leads to a </a:t>
            </a:r>
            <a:r>
              <a:rPr lang="en-US" b="1" dirty="0"/>
              <a:t>posterior probability of zero</a:t>
            </a:r>
            <a:r>
              <a:rPr lang="en-US" dirty="0"/>
              <a:t>, breaking the model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b="1" dirty="0"/>
              <a:t>Solution</a:t>
            </a:r>
            <a:r>
              <a:rPr lang="en-US" dirty="0"/>
              <a:t>: Use </a:t>
            </a:r>
            <a:r>
              <a:rPr lang="en-US" b="1" dirty="0"/>
              <a:t>Laplace Smoothing</a:t>
            </a:r>
            <a:r>
              <a:rPr lang="en-US" dirty="0"/>
              <a:t> to handle unseen features</a:t>
            </a:r>
          </a:p>
          <a:p>
            <a:pPr marL="742950" lvl="1" indent="-285750">
              <a:buFont typeface="+mj-lt"/>
              <a:buAutoNum type="arabicPeriod"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Unrealistic Assumption of Feature Independence</a:t>
            </a:r>
          </a:p>
          <a:p>
            <a:pPr>
              <a:buFont typeface="+mj-lt"/>
              <a:buAutoNum type="arabicPeriod"/>
            </a:pPr>
            <a:endParaRPr lang="en-US" dirty="0"/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Assumes all features are conditionally independent given the class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In real-world data, this is often not true, which can lead to </a:t>
            </a:r>
            <a:r>
              <a:rPr lang="en-US" b="1" dirty="0"/>
              <a:t>inaccurate classifications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280829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E96683-24D4-2EE3-52EC-E1B726521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032250-0C05-B467-BDDA-9D5BDE1A4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19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6364074-3A3A-293A-39D1-7F0DAC57F09B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F12C50-65CD-84DF-E3E5-AC5F33BD1D43}"/>
              </a:ext>
            </a:extLst>
          </p:cNvPr>
          <p:cNvSpPr txBox="1"/>
          <p:nvPr/>
        </p:nvSpPr>
        <p:spPr>
          <a:xfrm>
            <a:off x="2459112" y="509482"/>
            <a:ext cx="58577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cap="all" spc="1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example IN CODE 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5A7605-63F7-702F-8B1B-24ACA7305195}"/>
              </a:ext>
            </a:extLst>
          </p:cNvPr>
          <p:cNvSpPr/>
          <p:nvPr/>
        </p:nvSpPr>
        <p:spPr>
          <a:xfrm>
            <a:off x="977462" y="893379"/>
            <a:ext cx="9606454" cy="5449908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2946043-B6B6-60ED-9949-B38EEB3F8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2979" y="1192624"/>
            <a:ext cx="8397766" cy="506103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8306459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37A54-AC51-9EF3-73CB-3E80DDA8C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1D21B7-A3DA-7E1A-28A0-0AFFD7137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20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5627C54-1A1A-6BFE-4B3B-663E7BC2E4B1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2640742-53D1-A42C-D71B-CAC73FFA25B8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473757-E92E-3D5D-D121-0873993917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5654" y="1375945"/>
            <a:ext cx="8918389" cy="453783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2484033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37A54-AC51-9EF3-73CB-3E80DDA8C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1D21B7-A3DA-7E1A-28A0-0AFFD7137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66986" y="6343287"/>
            <a:ext cx="457200" cy="365125"/>
          </a:xfrm>
        </p:spPr>
        <p:txBody>
          <a:bodyPr/>
          <a:lstStyle/>
          <a:p>
            <a:fld id="{B5CEABB6-07DC-46E8-9B57-56EC44A396E5}" type="slidenum">
              <a:rPr lang="en-US" sz="1400" smtClean="0">
                <a:solidFill>
                  <a:srgbClr val="FF0000"/>
                </a:solidFill>
              </a:rPr>
              <a:pPr/>
              <a:t>21</a:t>
            </a:fld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5627C54-1A1A-6BFE-4B3B-663E7BC2E4B1}"/>
              </a:ext>
            </a:extLst>
          </p:cNvPr>
          <p:cNvSpPr/>
          <p:nvPr/>
        </p:nvSpPr>
        <p:spPr>
          <a:xfrm>
            <a:off x="557048" y="326571"/>
            <a:ext cx="10315603" cy="6231884"/>
          </a:xfrm>
          <a:prstGeom prst="roundRect">
            <a:avLst/>
          </a:prstGeo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2640742-53D1-A42C-D71B-CAC73FFA25B8}"/>
              </a:ext>
            </a:extLst>
          </p:cNvPr>
          <p:cNvSpPr/>
          <p:nvPr/>
        </p:nvSpPr>
        <p:spPr>
          <a:xfrm>
            <a:off x="914399" y="1100555"/>
            <a:ext cx="9669517" cy="5242732"/>
          </a:xfrm>
          <a:prstGeom prst="round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BBC8EF-B088-7EF4-C924-5A450EC3D0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8084" y="1603655"/>
            <a:ext cx="4126794" cy="4164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539235-D07D-2945-0D4E-7CCC7E9BE6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2755" y="2407055"/>
            <a:ext cx="8087139" cy="116205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4DE0001-9B9B-EDB1-8EC4-9773E87A9150}"/>
              </a:ext>
            </a:extLst>
          </p:cNvPr>
          <p:cNvSpPr/>
          <p:nvPr/>
        </p:nvSpPr>
        <p:spPr>
          <a:xfrm>
            <a:off x="1319349" y="1371600"/>
            <a:ext cx="4776651" cy="735496"/>
          </a:xfrm>
          <a:custGeom>
            <a:avLst/>
            <a:gdLst>
              <a:gd name="csX0" fmla="*/ 0 w 4776651"/>
              <a:gd name="csY0" fmla="*/ 0 h 735496"/>
              <a:gd name="csX1" fmla="*/ 549315 w 4776651"/>
              <a:gd name="csY1" fmla="*/ 0 h 735496"/>
              <a:gd name="csX2" fmla="*/ 1241929 w 4776651"/>
              <a:gd name="csY2" fmla="*/ 0 h 735496"/>
              <a:gd name="csX3" fmla="*/ 1839011 w 4776651"/>
              <a:gd name="csY3" fmla="*/ 0 h 735496"/>
              <a:gd name="csX4" fmla="*/ 2388326 w 4776651"/>
              <a:gd name="csY4" fmla="*/ 0 h 735496"/>
              <a:gd name="csX5" fmla="*/ 3080940 w 4776651"/>
              <a:gd name="csY5" fmla="*/ 0 h 735496"/>
              <a:gd name="csX6" fmla="*/ 3630255 w 4776651"/>
              <a:gd name="csY6" fmla="*/ 0 h 735496"/>
              <a:gd name="csX7" fmla="*/ 4084037 w 4776651"/>
              <a:gd name="csY7" fmla="*/ 0 h 735496"/>
              <a:gd name="csX8" fmla="*/ 4776651 w 4776651"/>
              <a:gd name="csY8" fmla="*/ 0 h 735496"/>
              <a:gd name="csX9" fmla="*/ 4776651 w 4776651"/>
              <a:gd name="csY9" fmla="*/ 360393 h 735496"/>
              <a:gd name="csX10" fmla="*/ 4776651 w 4776651"/>
              <a:gd name="csY10" fmla="*/ 735496 h 735496"/>
              <a:gd name="csX11" fmla="*/ 4179570 w 4776651"/>
              <a:gd name="csY11" fmla="*/ 735496 h 735496"/>
              <a:gd name="csX12" fmla="*/ 3725788 w 4776651"/>
              <a:gd name="csY12" fmla="*/ 735496 h 735496"/>
              <a:gd name="csX13" fmla="*/ 3128706 w 4776651"/>
              <a:gd name="csY13" fmla="*/ 735496 h 735496"/>
              <a:gd name="csX14" fmla="*/ 2579392 w 4776651"/>
              <a:gd name="csY14" fmla="*/ 735496 h 735496"/>
              <a:gd name="csX15" fmla="*/ 2125610 w 4776651"/>
              <a:gd name="csY15" fmla="*/ 735496 h 735496"/>
              <a:gd name="csX16" fmla="*/ 1671828 w 4776651"/>
              <a:gd name="csY16" fmla="*/ 735496 h 735496"/>
              <a:gd name="csX17" fmla="*/ 1122513 w 4776651"/>
              <a:gd name="csY17" fmla="*/ 735496 h 735496"/>
              <a:gd name="csX18" fmla="*/ 620965 w 4776651"/>
              <a:gd name="csY18" fmla="*/ 735496 h 735496"/>
              <a:gd name="csX19" fmla="*/ 0 w 4776651"/>
              <a:gd name="csY19" fmla="*/ 735496 h 735496"/>
              <a:gd name="csX20" fmla="*/ 0 w 4776651"/>
              <a:gd name="csY20" fmla="*/ 353038 h 735496"/>
              <a:gd name="csX21" fmla="*/ 0 w 4776651"/>
              <a:gd name="csY21" fmla="*/ 0 h 73549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4776651" h="735496" extrusionOk="0">
                <a:moveTo>
                  <a:pt x="0" y="0"/>
                </a:moveTo>
                <a:cubicBezTo>
                  <a:pt x="135343" y="-30217"/>
                  <a:pt x="334516" y="26469"/>
                  <a:pt x="549315" y="0"/>
                </a:cubicBezTo>
                <a:cubicBezTo>
                  <a:pt x="764114" y="-26469"/>
                  <a:pt x="918818" y="24095"/>
                  <a:pt x="1241929" y="0"/>
                </a:cubicBezTo>
                <a:cubicBezTo>
                  <a:pt x="1565040" y="-24095"/>
                  <a:pt x="1598048" y="17917"/>
                  <a:pt x="1839011" y="0"/>
                </a:cubicBezTo>
                <a:cubicBezTo>
                  <a:pt x="2079974" y="-17917"/>
                  <a:pt x="2139352" y="30819"/>
                  <a:pt x="2388326" y="0"/>
                </a:cubicBezTo>
                <a:cubicBezTo>
                  <a:pt x="2637301" y="-30819"/>
                  <a:pt x="2737369" y="66528"/>
                  <a:pt x="3080940" y="0"/>
                </a:cubicBezTo>
                <a:cubicBezTo>
                  <a:pt x="3424511" y="-66528"/>
                  <a:pt x="3431092" y="11646"/>
                  <a:pt x="3630255" y="0"/>
                </a:cubicBezTo>
                <a:cubicBezTo>
                  <a:pt x="3829419" y="-11646"/>
                  <a:pt x="3871435" y="52708"/>
                  <a:pt x="4084037" y="0"/>
                </a:cubicBezTo>
                <a:cubicBezTo>
                  <a:pt x="4296639" y="-52708"/>
                  <a:pt x="4492110" y="11945"/>
                  <a:pt x="4776651" y="0"/>
                </a:cubicBezTo>
                <a:cubicBezTo>
                  <a:pt x="4793038" y="111219"/>
                  <a:pt x="4745434" y="236049"/>
                  <a:pt x="4776651" y="360393"/>
                </a:cubicBezTo>
                <a:cubicBezTo>
                  <a:pt x="4807868" y="484737"/>
                  <a:pt x="4740010" y="634242"/>
                  <a:pt x="4776651" y="735496"/>
                </a:cubicBezTo>
                <a:cubicBezTo>
                  <a:pt x="4627950" y="799999"/>
                  <a:pt x="4459117" y="708710"/>
                  <a:pt x="4179570" y="735496"/>
                </a:cubicBezTo>
                <a:cubicBezTo>
                  <a:pt x="3900023" y="762282"/>
                  <a:pt x="3836549" y="730681"/>
                  <a:pt x="3725788" y="735496"/>
                </a:cubicBezTo>
                <a:cubicBezTo>
                  <a:pt x="3615027" y="740311"/>
                  <a:pt x="3288936" y="706378"/>
                  <a:pt x="3128706" y="735496"/>
                </a:cubicBezTo>
                <a:cubicBezTo>
                  <a:pt x="2968476" y="764614"/>
                  <a:pt x="2694772" y="699760"/>
                  <a:pt x="2579392" y="735496"/>
                </a:cubicBezTo>
                <a:cubicBezTo>
                  <a:pt x="2464012" y="771232"/>
                  <a:pt x="2218341" y="715493"/>
                  <a:pt x="2125610" y="735496"/>
                </a:cubicBezTo>
                <a:cubicBezTo>
                  <a:pt x="2032879" y="755499"/>
                  <a:pt x="1766945" y="727977"/>
                  <a:pt x="1671828" y="735496"/>
                </a:cubicBezTo>
                <a:cubicBezTo>
                  <a:pt x="1576711" y="743015"/>
                  <a:pt x="1357432" y="715478"/>
                  <a:pt x="1122513" y="735496"/>
                </a:cubicBezTo>
                <a:cubicBezTo>
                  <a:pt x="887594" y="755514"/>
                  <a:pt x="816669" y="723666"/>
                  <a:pt x="620965" y="735496"/>
                </a:cubicBezTo>
                <a:cubicBezTo>
                  <a:pt x="425261" y="747326"/>
                  <a:pt x="182042" y="701527"/>
                  <a:pt x="0" y="735496"/>
                </a:cubicBezTo>
                <a:cubicBezTo>
                  <a:pt x="-2446" y="604804"/>
                  <a:pt x="38350" y="452144"/>
                  <a:pt x="0" y="353038"/>
                </a:cubicBezTo>
                <a:cubicBezTo>
                  <a:pt x="-38350" y="253932"/>
                  <a:pt x="17738" y="168214"/>
                  <a:pt x="0" y="0"/>
                </a:cubicBezTo>
                <a:close/>
              </a:path>
            </a:pathLst>
          </a:cu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  <a:extLst>
              <a:ext uri="{C807C97D-BFC1-408E-A445-0C87EB9F89A2}">
                <ask:lineSketchStyleProps xmlns:ask="http://schemas.microsoft.com/office/drawing/2018/sketchyshapes" sd="1126689016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ACE10BE-0B21-7318-C401-D4AD3AD06FBD}"/>
              </a:ext>
            </a:extLst>
          </p:cNvPr>
          <p:cNvSpPr/>
          <p:nvPr/>
        </p:nvSpPr>
        <p:spPr>
          <a:xfrm>
            <a:off x="1319349" y="2189806"/>
            <a:ext cx="8271912" cy="1477733"/>
          </a:xfrm>
          <a:custGeom>
            <a:avLst/>
            <a:gdLst>
              <a:gd name="csX0" fmla="*/ 0 w 8271912"/>
              <a:gd name="csY0" fmla="*/ 246294 h 1477733"/>
              <a:gd name="csX1" fmla="*/ 246294 w 8271912"/>
              <a:gd name="csY1" fmla="*/ 0 h 1477733"/>
              <a:gd name="csX2" fmla="*/ 689117 w 8271912"/>
              <a:gd name="csY2" fmla="*/ 0 h 1477733"/>
              <a:gd name="csX3" fmla="*/ 1443113 w 8271912"/>
              <a:gd name="csY3" fmla="*/ 0 h 1477733"/>
              <a:gd name="csX4" fmla="*/ 1885936 w 8271912"/>
              <a:gd name="csY4" fmla="*/ 0 h 1477733"/>
              <a:gd name="csX5" fmla="*/ 2406552 w 8271912"/>
              <a:gd name="csY5" fmla="*/ 0 h 1477733"/>
              <a:gd name="csX6" fmla="*/ 3004962 w 8271912"/>
              <a:gd name="csY6" fmla="*/ 0 h 1477733"/>
              <a:gd name="csX7" fmla="*/ 3447785 w 8271912"/>
              <a:gd name="csY7" fmla="*/ 0 h 1477733"/>
              <a:gd name="csX8" fmla="*/ 3812815 w 8271912"/>
              <a:gd name="csY8" fmla="*/ 0 h 1477733"/>
              <a:gd name="csX9" fmla="*/ 4411224 w 8271912"/>
              <a:gd name="csY9" fmla="*/ 0 h 1477733"/>
              <a:gd name="csX10" fmla="*/ 5165220 w 8271912"/>
              <a:gd name="csY10" fmla="*/ 0 h 1477733"/>
              <a:gd name="csX11" fmla="*/ 5919216 w 8271912"/>
              <a:gd name="csY11" fmla="*/ 0 h 1477733"/>
              <a:gd name="csX12" fmla="*/ 6284246 w 8271912"/>
              <a:gd name="csY12" fmla="*/ 0 h 1477733"/>
              <a:gd name="csX13" fmla="*/ 6882656 w 8271912"/>
              <a:gd name="csY13" fmla="*/ 0 h 1477733"/>
              <a:gd name="csX14" fmla="*/ 7481065 w 8271912"/>
              <a:gd name="csY14" fmla="*/ 0 h 1477733"/>
              <a:gd name="csX15" fmla="*/ 8025618 w 8271912"/>
              <a:gd name="csY15" fmla="*/ 0 h 1477733"/>
              <a:gd name="csX16" fmla="*/ 8271912 w 8271912"/>
              <a:gd name="csY16" fmla="*/ 246294 h 1477733"/>
              <a:gd name="csX17" fmla="*/ 8271912 w 8271912"/>
              <a:gd name="csY17" fmla="*/ 729015 h 1477733"/>
              <a:gd name="csX18" fmla="*/ 8271912 w 8271912"/>
              <a:gd name="csY18" fmla="*/ 1231439 h 1477733"/>
              <a:gd name="csX19" fmla="*/ 8025618 w 8271912"/>
              <a:gd name="csY19" fmla="*/ 1477733 h 1477733"/>
              <a:gd name="csX20" fmla="*/ 7505002 w 8271912"/>
              <a:gd name="csY20" fmla="*/ 1477733 h 1477733"/>
              <a:gd name="csX21" fmla="*/ 7062179 w 8271912"/>
              <a:gd name="csY21" fmla="*/ 1477733 h 1477733"/>
              <a:gd name="csX22" fmla="*/ 6697149 w 8271912"/>
              <a:gd name="csY22" fmla="*/ 1477733 h 1477733"/>
              <a:gd name="csX23" fmla="*/ 6176533 w 8271912"/>
              <a:gd name="csY23" fmla="*/ 1477733 h 1477733"/>
              <a:gd name="csX24" fmla="*/ 5655916 w 8271912"/>
              <a:gd name="csY24" fmla="*/ 1477733 h 1477733"/>
              <a:gd name="csX25" fmla="*/ 4901920 w 8271912"/>
              <a:gd name="csY25" fmla="*/ 1477733 h 1477733"/>
              <a:gd name="csX26" fmla="*/ 4459097 w 8271912"/>
              <a:gd name="csY26" fmla="*/ 1477733 h 1477733"/>
              <a:gd name="csX27" fmla="*/ 4094067 w 8271912"/>
              <a:gd name="csY27" fmla="*/ 1477733 h 1477733"/>
              <a:gd name="csX28" fmla="*/ 3417865 w 8271912"/>
              <a:gd name="csY28" fmla="*/ 1477733 h 1477733"/>
              <a:gd name="csX29" fmla="*/ 2975041 w 8271912"/>
              <a:gd name="csY29" fmla="*/ 1477733 h 1477733"/>
              <a:gd name="csX30" fmla="*/ 2532218 w 8271912"/>
              <a:gd name="csY30" fmla="*/ 1477733 h 1477733"/>
              <a:gd name="csX31" fmla="*/ 2089395 w 8271912"/>
              <a:gd name="csY31" fmla="*/ 1477733 h 1477733"/>
              <a:gd name="csX32" fmla="*/ 1413193 w 8271912"/>
              <a:gd name="csY32" fmla="*/ 1477733 h 1477733"/>
              <a:gd name="csX33" fmla="*/ 970370 w 8271912"/>
              <a:gd name="csY33" fmla="*/ 1477733 h 1477733"/>
              <a:gd name="csX34" fmla="*/ 246294 w 8271912"/>
              <a:gd name="csY34" fmla="*/ 1477733 h 1477733"/>
              <a:gd name="csX35" fmla="*/ 0 w 8271912"/>
              <a:gd name="csY35" fmla="*/ 1231439 h 1477733"/>
              <a:gd name="csX36" fmla="*/ 0 w 8271912"/>
              <a:gd name="csY36" fmla="*/ 738867 h 1477733"/>
              <a:gd name="csX37" fmla="*/ 0 w 8271912"/>
              <a:gd name="csY37" fmla="*/ 246294 h 14777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271912" h="1477733" extrusionOk="0">
                <a:moveTo>
                  <a:pt x="0" y="246294"/>
                </a:moveTo>
                <a:cubicBezTo>
                  <a:pt x="-28404" y="97835"/>
                  <a:pt x="138138" y="16904"/>
                  <a:pt x="246294" y="0"/>
                </a:cubicBezTo>
                <a:cubicBezTo>
                  <a:pt x="461132" y="-41373"/>
                  <a:pt x="470803" y="11257"/>
                  <a:pt x="689117" y="0"/>
                </a:cubicBezTo>
                <a:cubicBezTo>
                  <a:pt x="907431" y="-11257"/>
                  <a:pt x="1179936" y="64694"/>
                  <a:pt x="1443113" y="0"/>
                </a:cubicBezTo>
                <a:cubicBezTo>
                  <a:pt x="1706290" y="-64694"/>
                  <a:pt x="1767629" y="4274"/>
                  <a:pt x="1885936" y="0"/>
                </a:cubicBezTo>
                <a:cubicBezTo>
                  <a:pt x="2004243" y="-4274"/>
                  <a:pt x="2238834" y="35535"/>
                  <a:pt x="2406552" y="0"/>
                </a:cubicBezTo>
                <a:cubicBezTo>
                  <a:pt x="2574270" y="-35535"/>
                  <a:pt x="2771403" y="5965"/>
                  <a:pt x="3004962" y="0"/>
                </a:cubicBezTo>
                <a:cubicBezTo>
                  <a:pt x="3238521" y="-5965"/>
                  <a:pt x="3237073" y="38505"/>
                  <a:pt x="3447785" y="0"/>
                </a:cubicBezTo>
                <a:cubicBezTo>
                  <a:pt x="3658497" y="-38505"/>
                  <a:pt x="3655587" y="32903"/>
                  <a:pt x="3812815" y="0"/>
                </a:cubicBezTo>
                <a:cubicBezTo>
                  <a:pt x="3970043" y="-32903"/>
                  <a:pt x="4206890" y="44244"/>
                  <a:pt x="4411224" y="0"/>
                </a:cubicBezTo>
                <a:cubicBezTo>
                  <a:pt x="4615558" y="-44244"/>
                  <a:pt x="4880089" y="49797"/>
                  <a:pt x="5165220" y="0"/>
                </a:cubicBezTo>
                <a:cubicBezTo>
                  <a:pt x="5450351" y="-49797"/>
                  <a:pt x="5639427" y="87692"/>
                  <a:pt x="5919216" y="0"/>
                </a:cubicBezTo>
                <a:cubicBezTo>
                  <a:pt x="6199005" y="-87692"/>
                  <a:pt x="6129572" y="29722"/>
                  <a:pt x="6284246" y="0"/>
                </a:cubicBezTo>
                <a:cubicBezTo>
                  <a:pt x="6438920" y="-29722"/>
                  <a:pt x="6759218" y="49169"/>
                  <a:pt x="6882656" y="0"/>
                </a:cubicBezTo>
                <a:cubicBezTo>
                  <a:pt x="7006094" y="-49169"/>
                  <a:pt x="7317242" y="32244"/>
                  <a:pt x="7481065" y="0"/>
                </a:cubicBezTo>
                <a:cubicBezTo>
                  <a:pt x="7644888" y="-32244"/>
                  <a:pt x="7858453" y="5940"/>
                  <a:pt x="8025618" y="0"/>
                </a:cubicBezTo>
                <a:cubicBezTo>
                  <a:pt x="8191869" y="-5201"/>
                  <a:pt x="8264219" y="112211"/>
                  <a:pt x="8271912" y="246294"/>
                </a:cubicBezTo>
                <a:cubicBezTo>
                  <a:pt x="8293035" y="405157"/>
                  <a:pt x="8260013" y="605830"/>
                  <a:pt x="8271912" y="729015"/>
                </a:cubicBezTo>
                <a:cubicBezTo>
                  <a:pt x="8283811" y="852200"/>
                  <a:pt x="8262537" y="1126552"/>
                  <a:pt x="8271912" y="1231439"/>
                </a:cubicBezTo>
                <a:cubicBezTo>
                  <a:pt x="8275928" y="1362249"/>
                  <a:pt x="8148511" y="1491858"/>
                  <a:pt x="8025618" y="1477733"/>
                </a:cubicBezTo>
                <a:cubicBezTo>
                  <a:pt x="7843818" y="1520149"/>
                  <a:pt x="7643003" y="1417413"/>
                  <a:pt x="7505002" y="1477733"/>
                </a:cubicBezTo>
                <a:cubicBezTo>
                  <a:pt x="7367001" y="1538053"/>
                  <a:pt x="7241474" y="1447213"/>
                  <a:pt x="7062179" y="1477733"/>
                </a:cubicBezTo>
                <a:cubicBezTo>
                  <a:pt x="6882884" y="1508253"/>
                  <a:pt x="6865013" y="1458878"/>
                  <a:pt x="6697149" y="1477733"/>
                </a:cubicBezTo>
                <a:cubicBezTo>
                  <a:pt x="6529285" y="1496588"/>
                  <a:pt x="6390837" y="1463207"/>
                  <a:pt x="6176533" y="1477733"/>
                </a:cubicBezTo>
                <a:cubicBezTo>
                  <a:pt x="5962229" y="1492259"/>
                  <a:pt x="5816433" y="1463427"/>
                  <a:pt x="5655916" y="1477733"/>
                </a:cubicBezTo>
                <a:cubicBezTo>
                  <a:pt x="5495399" y="1492039"/>
                  <a:pt x="5189791" y="1437764"/>
                  <a:pt x="4901920" y="1477733"/>
                </a:cubicBezTo>
                <a:cubicBezTo>
                  <a:pt x="4614049" y="1517702"/>
                  <a:pt x="4614732" y="1454564"/>
                  <a:pt x="4459097" y="1477733"/>
                </a:cubicBezTo>
                <a:cubicBezTo>
                  <a:pt x="4303462" y="1500902"/>
                  <a:pt x="4259655" y="1451217"/>
                  <a:pt x="4094067" y="1477733"/>
                </a:cubicBezTo>
                <a:cubicBezTo>
                  <a:pt x="3928479" y="1504249"/>
                  <a:pt x="3586816" y="1477135"/>
                  <a:pt x="3417865" y="1477733"/>
                </a:cubicBezTo>
                <a:cubicBezTo>
                  <a:pt x="3248914" y="1478331"/>
                  <a:pt x="3133224" y="1436514"/>
                  <a:pt x="2975041" y="1477733"/>
                </a:cubicBezTo>
                <a:cubicBezTo>
                  <a:pt x="2816858" y="1518952"/>
                  <a:pt x="2679161" y="1438759"/>
                  <a:pt x="2532218" y="1477733"/>
                </a:cubicBezTo>
                <a:cubicBezTo>
                  <a:pt x="2385275" y="1516707"/>
                  <a:pt x="2266753" y="1449408"/>
                  <a:pt x="2089395" y="1477733"/>
                </a:cubicBezTo>
                <a:cubicBezTo>
                  <a:pt x="1912037" y="1506058"/>
                  <a:pt x="1692004" y="1412570"/>
                  <a:pt x="1413193" y="1477733"/>
                </a:cubicBezTo>
                <a:cubicBezTo>
                  <a:pt x="1134382" y="1542896"/>
                  <a:pt x="1184658" y="1466198"/>
                  <a:pt x="970370" y="1477733"/>
                </a:cubicBezTo>
                <a:cubicBezTo>
                  <a:pt x="756082" y="1489268"/>
                  <a:pt x="420405" y="1394255"/>
                  <a:pt x="246294" y="1477733"/>
                </a:cubicBezTo>
                <a:cubicBezTo>
                  <a:pt x="117619" y="1485043"/>
                  <a:pt x="5142" y="1376969"/>
                  <a:pt x="0" y="1231439"/>
                </a:cubicBezTo>
                <a:cubicBezTo>
                  <a:pt x="-57995" y="1061716"/>
                  <a:pt x="53348" y="873831"/>
                  <a:pt x="0" y="738867"/>
                </a:cubicBezTo>
                <a:cubicBezTo>
                  <a:pt x="-53348" y="603903"/>
                  <a:pt x="57515" y="458483"/>
                  <a:pt x="0" y="246294"/>
                </a:cubicBezTo>
                <a:close/>
              </a:path>
            </a:pathLst>
          </a:cu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  <a:extLst>
              <a:ext uri="{C807C97D-BFC1-408E-A445-0C87EB9F89A2}">
                <ask:lineSketchStyleProps xmlns:ask="http://schemas.microsoft.com/office/drawing/2018/sketchyshapes" sd="4053079748">
                  <a:prstGeom prst="round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259138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AEE93-8585-46D4-A7EC-F184E317CB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AFFC60-19C3-4901-93F7-7AAF4C09F8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10600" y="4960136"/>
            <a:ext cx="3124200" cy="1855659"/>
          </a:xfrm>
        </p:spPr>
        <p:txBody>
          <a:bodyPr bIns="0">
            <a:normAutofit/>
          </a:bodyPr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0CC16-E44A-F5E4-0A41-9AB4EBA604CB}"/>
              </a:ext>
            </a:extLst>
          </p:cNvPr>
          <p:cNvSpPr txBox="1">
            <a:spLocks/>
          </p:cNvSpPr>
          <p:nvPr/>
        </p:nvSpPr>
        <p:spPr bwMode="gray">
          <a:xfrm>
            <a:off x="11508509" y="6405418"/>
            <a:ext cx="341745" cy="25861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defPPr>
              <a:defRPr lang="en-US"/>
            </a:defPPr>
            <a:lvl1pPr marL="0" algn="ctr" defTabSz="457200" rtl="0" eaLnBrk="1" latinLnBrk="0" hangingPunct="1">
              <a:defRPr sz="2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>
              <a:spcAft>
                <a:spcPts val="600"/>
              </a:spcAft>
            </a:pPr>
            <a:fld id="{B5CEABB6-07DC-46E8-9B57-56EC44A396E5}" type="slidenum">
              <a:rPr lang="en-US" smtClean="0">
                <a:solidFill>
                  <a:srgbClr val="FF0000"/>
                </a:solidFill>
              </a:rPr>
              <a:pPr defTabSz="914400">
                <a:spcAft>
                  <a:spcPts val="600"/>
                </a:spcAft>
              </a:pPr>
              <a:t>22</a:t>
            </a:fld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1|34.6|26"/>
</p:tagLst>
</file>

<file path=ppt/theme/theme1.xml><?xml version="1.0" encoding="utf-8"?>
<a:theme xmlns:a="http://schemas.openxmlformats.org/drawingml/2006/main" name="Metropolitan">
  <a:themeElements>
    <a:clrScheme name="Metropolitan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Tech Newsletter by Slidesgo">
  <a:themeElements>
    <a:clrScheme name="Simple Light">
      <a:dk1>
        <a:srgbClr val="FFFFFF"/>
      </a:dk1>
      <a:lt1>
        <a:srgbClr val="0A3455"/>
      </a:lt1>
      <a:dk2>
        <a:srgbClr val="6EBDC4"/>
      </a:dk2>
      <a:lt2>
        <a:srgbClr val="416D90"/>
      </a:lt2>
      <a:accent1>
        <a:srgbClr val="B4EBF0"/>
      </a:accent1>
      <a:accent2>
        <a:srgbClr val="7CC5CC"/>
      </a:accent2>
      <a:accent3>
        <a:srgbClr val="61A6B5"/>
      </a:accent3>
      <a:accent4>
        <a:srgbClr val="548FA6"/>
      </a:accent4>
      <a:accent5>
        <a:srgbClr val="2E5F80"/>
      </a:accent5>
      <a:accent6>
        <a:srgbClr val="17436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451406B-581B-4C29-A833-E33D8A6AB07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8903D25-5BE2-4D9E-B7D8-BE1DCAE2DC4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F65614A-92F9-4391-AC3D-F3F5B0704F99}">
  <ds:schemaRefs>
    <ds:schemaRef ds:uri="http://schemas.microsoft.com/office/2006/documentManagement/types"/>
    <ds:schemaRef ds:uri="http://purl.org/dc/terms/"/>
    <ds:schemaRef ds:uri="http://purl.org/dc/dcmitype/"/>
    <ds:schemaRef ds:uri="71af3243-3dd4-4a8d-8c0d-dd76da1f02a5"/>
    <ds:schemaRef ds:uri="http://schemas.microsoft.com/sharepoint/v3"/>
    <ds:schemaRef ds:uri="16c05727-aa75-4e4a-9b5f-8a80a1165891"/>
    <ds:schemaRef ds:uri="http://schemas.microsoft.com/office/infopath/2007/PartnerControls"/>
    <ds:schemaRef ds:uri="http://www.w3.org/XML/1998/namespace"/>
    <ds:schemaRef ds:uri="http://purl.org/dc/elements/1.1/"/>
    <ds:schemaRef ds:uri="http://schemas.openxmlformats.org/package/2006/metadata/core-properties"/>
    <ds:schemaRef ds:uri="230e9df3-be65-4c73-a93b-d1236ebd677e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TM03457491[[fn=Metropolitan]]</Template>
  <TotalTime>0</TotalTime>
  <Words>1649</Words>
  <Application>Microsoft Office PowerPoint</Application>
  <PresentationFormat>Widescreen</PresentationFormat>
  <Paragraphs>289</Paragraphs>
  <Slides>22</Slides>
  <Notes>22</Notes>
  <HiddenSlides>1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33" baseType="lpstr">
      <vt:lpstr>Arial</vt:lpstr>
      <vt:lpstr>Calibri</vt:lpstr>
      <vt:lpstr>Calibri Light</vt:lpstr>
      <vt:lpstr>Exo 2</vt:lpstr>
      <vt:lpstr>Fira Sans Extra Condensed Medium</vt:lpstr>
      <vt:lpstr>inherit</vt:lpstr>
      <vt:lpstr>Roboto Condensed</vt:lpstr>
      <vt:lpstr>Roboto Condensed Light</vt:lpstr>
      <vt:lpstr>Wingdings</vt:lpstr>
      <vt:lpstr>Metropolitan</vt:lpstr>
      <vt:lpstr>Tech Newsletter by Slidesgo</vt:lpstr>
      <vt:lpstr>09 - Naïve Bayes Classifier </vt:lpstr>
      <vt:lpstr>Course Overview: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Nadeem zaid kilani</dc:creator>
  <cp:lastModifiedBy>Hamed, Osama</cp:lastModifiedBy>
  <cp:revision>458</cp:revision>
  <cp:lastPrinted>2025-09-03T11:13:06Z</cp:lastPrinted>
  <dcterms:created xsi:type="dcterms:W3CDTF">2024-11-02T21:39:31Z</dcterms:created>
  <dcterms:modified xsi:type="dcterms:W3CDTF">2026-01-05T07:16:08Z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