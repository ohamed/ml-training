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566B-8837-D958-4BA6-BA2277F36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01C64-E1A1-980A-2D6D-F25C70FF9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AE5E3-D3FF-8972-2050-A5038B3B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83B41-81F6-9099-2F0A-C562744A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F1D6-4E28-0E1F-CAD4-95BFA76E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6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25C3-0097-A19B-3322-4264F922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3F99-CEC0-0235-6528-AEAD5E4B1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587DE-E8DB-81BB-FCF7-950371EA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3F809-917D-A96A-3101-B5BB4E09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55507-13BE-E74D-1BA1-A645EBDD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6C82-352F-0070-4591-202B6A4D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93DA3-91B8-6448-88AB-032D75EE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D3BD-0B73-24FE-5B32-393D8A32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8BA39-5FF8-28B1-CFA2-7E0B187E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71A98-1656-B5FA-AA82-9B3B02E3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6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480D-02EB-17C6-DBFB-407F6C7B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1D5B9-1ACC-AB11-5886-9925DAF5F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ECAC0-62CE-8AA8-4B10-D18D32E74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ADB92-9774-3F70-3B4E-D61D636E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AE5D-C958-9A87-9A22-B0C8F486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4C56C-387D-E6C3-30BC-B865AE43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9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B1CE-0D9F-0CE1-A56C-F2158B78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610FA-4F37-913C-4AEC-F51A8309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A6BC1-CB12-4F83-CE02-C019E1DFD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F152B-69F2-AE49-42A3-EEAE52A09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90CCB-8BFA-6872-7B6B-3A2E61257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27C96-D62E-C578-E419-263292ED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AA9E0-31A1-6A15-5E2B-2EEAF855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189E6-E46D-40B3-9357-5FA282C9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7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96CD-0AD0-1C2F-DF83-A5890C44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E87B6-959E-2151-14A8-875AB4D6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145A2-9BA4-2F84-41EB-BF967CDC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75A2F-DF68-D793-B684-2F52CD6D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5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FA659-AAB4-D8C8-0CB9-9C9979A5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1B47E-5B3A-C1B8-F7D8-8597EE4C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67F2-654F-50AB-B6AA-B195F8D8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5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2AC1-B269-3040-A796-E70BDC6E8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123F-C978-96AB-01B6-E58C9F342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2E5F2-3FF0-F693-1508-4D6CE54A1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A0ACA-9AE8-4E76-0277-2A463DC6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8694C-2C85-B73B-7D89-7F130FCA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47C7E-3AD2-81A5-7E8E-68DDCB49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9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4A8F-4CDC-DEBB-18EF-0352A7EA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CC7FC-C2FB-0C62-47D2-07DBC9DD0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BFF69-C5D4-77AE-B109-DCE95DCAB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09FD3-5E66-7829-0FCA-07E912AC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D5F13-B365-DDC3-E5C8-06BD78BF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8A9EF-BC70-742E-E6B2-8BCDA71B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9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D056-D499-CEA8-D4B1-302C5F49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B3A01-D026-343D-B8D2-51C230AE0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BC05D-F05B-F830-0B91-FEE6895D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D52FC-8DBB-A1D5-8A50-DE0D3D7A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6A7F-FA05-0295-124B-8A95BC77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FDDFB-A0EC-40B3-6A79-CCC8F9A78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6685B-1D7A-20A8-9BC9-BE2A1FA02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03BF-9C32-9034-5193-B815F31E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CBBC-7496-5AC6-C5B6-FDAFF46B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B124-3C9B-54AF-7BCC-B1BEECF7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793EC-648E-D0C9-ADE3-EBFDC4FE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CF38-3143-B6FC-FF30-8308EA495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DA635-5C2E-EC79-F3B7-D7D7E2E06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C6ED6-C9B4-4A0A-8613-248B02270EC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2BDD-0920-7693-F037-706469DFA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5B60C-AA27-C874-B6D1-7A4055FF6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D7B8F-7149-4F23-9E14-CFA706C7F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0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1AF85F-2A92-B308-6C88-E6BAE4D2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261ECA-6249-D745-E65A-3FE08163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47" y="2924104"/>
            <a:ext cx="6839905" cy="100979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F4D4D9-8829-7EB1-B70C-ADF2953CC920}"/>
              </a:ext>
            </a:extLst>
          </p:cNvPr>
          <p:cNvCxnSpPr>
            <a:cxnSpLocks/>
          </p:cNvCxnSpPr>
          <p:nvPr/>
        </p:nvCxnSpPr>
        <p:spPr>
          <a:xfrm flipH="1">
            <a:off x="5740400" y="2374900"/>
            <a:ext cx="781050" cy="552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6244B1A-C2A6-41C1-C6B0-D514CB4BAE04}"/>
              </a:ext>
            </a:extLst>
          </p:cNvPr>
          <p:cNvSpPr txBox="1"/>
          <p:nvPr/>
        </p:nvSpPr>
        <p:spPr>
          <a:xfrm>
            <a:off x="6521450" y="2153507"/>
            <a:ext cx="3441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Step</a:t>
            </a:r>
            <a:r>
              <a:rPr lang="de-DE" sz="1400" dirty="0"/>
              <a:t> 1: Click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download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338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A828-F399-7CB6-275F-526C114C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9B891-87E2-271F-9267-204D8A74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795" y="2586551"/>
            <a:ext cx="5842642" cy="3793777"/>
          </a:xfrm>
          <a:prstGeom prst="rect">
            <a:avLst/>
          </a:prstGeom>
        </p:spPr>
      </p:pic>
      <p:sp>
        <p:nvSpPr>
          <p:cNvPr id="8" name="Double Brace 7">
            <a:extLst>
              <a:ext uri="{FF2B5EF4-FFF2-40B4-BE49-F238E27FC236}">
                <a16:creationId xmlns:a16="http://schemas.microsoft.com/office/drawing/2014/main" id="{91D27CA4-4367-59AB-F95A-BABEF39A97A3}"/>
              </a:ext>
            </a:extLst>
          </p:cNvPr>
          <p:cNvSpPr/>
          <p:nvPr/>
        </p:nvSpPr>
        <p:spPr>
          <a:xfrm>
            <a:off x="2625795" y="5486400"/>
            <a:ext cx="1670050" cy="47625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7E8082-06FE-4306-CC99-24E519641326}"/>
              </a:ext>
            </a:extLst>
          </p:cNvPr>
          <p:cNvCxnSpPr>
            <a:cxnSpLocks/>
          </p:cNvCxnSpPr>
          <p:nvPr/>
        </p:nvCxnSpPr>
        <p:spPr>
          <a:xfrm flipH="1">
            <a:off x="2625795" y="4934092"/>
            <a:ext cx="781050" cy="552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2F0978-B2D9-8539-C897-34F12E8B5A03}"/>
              </a:ext>
            </a:extLst>
          </p:cNvPr>
          <p:cNvSpPr txBox="1"/>
          <p:nvPr/>
        </p:nvSpPr>
        <p:spPr>
          <a:xfrm>
            <a:off x="3406845" y="4712699"/>
            <a:ext cx="3441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Step</a:t>
            </a:r>
            <a:r>
              <a:rPr lang="de-DE" sz="1200" dirty="0"/>
              <a:t> 2: </a:t>
            </a:r>
            <a:r>
              <a:rPr lang="de-DE" sz="1200" dirty="0" err="1"/>
              <a:t>Choose</a:t>
            </a:r>
            <a:r>
              <a:rPr lang="de-DE" sz="1200" dirty="0"/>
              <a:t> </a:t>
            </a:r>
            <a:r>
              <a:rPr lang="de-DE" sz="1200" dirty="0" err="1"/>
              <a:t>one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followings</a:t>
            </a:r>
            <a:r>
              <a:rPr lang="de-DE" sz="1200" dirty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2079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Forschungszentrum Jülich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Hamed, Osama</dc:creator>
  <cp:lastModifiedBy>Hamed, Osama</cp:lastModifiedBy>
  <cp:revision>2</cp:revision>
  <dcterms:created xsi:type="dcterms:W3CDTF">2025-10-08T06:53:42Z</dcterms:created>
  <dcterms:modified xsi:type="dcterms:W3CDTF">2025-10-08T07:01:27Z</dcterms:modified>
</cp:coreProperties>
</file>