
<file path=[Content_Types].xml><?xml version="1.0" encoding="utf-8"?>
<Types xmlns="http://schemas.openxmlformats.org/package/2006/content-types">
  <Default Extension="fntdata" ContentType="application/x-fontdata"/>
  <Default Extension="gif" ContentType="image/gif"/>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99" r:id="rId1"/>
  </p:sldMasterIdLst>
  <p:notesMasterIdLst>
    <p:notesMasterId r:id="rId21"/>
  </p:notesMasterIdLst>
  <p:sldIdLst>
    <p:sldId id="256" r:id="rId2"/>
    <p:sldId id="311"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310" r:id="rId20"/>
  </p:sldIdLst>
  <p:sldSz cx="9144000" cy="5143500" type="screen16x9"/>
  <p:notesSz cx="10021888" cy="6889750"/>
  <p:embeddedFontLst>
    <p:embeddedFont>
      <p:font typeface="Exo 2" panose="020B0604020202020204" charset="0"/>
      <p:regular r:id="rId22"/>
      <p:bold r:id="rId23"/>
      <p:italic r:id="rId24"/>
      <p:boldItalic r:id="rId25"/>
    </p:embeddedFont>
    <p:embeddedFont>
      <p:font typeface="Fira Sans Extra Condensed Medium" panose="020B0604020202020204" charset="0"/>
      <p:regular r:id="rId26"/>
      <p:bold r:id="rId27"/>
      <p:italic r:id="rId28"/>
      <p:boldItalic r:id="rId29"/>
    </p:embeddedFont>
    <p:embeddedFont>
      <p:font typeface="Roboto Condensed" panose="02000000000000000000" pitchFamily="2" charset="0"/>
      <p:regular r:id="rId30"/>
      <p:bold r:id="rId31"/>
      <p:italic r:id="rId32"/>
      <p:boldItalic r:id="rId33"/>
    </p:embeddedFont>
    <p:embeddedFont>
      <p:font typeface="Roboto Condensed Light" panose="02000000000000000000" pitchFamily="2" charset="0"/>
      <p:regular r:id="rId34"/>
      <p:bold r:id="rId35"/>
      <p:italic r:id="rId36"/>
      <p:boldItalic r:id="rId3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545">
          <p15:clr>
            <a:srgbClr val="9AA0A6"/>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70" d="100"/>
          <a:sy n="170" d="100"/>
        </p:scale>
        <p:origin x="3390" y="132"/>
      </p:cViewPr>
      <p:guideLst>
        <p:guide orient="horz" pos="1545"/>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5.fntdata"/><Relationship Id="rId39" Type="http://schemas.openxmlformats.org/officeDocument/2006/relationships/viewProps" Target="viewProps.xml"/><Relationship Id="rId21" Type="http://schemas.openxmlformats.org/officeDocument/2006/relationships/notesMaster" Target="notesMasters/notesMaster1.xml"/><Relationship Id="rId34" Type="http://schemas.openxmlformats.org/officeDocument/2006/relationships/font" Target="fonts/font13.fntdata"/><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8.fntdata"/><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3.fntdata"/><Relationship Id="rId32" Type="http://schemas.openxmlformats.org/officeDocument/2006/relationships/font" Target="fonts/font11.fntdata"/><Relationship Id="rId37" Type="http://schemas.openxmlformats.org/officeDocument/2006/relationships/font" Target="fonts/font16.fntdata"/><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2.fntdata"/><Relationship Id="rId28" Type="http://schemas.openxmlformats.org/officeDocument/2006/relationships/font" Target="fonts/font7.fntdata"/><Relationship Id="rId36" Type="http://schemas.openxmlformats.org/officeDocument/2006/relationships/font" Target="fonts/font15.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10.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1.fntdata"/><Relationship Id="rId27" Type="http://schemas.openxmlformats.org/officeDocument/2006/relationships/font" Target="fonts/font6.fntdata"/><Relationship Id="rId30" Type="http://schemas.openxmlformats.org/officeDocument/2006/relationships/font" Target="fonts/font9.fntdata"/><Relationship Id="rId35" Type="http://schemas.openxmlformats.org/officeDocument/2006/relationships/font" Target="fonts/font14.fntdata"/><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4.fntdata"/><Relationship Id="rId33" Type="http://schemas.openxmlformats.org/officeDocument/2006/relationships/font" Target="fonts/font12.fntdata"/><Relationship Id="rId38"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2713038" y="515938"/>
            <a:ext cx="4595812" cy="258445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1002189" y="3272631"/>
            <a:ext cx="8017510" cy="3100388"/>
          </a:xfrm>
          <a:prstGeom prst="rect">
            <a:avLst/>
          </a:prstGeom>
          <a:noFill/>
          <a:ln>
            <a:noFill/>
          </a:ln>
        </p:spPr>
        <p:txBody>
          <a:bodyPr spcFirstLastPara="1" wrap="square" lIns="96618" tIns="96618" rIns="96618" bIns="96618"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g4dfce81f19_0_45:notes"/>
          <p:cNvSpPr>
            <a:spLocks noGrp="1" noRot="1" noChangeAspect="1"/>
          </p:cNvSpPr>
          <p:nvPr>
            <p:ph type="sldImg" idx="2"/>
          </p:nvPr>
        </p:nvSpPr>
        <p:spPr>
          <a:xfrm>
            <a:off x="2713038" y="515938"/>
            <a:ext cx="4595812" cy="258445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9" name="Google Shape;279;g4dfce81f19_0_45:notes"/>
          <p:cNvSpPr txBox="1">
            <a:spLocks noGrp="1"/>
          </p:cNvSpPr>
          <p:nvPr>
            <p:ph type="body" idx="1"/>
          </p:nvPr>
        </p:nvSpPr>
        <p:spPr>
          <a:xfrm>
            <a:off x="1002189" y="3272631"/>
            <a:ext cx="8017510" cy="3100388"/>
          </a:xfrm>
          <a:prstGeom prst="rect">
            <a:avLst/>
          </a:prstGeom>
        </p:spPr>
        <p:txBody>
          <a:bodyPr spcFirstLastPara="1" wrap="square" lIns="96618" tIns="96618" rIns="96618" bIns="96618" anchor="t" anchorCtr="0">
            <a:noAutofit/>
          </a:bodyPr>
          <a:lstStyle/>
          <a:p>
            <a:pPr marL="0" indent="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6"/>
        <p:cNvGrpSpPr/>
        <p:nvPr/>
      </p:nvGrpSpPr>
      <p:grpSpPr>
        <a:xfrm>
          <a:off x="0" y="0"/>
          <a:ext cx="0" cy="0"/>
          <a:chOff x="0" y="0"/>
          <a:chExt cx="0" cy="0"/>
        </a:xfrm>
      </p:grpSpPr>
      <p:sp>
        <p:nvSpPr>
          <p:cNvPr id="227" name="Google Shape;227;ge2db3e8363_1_29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8" name="Google Shape;228;ge2db3e8363_1_29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4"/>
        <p:cNvGrpSpPr/>
        <p:nvPr/>
      </p:nvGrpSpPr>
      <p:grpSpPr>
        <a:xfrm>
          <a:off x="0" y="0"/>
          <a:ext cx="0" cy="0"/>
          <a:chOff x="0" y="0"/>
          <a:chExt cx="0" cy="0"/>
        </a:xfrm>
      </p:grpSpPr>
      <p:sp>
        <p:nvSpPr>
          <p:cNvPr id="285" name="Google Shape;285;ge48ae9e760_0_1:notes"/>
          <p:cNvSpPr>
            <a:spLocks noGrp="1" noRot="1" noChangeAspect="1"/>
          </p:cNvSpPr>
          <p:nvPr>
            <p:ph type="sldImg" idx="2"/>
          </p:nvPr>
        </p:nvSpPr>
        <p:spPr>
          <a:xfrm>
            <a:off x="2713038" y="515938"/>
            <a:ext cx="4595812" cy="258445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6" name="Google Shape;286;ge48ae9e760_0_1:notes"/>
          <p:cNvSpPr txBox="1">
            <a:spLocks noGrp="1"/>
          </p:cNvSpPr>
          <p:nvPr>
            <p:ph type="body" idx="1"/>
          </p:nvPr>
        </p:nvSpPr>
        <p:spPr>
          <a:xfrm>
            <a:off x="1002189" y="3272631"/>
            <a:ext cx="8017510" cy="3100388"/>
          </a:xfrm>
          <a:prstGeom prst="rect">
            <a:avLst/>
          </a:prstGeom>
        </p:spPr>
        <p:txBody>
          <a:bodyPr spcFirstLastPara="1" wrap="square" lIns="96618" tIns="96618" rIns="96618" bIns="96618" anchor="t" anchorCtr="0">
            <a:noAutofit/>
          </a:bodyPr>
          <a:lstStyle/>
          <a:p>
            <a:pPr marL="0" indent="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9"/>
        <p:cNvGrpSpPr/>
        <p:nvPr/>
      </p:nvGrpSpPr>
      <p:grpSpPr>
        <a:xfrm>
          <a:off x="0" y="0"/>
          <a:ext cx="0" cy="0"/>
          <a:chOff x="0" y="0"/>
          <a:chExt cx="0" cy="0"/>
        </a:xfrm>
      </p:grpSpPr>
      <p:sp>
        <p:nvSpPr>
          <p:cNvPr id="300" name="Google Shape;300;g58d3b44f08_0_0:notes"/>
          <p:cNvSpPr>
            <a:spLocks noGrp="1" noRot="1" noChangeAspect="1"/>
          </p:cNvSpPr>
          <p:nvPr>
            <p:ph type="sldImg" idx="2"/>
          </p:nvPr>
        </p:nvSpPr>
        <p:spPr>
          <a:xfrm>
            <a:off x="2713038" y="515938"/>
            <a:ext cx="4595812" cy="258445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1" name="Google Shape;301;g58d3b44f08_0_0:notes"/>
          <p:cNvSpPr txBox="1">
            <a:spLocks noGrp="1"/>
          </p:cNvSpPr>
          <p:nvPr>
            <p:ph type="body" idx="1"/>
          </p:nvPr>
        </p:nvSpPr>
        <p:spPr>
          <a:xfrm>
            <a:off x="1002189" y="3272631"/>
            <a:ext cx="8017510" cy="3100388"/>
          </a:xfrm>
          <a:prstGeom prst="rect">
            <a:avLst/>
          </a:prstGeom>
        </p:spPr>
        <p:txBody>
          <a:bodyPr spcFirstLastPara="1" wrap="square" lIns="96618" tIns="96618" rIns="96618" bIns="96618" anchor="t" anchorCtr="0">
            <a:noAutofit/>
          </a:bodyPr>
          <a:lstStyle/>
          <a:p>
            <a:pPr marL="0" indent="0">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6"/>
        <p:cNvGrpSpPr/>
        <p:nvPr/>
      </p:nvGrpSpPr>
      <p:grpSpPr>
        <a:xfrm>
          <a:off x="0" y="0"/>
          <a:ext cx="0" cy="0"/>
          <a:chOff x="0" y="0"/>
          <a:chExt cx="0" cy="0"/>
        </a:xfrm>
      </p:grpSpPr>
      <p:sp>
        <p:nvSpPr>
          <p:cNvPr id="307" name="Google Shape;307;ge48ae9e760_0_142:notes"/>
          <p:cNvSpPr>
            <a:spLocks noGrp="1" noRot="1" noChangeAspect="1"/>
          </p:cNvSpPr>
          <p:nvPr>
            <p:ph type="sldImg" idx="2"/>
          </p:nvPr>
        </p:nvSpPr>
        <p:spPr>
          <a:xfrm>
            <a:off x="2713038" y="515938"/>
            <a:ext cx="4595812" cy="258445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8" name="Google Shape;308;ge48ae9e760_0_142:notes"/>
          <p:cNvSpPr txBox="1">
            <a:spLocks noGrp="1"/>
          </p:cNvSpPr>
          <p:nvPr>
            <p:ph type="body" idx="1"/>
          </p:nvPr>
        </p:nvSpPr>
        <p:spPr>
          <a:xfrm>
            <a:off x="1002189" y="3272631"/>
            <a:ext cx="8017510" cy="3100388"/>
          </a:xfrm>
          <a:prstGeom prst="rect">
            <a:avLst/>
          </a:prstGeom>
        </p:spPr>
        <p:txBody>
          <a:bodyPr spcFirstLastPara="1" wrap="square" lIns="96618" tIns="96618" rIns="96618" bIns="96618" anchor="t" anchorCtr="0">
            <a:noAutofit/>
          </a:bodyPr>
          <a:lstStyle/>
          <a:p>
            <a:pPr marL="0" indent="0">
              <a:buClr>
                <a:schemeClr val="dk1"/>
              </a:buClr>
              <a:buNone/>
            </a:pPr>
            <a:r>
              <a:rPr lang="en"/>
              <a:t>response/target variable </a:t>
            </a:r>
            <a:r>
              <a:rPr lang="en" b="1"/>
              <a:t>continuous vs categorical</a:t>
            </a:r>
            <a:r>
              <a:rPr lang="en"/>
              <a:t>. Quantitative vs qualitative.</a:t>
            </a:r>
            <a:endParaRPr/>
          </a:p>
          <a:p>
            <a:pPr marL="0" indent="0">
              <a:buNone/>
            </a:pPr>
            <a:r>
              <a:rPr lang="en"/>
              <a:t>e.g. eye color = categorical; height = quantitative; spam/not spam = categorical;</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5"/>
        <p:cNvGrpSpPr/>
        <p:nvPr/>
      </p:nvGrpSpPr>
      <p:grpSpPr>
        <a:xfrm>
          <a:off x="0" y="0"/>
          <a:ext cx="0" cy="0"/>
          <a:chOff x="0" y="0"/>
          <a:chExt cx="0" cy="0"/>
        </a:xfrm>
      </p:grpSpPr>
      <p:sp>
        <p:nvSpPr>
          <p:cNvPr id="316" name="Google Shape;316;ge48ae9e760_0_158:notes"/>
          <p:cNvSpPr>
            <a:spLocks noGrp="1" noRot="1" noChangeAspect="1"/>
          </p:cNvSpPr>
          <p:nvPr>
            <p:ph type="sldImg" idx="2"/>
          </p:nvPr>
        </p:nvSpPr>
        <p:spPr>
          <a:xfrm>
            <a:off x="2713038" y="515938"/>
            <a:ext cx="4595812" cy="258445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7" name="Google Shape;317;ge48ae9e760_0_158:notes"/>
          <p:cNvSpPr txBox="1">
            <a:spLocks noGrp="1"/>
          </p:cNvSpPr>
          <p:nvPr>
            <p:ph type="body" idx="1"/>
          </p:nvPr>
        </p:nvSpPr>
        <p:spPr>
          <a:xfrm>
            <a:off x="1002189" y="3272631"/>
            <a:ext cx="8017510" cy="3100388"/>
          </a:xfrm>
          <a:prstGeom prst="rect">
            <a:avLst/>
          </a:prstGeom>
        </p:spPr>
        <p:txBody>
          <a:bodyPr spcFirstLastPara="1" wrap="square" lIns="96618" tIns="96618" rIns="96618" bIns="96618" anchor="t" anchorCtr="0">
            <a:noAutofit/>
          </a:bodyPr>
          <a:lstStyle/>
          <a:p>
            <a:pPr marL="0" indent="0">
              <a:buClr>
                <a:schemeClr val="dk1"/>
              </a:buClr>
              <a:buNone/>
            </a:pPr>
            <a:r>
              <a:rPr lang="en">
                <a:solidFill>
                  <a:schemeClr val="dk1"/>
                </a:solidFill>
              </a:rPr>
              <a:t>categories sometimes called “labels”</a:t>
            </a:r>
            <a:endParaRPr>
              <a:solidFill>
                <a:schemeClr val="dk1"/>
              </a:solidFill>
            </a:endParaRPr>
          </a:p>
          <a:p>
            <a:pPr marL="0" indent="0">
              <a:buClr>
                <a:schemeClr val="dk1"/>
              </a:buClr>
              <a:buNone/>
            </a:pPr>
            <a:r>
              <a:rPr lang="en">
                <a:solidFill>
                  <a:schemeClr val="dk1"/>
                </a:solidFill>
              </a:rPr>
              <a:t>multi-label is not a function b/c can have two y values</a:t>
            </a:r>
            <a:endParaRPr>
              <a:solidFill>
                <a:schemeClr val="dk1"/>
              </a:solidFill>
            </a:endParaRPr>
          </a:p>
          <a:p>
            <a:pPr marL="0" indent="0">
              <a:buNone/>
            </a:pPr>
            <a:r>
              <a:rPr lang="en">
                <a:solidFill>
                  <a:schemeClr val="dk1"/>
                </a:solidFill>
              </a:rPr>
              <a:t>Now, remember I said classification is a type of supervised learning and so the way we build our model is through training data. With classification it’s very very important to have your training dataset be balanced, regardless if that’s not representative of how things are in the real world. What I mean is that you want to have an even distribution of examples fitting into each class. So if I was creating a model to classify whether this clover is a three leaf or a four leaf clover, I don’t care that there’s way more three leaf clovers out there than four leaf clovers, I still want to have training data that’s 50% three leaf clovers and 50% four leaf clovers so that the model doesn’t just assume that all clovers are three-leaf clovers because, hey, it might be right 99% of the time, but that model isn’t going to be able to do the thing I created it to do which is spot those four-leaf clovers! So if you have an imbalance training dataset, regardless of whether your classification problem is binary, multiclass, or multi-label, you have to deal with the issue of having balanced data first, which I’m not going to cover in this video, but some common methods of dealing with imbalanced data include SMOTE and class weighting.</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8"/>
        <p:cNvGrpSpPr/>
        <p:nvPr/>
      </p:nvGrpSpPr>
      <p:grpSpPr>
        <a:xfrm>
          <a:off x="0" y="0"/>
          <a:ext cx="0" cy="0"/>
          <a:chOff x="0" y="0"/>
          <a:chExt cx="0" cy="0"/>
        </a:xfrm>
      </p:grpSpPr>
      <p:sp>
        <p:nvSpPr>
          <p:cNvPr id="329" name="Google Shape;329;ge48ae9e760_3_0:notes"/>
          <p:cNvSpPr>
            <a:spLocks noGrp="1" noRot="1" noChangeAspect="1"/>
          </p:cNvSpPr>
          <p:nvPr>
            <p:ph type="sldImg" idx="2"/>
          </p:nvPr>
        </p:nvSpPr>
        <p:spPr>
          <a:xfrm>
            <a:off x="2713038" y="515938"/>
            <a:ext cx="4595812" cy="258445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0" name="Google Shape;330;ge48ae9e760_3_0:notes"/>
          <p:cNvSpPr txBox="1">
            <a:spLocks noGrp="1"/>
          </p:cNvSpPr>
          <p:nvPr>
            <p:ph type="body" idx="1"/>
          </p:nvPr>
        </p:nvSpPr>
        <p:spPr>
          <a:xfrm>
            <a:off x="1002189" y="3272631"/>
            <a:ext cx="8017510" cy="3100388"/>
          </a:xfrm>
          <a:prstGeom prst="rect">
            <a:avLst/>
          </a:prstGeom>
        </p:spPr>
        <p:txBody>
          <a:bodyPr spcFirstLastPara="1" wrap="square" lIns="96618" tIns="96618" rIns="96618" bIns="96618" anchor="t" anchorCtr="0">
            <a:noAutofit/>
          </a:bodyPr>
          <a:lstStyle/>
          <a:p>
            <a:pPr marL="0" indent="0">
              <a:buNone/>
            </a:pPr>
            <a:r>
              <a:rPr lang="en"/>
              <a:t>Trick question: what type of problem have I been asking you guys all been doing right now?</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2"/>
        <p:cNvGrpSpPr/>
        <p:nvPr/>
      </p:nvGrpSpPr>
      <p:grpSpPr>
        <a:xfrm>
          <a:off x="0" y="0"/>
          <a:ext cx="0" cy="0"/>
          <a:chOff x="0" y="0"/>
          <a:chExt cx="0" cy="0"/>
        </a:xfrm>
      </p:grpSpPr>
      <p:sp>
        <p:nvSpPr>
          <p:cNvPr id="343" name="Google Shape;343;ge48ae9e760_0_180:notes"/>
          <p:cNvSpPr>
            <a:spLocks noGrp="1" noRot="1" noChangeAspect="1"/>
          </p:cNvSpPr>
          <p:nvPr>
            <p:ph type="sldImg" idx="2"/>
          </p:nvPr>
        </p:nvSpPr>
        <p:spPr>
          <a:xfrm>
            <a:off x="2713038" y="515938"/>
            <a:ext cx="4595812" cy="258445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4" name="Google Shape;344;ge48ae9e760_0_180:notes"/>
          <p:cNvSpPr txBox="1">
            <a:spLocks noGrp="1"/>
          </p:cNvSpPr>
          <p:nvPr>
            <p:ph type="body" idx="1"/>
          </p:nvPr>
        </p:nvSpPr>
        <p:spPr>
          <a:xfrm>
            <a:off x="1002189" y="3272631"/>
            <a:ext cx="8017510" cy="3100388"/>
          </a:xfrm>
          <a:prstGeom prst="rect">
            <a:avLst/>
          </a:prstGeom>
        </p:spPr>
        <p:txBody>
          <a:bodyPr spcFirstLastPara="1" wrap="square" lIns="96618" tIns="96618" rIns="96618" bIns="96618" anchor="t" anchorCtr="0">
            <a:noAutofit/>
          </a:bodyPr>
          <a:lstStyle/>
          <a:p>
            <a:pPr marL="0" indent="0">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4"/>
        <p:cNvGrpSpPr/>
        <p:nvPr/>
      </p:nvGrpSpPr>
      <p:grpSpPr>
        <a:xfrm>
          <a:off x="0" y="0"/>
          <a:ext cx="0" cy="0"/>
          <a:chOff x="0" y="0"/>
          <a:chExt cx="0" cy="0"/>
        </a:xfrm>
      </p:grpSpPr>
      <p:sp>
        <p:nvSpPr>
          <p:cNvPr id="395" name="Google Shape;395;ge48ae9e760_1_1453:notes"/>
          <p:cNvSpPr>
            <a:spLocks noGrp="1" noRot="1" noChangeAspect="1"/>
          </p:cNvSpPr>
          <p:nvPr>
            <p:ph type="sldImg" idx="2"/>
          </p:nvPr>
        </p:nvSpPr>
        <p:spPr>
          <a:xfrm>
            <a:off x="2713038" y="515938"/>
            <a:ext cx="4595812" cy="258445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6" name="Google Shape;396;ge48ae9e760_1_1453:notes"/>
          <p:cNvSpPr txBox="1">
            <a:spLocks noGrp="1"/>
          </p:cNvSpPr>
          <p:nvPr>
            <p:ph type="body" idx="1"/>
          </p:nvPr>
        </p:nvSpPr>
        <p:spPr>
          <a:xfrm>
            <a:off x="1002189" y="3272631"/>
            <a:ext cx="8017510" cy="3100388"/>
          </a:xfrm>
          <a:prstGeom prst="rect">
            <a:avLst/>
          </a:prstGeom>
        </p:spPr>
        <p:txBody>
          <a:bodyPr spcFirstLastPara="1" wrap="square" lIns="96618" tIns="96618" rIns="96618" bIns="96618" anchor="t" anchorCtr="0">
            <a:noAutofit/>
          </a:bodyPr>
          <a:lstStyle/>
          <a:p>
            <a:pPr marL="0" indent="0">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1"/>
        <p:cNvGrpSpPr/>
        <p:nvPr/>
      </p:nvGrpSpPr>
      <p:grpSpPr>
        <a:xfrm>
          <a:off x="0" y="0"/>
          <a:ext cx="0" cy="0"/>
          <a:chOff x="0" y="0"/>
          <a:chExt cx="0" cy="0"/>
        </a:xfrm>
      </p:grpSpPr>
      <p:sp>
        <p:nvSpPr>
          <p:cNvPr id="402" name="Google Shape;402;ge48ae9e760_1_333:notes"/>
          <p:cNvSpPr>
            <a:spLocks noGrp="1" noRot="1" noChangeAspect="1"/>
          </p:cNvSpPr>
          <p:nvPr>
            <p:ph type="sldImg" idx="2"/>
          </p:nvPr>
        </p:nvSpPr>
        <p:spPr>
          <a:xfrm>
            <a:off x="2713038" y="515938"/>
            <a:ext cx="4595812" cy="258445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3" name="Google Shape;403;ge48ae9e760_1_333:notes"/>
          <p:cNvSpPr txBox="1">
            <a:spLocks noGrp="1"/>
          </p:cNvSpPr>
          <p:nvPr>
            <p:ph type="body" idx="1"/>
          </p:nvPr>
        </p:nvSpPr>
        <p:spPr>
          <a:xfrm>
            <a:off x="1002189" y="3272631"/>
            <a:ext cx="8017510" cy="3100388"/>
          </a:xfrm>
          <a:prstGeom prst="rect">
            <a:avLst/>
          </a:prstGeom>
        </p:spPr>
        <p:txBody>
          <a:bodyPr spcFirstLastPara="1" wrap="square" lIns="96618" tIns="96618" rIns="96618" bIns="96618" anchor="t" anchorCtr="0">
            <a:noAutofit/>
          </a:bodyPr>
          <a:lstStyle/>
          <a:p>
            <a:pPr marL="0" indent="0">
              <a:buNone/>
            </a:pPr>
            <a:r>
              <a:rPr lang="en"/>
              <a:t>Discriminative means that the model is trained to focus only on the differences between the two classes, unlike a generative classifier that tries to understand the characteristics of each class.</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0"/>
        <p:cNvGrpSpPr/>
        <p:nvPr/>
      </p:nvGrpSpPr>
      <p:grpSpPr>
        <a:xfrm>
          <a:off x="0" y="0"/>
          <a:ext cx="0" cy="0"/>
          <a:chOff x="0" y="0"/>
          <a:chExt cx="0" cy="0"/>
        </a:xfrm>
      </p:grpSpPr>
      <p:sp>
        <p:nvSpPr>
          <p:cNvPr id="461" name="Google Shape;461;ge48ae9e760_1_653:notes"/>
          <p:cNvSpPr>
            <a:spLocks noGrp="1" noRot="1" noChangeAspect="1"/>
          </p:cNvSpPr>
          <p:nvPr>
            <p:ph type="sldImg" idx="2"/>
          </p:nvPr>
        </p:nvSpPr>
        <p:spPr>
          <a:xfrm>
            <a:off x="2713038" y="515938"/>
            <a:ext cx="4595812" cy="258445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2" name="Google Shape;462;ge48ae9e760_1_653:notes"/>
          <p:cNvSpPr txBox="1">
            <a:spLocks noGrp="1"/>
          </p:cNvSpPr>
          <p:nvPr>
            <p:ph type="body" idx="1"/>
          </p:nvPr>
        </p:nvSpPr>
        <p:spPr>
          <a:xfrm>
            <a:off x="1002189" y="3272631"/>
            <a:ext cx="8017510" cy="3100388"/>
          </a:xfrm>
          <a:prstGeom prst="rect">
            <a:avLst/>
          </a:prstGeom>
        </p:spPr>
        <p:txBody>
          <a:bodyPr spcFirstLastPara="1" wrap="square" lIns="96618" tIns="96618" rIns="96618" bIns="96618" anchor="t" anchorCtr="0">
            <a:noAutofit/>
          </a:bodyPr>
          <a:lstStyle/>
          <a:p>
            <a:pPr marL="0" indent="0">
              <a:buNone/>
            </a:pPr>
            <a:r>
              <a:rPr lang="en"/>
              <a:t>Binary Classification: typically 0 = negative class (answer = no), 1 = positive class (answer = yes).</a:t>
            </a:r>
            <a:endParaRPr/>
          </a:p>
          <a:p>
            <a:pPr marL="0" indent="0">
              <a:buNone/>
            </a:pPr>
            <a:r>
              <a:rPr lang="en"/>
              <a:t>linear regression is basically the line of best fit.</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6"/>
        <p:cNvGrpSpPr/>
        <p:nvPr/>
      </p:nvGrpSpPr>
      <p:grpSpPr>
        <a:xfrm>
          <a:off x="0" y="0"/>
          <a:ext cx="0" cy="0"/>
          <a:chOff x="0" y="0"/>
          <a:chExt cx="0" cy="0"/>
        </a:xfrm>
      </p:grpSpPr>
      <p:sp>
        <p:nvSpPr>
          <p:cNvPr id="467" name="Google Shape;467;ge48ae9e760_1_882:notes"/>
          <p:cNvSpPr>
            <a:spLocks noGrp="1" noRot="1" noChangeAspect="1"/>
          </p:cNvSpPr>
          <p:nvPr>
            <p:ph type="sldImg" idx="2"/>
          </p:nvPr>
        </p:nvSpPr>
        <p:spPr>
          <a:xfrm>
            <a:off x="2713038" y="515938"/>
            <a:ext cx="4595812" cy="258445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8" name="Google Shape;468;ge48ae9e760_1_882:notes"/>
          <p:cNvSpPr txBox="1">
            <a:spLocks noGrp="1"/>
          </p:cNvSpPr>
          <p:nvPr>
            <p:ph type="body" idx="1"/>
          </p:nvPr>
        </p:nvSpPr>
        <p:spPr>
          <a:xfrm>
            <a:off x="1002189" y="3272631"/>
            <a:ext cx="8017510" cy="3100388"/>
          </a:xfrm>
          <a:prstGeom prst="rect">
            <a:avLst/>
          </a:prstGeom>
        </p:spPr>
        <p:txBody>
          <a:bodyPr spcFirstLastPara="1" wrap="square" lIns="96618" tIns="96618" rIns="96618" bIns="96618" anchor="t" anchorCtr="0">
            <a:noAutofit/>
          </a:bodyPr>
          <a:lstStyle/>
          <a:p>
            <a:pPr marL="0" indent="0">
              <a:buNone/>
            </a:pPr>
            <a:r>
              <a:rPr lang="en">
                <a:solidFill>
                  <a:schemeClr val="dk1"/>
                </a:solidFill>
              </a:rPr>
              <a:t>some of you in math class or biology class may have heard of logistic growth versus exponential growth: guess what, logistic regression uses basically the same function as the logistic equation you learn in class</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6"/>
        <p:cNvGrpSpPr/>
        <p:nvPr/>
      </p:nvGrpSpPr>
      <p:grpSpPr>
        <a:xfrm>
          <a:off x="0" y="0"/>
          <a:ext cx="0" cy="0"/>
          <a:chOff x="0" y="0"/>
          <a:chExt cx="0" cy="0"/>
        </a:xfrm>
      </p:grpSpPr>
      <p:sp>
        <p:nvSpPr>
          <p:cNvPr id="477" name="Google Shape;477;ge95ae7a2ac_0_0:notes"/>
          <p:cNvSpPr>
            <a:spLocks noGrp="1" noRot="1" noChangeAspect="1"/>
          </p:cNvSpPr>
          <p:nvPr>
            <p:ph type="sldImg" idx="2"/>
          </p:nvPr>
        </p:nvSpPr>
        <p:spPr>
          <a:xfrm>
            <a:off x="2713038" y="515938"/>
            <a:ext cx="4595812" cy="258445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8" name="Google Shape;478;ge95ae7a2ac_0_0:notes"/>
          <p:cNvSpPr txBox="1">
            <a:spLocks noGrp="1"/>
          </p:cNvSpPr>
          <p:nvPr>
            <p:ph type="body" idx="1"/>
          </p:nvPr>
        </p:nvSpPr>
        <p:spPr>
          <a:xfrm>
            <a:off x="1002189" y="3272631"/>
            <a:ext cx="8017510" cy="3100388"/>
          </a:xfrm>
          <a:prstGeom prst="rect">
            <a:avLst/>
          </a:prstGeom>
        </p:spPr>
        <p:txBody>
          <a:bodyPr spcFirstLastPara="1" wrap="square" lIns="96618" tIns="96618" rIns="96618" bIns="96618" anchor="t" anchorCtr="0">
            <a:noAutofit/>
          </a:bodyPr>
          <a:lstStyle/>
          <a:p>
            <a:pPr marL="0" indent="0">
              <a:buNone/>
            </a:pPr>
            <a:r>
              <a:rPr lang="en"/>
              <a:t>we used least squares to estimate the unknown linear regression coefficients, but for logistic regression we’ll use maximum likelihood estimation (MLE) because its more accurate (although mathematically speaking, least squares is just a special case of maximum likelihood, but let’s not get into that, it’s the math is too complicated). Basically, the maximum likelihood function estimates the coefficients.</a:t>
            </a:r>
            <a:endParaRPr/>
          </a:p>
          <a:p>
            <a:pPr marL="0" indent="0">
              <a:buNone/>
            </a:pPr>
            <a:endParaRPr/>
          </a:p>
          <a:p>
            <a:pPr marL="0" indent="0">
              <a:buNone/>
            </a:pPr>
            <a:r>
              <a:rPr lang="en"/>
              <a:t>So far the formulas I showed you are assuming you are doing binary classification with only 1 predictor, in reality you can do have multiple classes with multiple predictors (both continuous and categorica, for categorical you’ll have to use dummy variablesl) but I’m not going to show the mathematical models for that because multiple logistic regression is too complex.</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5"/>
        <p:cNvGrpSpPr/>
        <p:nvPr/>
      </p:nvGrpSpPr>
      <p:grpSpPr>
        <a:xfrm>
          <a:off x="0" y="0"/>
          <a:ext cx="0" cy="0"/>
          <a:chOff x="0" y="0"/>
          <a:chExt cx="0" cy="0"/>
        </a:xfrm>
      </p:grpSpPr>
      <p:sp>
        <p:nvSpPr>
          <p:cNvPr id="496" name="Google Shape;496;ge48ae9e760_1_1467:notes"/>
          <p:cNvSpPr>
            <a:spLocks noGrp="1" noRot="1" noChangeAspect="1"/>
          </p:cNvSpPr>
          <p:nvPr>
            <p:ph type="sldImg" idx="2"/>
          </p:nvPr>
        </p:nvSpPr>
        <p:spPr>
          <a:xfrm>
            <a:off x="2713038" y="515938"/>
            <a:ext cx="4595812" cy="258445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7" name="Google Shape;497;ge48ae9e760_1_1467:notes"/>
          <p:cNvSpPr txBox="1">
            <a:spLocks noGrp="1"/>
          </p:cNvSpPr>
          <p:nvPr>
            <p:ph type="body" idx="1"/>
          </p:nvPr>
        </p:nvSpPr>
        <p:spPr>
          <a:xfrm>
            <a:off x="1002189" y="3272631"/>
            <a:ext cx="8017510" cy="3100388"/>
          </a:xfrm>
          <a:prstGeom prst="rect">
            <a:avLst/>
          </a:prstGeom>
        </p:spPr>
        <p:txBody>
          <a:bodyPr spcFirstLastPara="1" wrap="square" lIns="96618" tIns="96618" rIns="96618" bIns="96618" anchor="t" anchorCtr="0">
            <a:noAutofit/>
          </a:bodyPr>
          <a:lstStyle/>
          <a:p>
            <a:pPr marL="0" indent="0">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2"/>
        <p:cNvGrpSpPr/>
        <p:nvPr/>
      </p:nvGrpSpPr>
      <p:grpSpPr>
        <a:xfrm>
          <a:off x="0" y="0"/>
          <a:ext cx="0" cy="0"/>
          <a:chOff x="0" y="0"/>
          <a:chExt cx="0" cy="0"/>
        </a:xfrm>
      </p:grpSpPr>
      <p:sp>
        <p:nvSpPr>
          <p:cNvPr id="503" name="Google Shape;503;ge48ae9e760_1_1080:notes"/>
          <p:cNvSpPr>
            <a:spLocks noGrp="1" noRot="1" noChangeAspect="1"/>
          </p:cNvSpPr>
          <p:nvPr>
            <p:ph type="sldImg" idx="2"/>
          </p:nvPr>
        </p:nvSpPr>
        <p:spPr>
          <a:xfrm>
            <a:off x="2713038" y="515938"/>
            <a:ext cx="4595812" cy="258445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4" name="Google Shape;504;ge48ae9e760_1_1080:notes"/>
          <p:cNvSpPr txBox="1">
            <a:spLocks noGrp="1"/>
          </p:cNvSpPr>
          <p:nvPr>
            <p:ph type="body" idx="1"/>
          </p:nvPr>
        </p:nvSpPr>
        <p:spPr>
          <a:xfrm>
            <a:off x="1002189" y="3272631"/>
            <a:ext cx="8017510" cy="3100388"/>
          </a:xfrm>
          <a:prstGeom prst="rect">
            <a:avLst/>
          </a:prstGeom>
        </p:spPr>
        <p:txBody>
          <a:bodyPr spcFirstLastPara="1" wrap="square" lIns="96618" tIns="96618" rIns="96618" bIns="96618" anchor="t" anchorCtr="0">
            <a:noAutofit/>
          </a:bodyPr>
          <a:lstStyle/>
          <a:p>
            <a:pPr marL="0" indent="0">
              <a:buNone/>
            </a:pPr>
            <a:r>
              <a:rPr lang="en"/>
              <a:t>remember 1 = positive. 0 = negative</a:t>
            </a:r>
            <a:endParaRPr/>
          </a:p>
          <a:p>
            <a:pPr marL="0" indent="0">
              <a:buNone/>
            </a:pPr>
            <a:r>
              <a:rPr lang="en" strike="sngStrike"/>
              <a:t>If you graph these points (with precision on the y-axis and recall on the x-axis), you get a precision-recall curve (or equivalently, a precision-recall graph)</a:t>
            </a:r>
            <a:endParaRPr strike="sngStrike"/>
          </a:p>
          <a:p>
            <a:pPr marL="0" indent="0">
              <a:buNone/>
            </a:pPr>
            <a:r>
              <a:rPr lang="en" strike="sngStrike"/>
              <a:t>Unfortunately, precision and recall are often in tension (inversely related). You have to adjust the classification (i.e. what probability value is your cut-off) threshold to find the best balance.</a:t>
            </a:r>
            <a:endParaRPr strike="sngStrike"/>
          </a:p>
          <a:p>
            <a:pPr marL="0" indent="0">
              <a:buNone/>
            </a:pPr>
            <a:endParaRPr/>
          </a:p>
          <a:p>
            <a:pPr marL="0" indent="0">
              <a:buNone/>
            </a:pPr>
            <a:r>
              <a:rPr lang="en"/>
              <a:t>Like precision/recall, specificity and sensitivity are also in tension (inversely related). Once again, you need to adjust the classification threshold to find the right balance.</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2"/>
        <p:cNvGrpSpPr/>
        <p:nvPr/>
      </p:nvGrpSpPr>
      <p:grpSpPr>
        <a:xfrm>
          <a:off x="0" y="0"/>
          <a:ext cx="0" cy="0"/>
          <a:chOff x="0" y="0"/>
          <a:chExt cx="0" cy="0"/>
        </a:xfrm>
      </p:grpSpPr>
      <p:sp>
        <p:nvSpPr>
          <p:cNvPr id="533" name="Google Shape;533;ge48ae9e760_1_1265:notes"/>
          <p:cNvSpPr>
            <a:spLocks noGrp="1" noRot="1" noChangeAspect="1"/>
          </p:cNvSpPr>
          <p:nvPr>
            <p:ph type="sldImg" idx="2"/>
          </p:nvPr>
        </p:nvSpPr>
        <p:spPr>
          <a:xfrm>
            <a:off x="2713038" y="515938"/>
            <a:ext cx="4595812" cy="258445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4" name="Google Shape;534;ge48ae9e760_1_1265:notes"/>
          <p:cNvSpPr txBox="1">
            <a:spLocks noGrp="1"/>
          </p:cNvSpPr>
          <p:nvPr>
            <p:ph type="body" idx="1"/>
          </p:nvPr>
        </p:nvSpPr>
        <p:spPr>
          <a:xfrm>
            <a:off x="1002189" y="3272631"/>
            <a:ext cx="8017510" cy="3100388"/>
          </a:xfrm>
          <a:prstGeom prst="rect">
            <a:avLst/>
          </a:prstGeom>
        </p:spPr>
        <p:txBody>
          <a:bodyPr spcFirstLastPara="1" wrap="square" lIns="96618" tIns="96618" rIns="96618" bIns="96618" anchor="t" anchorCtr="0">
            <a:noAutofit/>
          </a:bodyPr>
          <a:lstStyle/>
          <a:p>
            <a:pPr marL="0" indent="0">
              <a:buNone/>
            </a:pPr>
            <a:r>
              <a:rPr lang="en"/>
              <a:t>Lowering the classification threshold classifies more items as positive, thus increasing both False Positives and True Positives.</a:t>
            </a:r>
            <a:endParaRPr/>
          </a:p>
          <a:p>
            <a:pPr marL="0" indent="0">
              <a:buNone/>
            </a:pPr>
            <a:endParaRPr/>
          </a:p>
          <a:p>
            <a:pPr marL="0" indent="0">
              <a:buNone/>
            </a:pPr>
            <a:r>
              <a:rPr lang="en"/>
              <a:t>I am not going to get deep into using ROC and AUC in this lecture because that’s just too much for one day, but for now, just know that it exists and that it’s one metric data scientists like to use to evaluate classification models.</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4"/>
        <p:cNvGrpSpPr/>
        <p:nvPr/>
      </p:nvGrpSpPr>
      <p:grpSpPr>
        <a:xfrm>
          <a:off x="0" y="0"/>
          <a:ext cx="0" cy="0"/>
          <a:chOff x="0" y="0"/>
          <a:chExt cx="0" cy="0"/>
        </a:xfrm>
      </p:grpSpPr>
      <p:sp>
        <p:nvSpPr>
          <p:cNvPr id="545" name="Google Shape;545;ge48ae9e760_1_1276:notes"/>
          <p:cNvSpPr>
            <a:spLocks noGrp="1" noRot="1" noChangeAspect="1"/>
          </p:cNvSpPr>
          <p:nvPr>
            <p:ph type="sldImg" idx="2"/>
          </p:nvPr>
        </p:nvSpPr>
        <p:spPr>
          <a:xfrm>
            <a:off x="2713038" y="515938"/>
            <a:ext cx="4595812" cy="258445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46" name="Google Shape;546;ge48ae9e760_1_1276:notes"/>
          <p:cNvSpPr txBox="1">
            <a:spLocks noGrp="1"/>
          </p:cNvSpPr>
          <p:nvPr>
            <p:ph type="body" idx="1"/>
          </p:nvPr>
        </p:nvSpPr>
        <p:spPr>
          <a:xfrm>
            <a:off x="1002189" y="3272631"/>
            <a:ext cx="8017510" cy="3100388"/>
          </a:xfrm>
          <a:prstGeom prst="rect">
            <a:avLst/>
          </a:prstGeom>
        </p:spPr>
        <p:txBody>
          <a:bodyPr spcFirstLastPara="1" wrap="square" lIns="96618" tIns="96618" rIns="96618" bIns="96618" anchor="t" anchorCtr="0">
            <a:noAutofit/>
          </a:bodyPr>
          <a:lstStyle/>
          <a:p>
            <a:pPr marL="0" indent="0">
              <a:buNone/>
            </a:pPr>
            <a:r>
              <a:rPr lang="en"/>
              <a:t>Use Log Loss for logistic regression (MSE for linear regression).</a:t>
            </a:r>
            <a:endParaRPr/>
          </a:p>
          <a:p>
            <a:pPr marL="0" indent="0">
              <a:buNone/>
            </a:pPr>
            <a:r>
              <a:rPr lang="en"/>
              <a:t>Cost function is just the average of the loss functions for all samples.</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3"/>
        <p:cNvGrpSpPr/>
        <p:nvPr/>
      </p:nvGrpSpPr>
      <p:grpSpPr>
        <a:xfrm>
          <a:off x="0" y="0"/>
          <a:ext cx="0" cy="0"/>
          <a:chOff x="0" y="0"/>
          <a:chExt cx="0" cy="0"/>
        </a:xfrm>
      </p:grpSpPr>
      <p:sp>
        <p:nvSpPr>
          <p:cNvPr id="554" name="Google Shape;554;ge48ae9e760_1_1439:notes"/>
          <p:cNvSpPr>
            <a:spLocks noGrp="1" noRot="1" noChangeAspect="1"/>
          </p:cNvSpPr>
          <p:nvPr>
            <p:ph type="sldImg" idx="2"/>
          </p:nvPr>
        </p:nvSpPr>
        <p:spPr>
          <a:xfrm>
            <a:off x="2713038" y="515938"/>
            <a:ext cx="4595812" cy="258445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55" name="Google Shape;555;ge48ae9e760_1_1439:notes"/>
          <p:cNvSpPr txBox="1">
            <a:spLocks noGrp="1"/>
          </p:cNvSpPr>
          <p:nvPr>
            <p:ph type="body" idx="1"/>
          </p:nvPr>
        </p:nvSpPr>
        <p:spPr>
          <a:xfrm>
            <a:off x="1002189" y="3272631"/>
            <a:ext cx="8017510" cy="3100388"/>
          </a:xfrm>
          <a:prstGeom prst="rect">
            <a:avLst/>
          </a:prstGeom>
        </p:spPr>
        <p:txBody>
          <a:bodyPr spcFirstLastPara="1" wrap="square" lIns="96618" tIns="96618" rIns="96618" bIns="96618" anchor="t" anchorCtr="0">
            <a:noAutofit/>
          </a:bodyPr>
          <a:lstStyle/>
          <a:p>
            <a:pPr marL="0" indent="0">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3" Type="http://schemas.openxmlformats.org/officeDocument/2006/relationships/hyperlink" Target="http://bit.ly/2Tynxth" TargetMode="External"/><Relationship Id="rId2" Type="http://schemas.openxmlformats.org/officeDocument/2006/relationships/image" Target="../media/image34.png"/><Relationship Id="rId1" Type="http://schemas.openxmlformats.org/officeDocument/2006/relationships/slideMaster" Target="../slideMasters/slideMaster1.xml"/><Relationship Id="rId5" Type="http://schemas.openxmlformats.org/officeDocument/2006/relationships/hyperlink" Target="http://bit.ly/2TtBDfr" TargetMode="External"/><Relationship Id="rId4" Type="http://schemas.openxmlformats.org/officeDocument/2006/relationships/hyperlink" Target="http://bit.ly/2TyoMsr" TargetMode="Externa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Opening slide">
  <p:cSld name="CUSTOM_7">
    <p:bg>
      <p:bgPr>
        <a:blipFill>
          <a:blip r:embed="rId2">
            <a:alphaModFix/>
          </a:blip>
          <a:stretch>
            <a:fillRect/>
          </a:stretch>
        </a:blipFill>
        <a:effectLst/>
      </p:bgPr>
    </p:bg>
    <p:spTree>
      <p:nvGrpSpPr>
        <p:cNvPr id="1" name="Shape 8"/>
        <p:cNvGrpSpPr/>
        <p:nvPr/>
      </p:nvGrpSpPr>
      <p:grpSpPr>
        <a:xfrm>
          <a:off x="0" y="0"/>
          <a:ext cx="0" cy="0"/>
          <a:chOff x="0" y="0"/>
          <a:chExt cx="0" cy="0"/>
        </a:xfrm>
      </p:grpSpPr>
      <p:sp>
        <p:nvSpPr>
          <p:cNvPr id="9" name="Google Shape;9;p2"/>
          <p:cNvSpPr txBox="1">
            <a:spLocks noGrp="1"/>
          </p:cNvSpPr>
          <p:nvPr>
            <p:ph type="ctrTitle"/>
          </p:nvPr>
        </p:nvSpPr>
        <p:spPr>
          <a:xfrm>
            <a:off x="1135981" y="1393699"/>
            <a:ext cx="6886800" cy="1782300"/>
          </a:xfrm>
          <a:prstGeom prst="rect">
            <a:avLst/>
          </a:prstGeom>
        </p:spPr>
        <p:txBody>
          <a:bodyPr spcFirstLastPara="1" wrap="square" lIns="91425" tIns="91425" rIns="91425" bIns="91425" anchor="b" anchorCtr="0">
            <a:noAutofit/>
          </a:bodyPr>
          <a:lstStyle>
            <a:lvl1pPr lvl="0" algn="r" rtl="0">
              <a:spcBef>
                <a:spcPts val="0"/>
              </a:spcBef>
              <a:spcAft>
                <a:spcPts val="0"/>
              </a:spcAft>
              <a:buSzPts val="6000"/>
              <a:buNone/>
              <a:defRPr sz="4800"/>
            </a:lvl1pPr>
            <a:lvl2pPr lvl="1" rtl="0">
              <a:spcBef>
                <a:spcPts val="0"/>
              </a:spcBef>
              <a:spcAft>
                <a:spcPts val="0"/>
              </a:spcAft>
              <a:buSzPts val="5200"/>
              <a:buNone/>
              <a:defRPr sz="5200"/>
            </a:lvl2pPr>
            <a:lvl3pPr lvl="2" rtl="0">
              <a:spcBef>
                <a:spcPts val="0"/>
              </a:spcBef>
              <a:spcAft>
                <a:spcPts val="0"/>
              </a:spcAft>
              <a:buSzPts val="5200"/>
              <a:buNone/>
              <a:defRPr sz="5200"/>
            </a:lvl3pPr>
            <a:lvl4pPr lvl="3" rtl="0">
              <a:spcBef>
                <a:spcPts val="0"/>
              </a:spcBef>
              <a:spcAft>
                <a:spcPts val="0"/>
              </a:spcAft>
              <a:buSzPts val="5200"/>
              <a:buNone/>
              <a:defRPr sz="5200"/>
            </a:lvl4pPr>
            <a:lvl5pPr lvl="4" rtl="0">
              <a:spcBef>
                <a:spcPts val="0"/>
              </a:spcBef>
              <a:spcAft>
                <a:spcPts val="0"/>
              </a:spcAft>
              <a:buSzPts val="5200"/>
              <a:buNone/>
              <a:defRPr sz="5200"/>
            </a:lvl5pPr>
            <a:lvl6pPr lvl="5" rtl="0">
              <a:spcBef>
                <a:spcPts val="0"/>
              </a:spcBef>
              <a:spcAft>
                <a:spcPts val="0"/>
              </a:spcAft>
              <a:buSzPts val="5200"/>
              <a:buNone/>
              <a:defRPr sz="5200"/>
            </a:lvl6pPr>
            <a:lvl7pPr lvl="6" rtl="0">
              <a:spcBef>
                <a:spcPts val="0"/>
              </a:spcBef>
              <a:spcAft>
                <a:spcPts val="0"/>
              </a:spcAft>
              <a:buSzPts val="5200"/>
              <a:buNone/>
              <a:defRPr sz="5200"/>
            </a:lvl7pPr>
            <a:lvl8pPr lvl="7" rtl="0">
              <a:spcBef>
                <a:spcPts val="0"/>
              </a:spcBef>
              <a:spcAft>
                <a:spcPts val="0"/>
              </a:spcAft>
              <a:buSzPts val="5200"/>
              <a:buNone/>
              <a:defRPr sz="5200"/>
            </a:lvl8pPr>
            <a:lvl9pPr lvl="8" rtl="0">
              <a:spcBef>
                <a:spcPts val="0"/>
              </a:spcBef>
              <a:spcAft>
                <a:spcPts val="0"/>
              </a:spcAft>
              <a:buSzPts val="5200"/>
              <a:buNone/>
              <a:defRPr sz="5200"/>
            </a:lvl9pPr>
          </a:lstStyle>
          <a:p>
            <a:endParaRPr/>
          </a:p>
        </p:txBody>
      </p:sp>
      <p:sp>
        <p:nvSpPr>
          <p:cNvPr id="10" name="Google Shape;10;p2"/>
          <p:cNvSpPr txBox="1">
            <a:spLocks noGrp="1"/>
          </p:cNvSpPr>
          <p:nvPr>
            <p:ph type="subTitle" idx="1"/>
          </p:nvPr>
        </p:nvSpPr>
        <p:spPr>
          <a:xfrm>
            <a:off x="3670681" y="2933522"/>
            <a:ext cx="4352100" cy="717000"/>
          </a:xfrm>
          <a:prstGeom prst="rect">
            <a:avLst/>
          </a:prstGeom>
        </p:spPr>
        <p:txBody>
          <a:bodyPr spcFirstLastPara="1" wrap="square" lIns="91425" tIns="91425" rIns="91425" bIns="91425" anchor="b" anchorCtr="0">
            <a:noAutofit/>
          </a:bodyPr>
          <a:lstStyle>
            <a:lvl1pPr lvl="0" algn="r" rtl="0">
              <a:lnSpc>
                <a:spcPct val="100000"/>
              </a:lnSpc>
              <a:spcBef>
                <a:spcPts val="0"/>
              </a:spcBef>
              <a:spcAft>
                <a:spcPts val="0"/>
              </a:spcAft>
              <a:buSzPts val="1200"/>
              <a:buNone/>
              <a:defRPr/>
            </a:lvl1pPr>
            <a:lvl2pPr lvl="1" algn="r" rtl="0">
              <a:lnSpc>
                <a:spcPct val="100000"/>
              </a:lnSpc>
              <a:spcBef>
                <a:spcPts val="0"/>
              </a:spcBef>
              <a:spcAft>
                <a:spcPts val="0"/>
              </a:spcAft>
              <a:buSzPts val="2800"/>
              <a:buNone/>
              <a:defRPr sz="2800"/>
            </a:lvl2pPr>
            <a:lvl3pPr lvl="2" algn="r" rtl="0">
              <a:lnSpc>
                <a:spcPct val="100000"/>
              </a:lnSpc>
              <a:spcBef>
                <a:spcPts val="0"/>
              </a:spcBef>
              <a:spcAft>
                <a:spcPts val="0"/>
              </a:spcAft>
              <a:buSzPts val="2800"/>
              <a:buNone/>
              <a:defRPr sz="2800"/>
            </a:lvl3pPr>
            <a:lvl4pPr lvl="3" algn="r" rtl="0">
              <a:lnSpc>
                <a:spcPct val="100000"/>
              </a:lnSpc>
              <a:spcBef>
                <a:spcPts val="0"/>
              </a:spcBef>
              <a:spcAft>
                <a:spcPts val="0"/>
              </a:spcAft>
              <a:buSzPts val="2800"/>
              <a:buNone/>
              <a:defRPr sz="2800"/>
            </a:lvl4pPr>
            <a:lvl5pPr lvl="4" algn="r" rtl="0">
              <a:lnSpc>
                <a:spcPct val="100000"/>
              </a:lnSpc>
              <a:spcBef>
                <a:spcPts val="0"/>
              </a:spcBef>
              <a:spcAft>
                <a:spcPts val="0"/>
              </a:spcAft>
              <a:buSzPts val="2800"/>
              <a:buNone/>
              <a:defRPr sz="2800"/>
            </a:lvl5pPr>
            <a:lvl6pPr lvl="5" algn="r" rtl="0">
              <a:lnSpc>
                <a:spcPct val="100000"/>
              </a:lnSpc>
              <a:spcBef>
                <a:spcPts val="0"/>
              </a:spcBef>
              <a:spcAft>
                <a:spcPts val="0"/>
              </a:spcAft>
              <a:buSzPts val="2800"/>
              <a:buNone/>
              <a:defRPr sz="2800"/>
            </a:lvl6pPr>
            <a:lvl7pPr lvl="6" algn="r" rtl="0">
              <a:lnSpc>
                <a:spcPct val="100000"/>
              </a:lnSpc>
              <a:spcBef>
                <a:spcPts val="0"/>
              </a:spcBef>
              <a:spcAft>
                <a:spcPts val="0"/>
              </a:spcAft>
              <a:buSzPts val="2800"/>
              <a:buNone/>
              <a:defRPr sz="2800"/>
            </a:lvl7pPr>
            <a:lvl8pPr lvl="7" algn="r" rtl="0">
              <a:lnSpc>
                <a:spcPct val="100000"/>
              </a:lnSpc>
              <a:spcBef>
                <a:spcPts val="0"/>
              </a:spcBef>
              <a:spcAft>
                <a:spcPts val="0"/>
              </a:spcAft>
              <a:buSzPts val="2800"/>
              <a:buNone/>
              <a:defRPr sz="2800"/>
            </a:lvl8pPr>
            <a:lvl9pPr lvl="8" algn="r" rtl="0">
              <a:lnSpc>
                <a:spcPct val="100000"/>
              </a:lnSpc>
              <a:spcBef>
                <a:spcPts val="0"/>
              </a:spcBef>
              <a:spcAft>
                <a:spcPts val="0"/>
              </a:spcAft>
              <a:buSzPts val="2800"/>
              <a:buNone/>
              <a:defRPr sz="2800"/>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able of contents">
  <p:cSld name="CUSTOM_17">
    <p:bg>
      <p:bgPr>
        <a:blipFill>
          <a:blip r:embed="rId2">
            <a:alphaModFix/>
          </a:blip>
          <a:stretch>
            <a:fillRect/>
          </a:stretch>
        </a:blipFill>
        <a:effectLst/>
      </p:bgPr>
    </p:bg>
    <p:spTree>
      <p:nvGrpSpPr>
        <p:cNvPr id="1" name="Shape 11"/>
        <p:cNvGrpSpPr/>
        <p:nvPr/>
      </p:nvGrpSpPr>
      <p:grpSpPr>
        <a:xfrm>
          <a:off x="0" y="0"/>
          <a:ext cx="0" cy="0"/>
          <a:chOff x="0" y="0"/>
          <a:chExt cx="0" cy="0"/>
        </a:xfrm>
      </p:grpSpPr>
      <p:sp>
        <p:nvSpPr>
          <p:cNvPr id="12" name="Google Shape;12;p3"/>
          <p:cNvSpPr txBox="1">
            <a:spLocks noGrp="1"/>
          </p:cNvSpPr>
          <p:nvPr>
            <p:ph type="ctrTitle"/>
          </p:nvPr>
        </p:nvSpPr>
        <p:spPr>
          <a:xfrm>
            <a:off x="3385875" y="2098650"/>
            <a:ext cx="2372400" cy="9462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600"/>
              <a:buNone/>
              <a:defRPr sz="3000"/>
            </a:lvl1pPr>
            <a:lvl2pPr lvl="1" algn="r" rtl="0">
              <a:spcBef>
                <a:spcPts val="0"/>
              </a:spcBef>
              <a:spcAft>
                <a:spcPts val="0"/>
              </a:spcAft>
              <a:buSzPts val="1800"/>
              <a:buNone/>
              <a:defRPr sz="1800"/>
            </a:lvl2pPr>
            <a:lvl3pPr lvl="2" algn="r" rtl="0">
              <a:spcBef>
                <a:spcPts val="0"/>
              </a:spcBef>
              <a:spcAft>
                <a:spcPts val="0"/>
              </a:spcAft>
              <a:buSzPts val="1800"/>
              <a:buNone/>
              <a:defRPr sz="1800"/>
            </a:lvl3pPr>
            <a:lvl4pPr lvl="3" algn="r" rtl="0">
              <a:spcBef>
                <a:spcPts val="0"/>
              </a:spcBef>
              <a:spcAft>
                <a:spcPts val="0"/>
              </a:spcAft>
              <a:buSzPts val="1800"/>
              <a:buNone/>
              <a:defRPr sz="1800"/>
            </a:lvl4pPr>
            <a:lvl5pPr lvl="4" algn="r" rtl="0">
              <a:spcBef>
                <a:spcPts val="0"/>
              </a:spcBef>
              <a:spcAft>
                <a:spcPts val="0"/>
              </a:spcAft>
              <a:buSzPts val="1800"/>
              <a:buNone/>
              <a:defRPr sz="1800"/>
            </a:lvl5pPr>
            <a:lvl6pPr lvl="5" algn="r" rtl="0">
              <a:spcBef>
                <a:spcPts val="0"/>
              </a:spcBef>
              <a:spcAft>
                <a:spcPts val="0"/>
              </a:spcAft>
              <a:buSzPts val="1800"/>
              <a:buNone/>
              <a:defRPr sz="1800"/>
            </a:lvl6pPr>
            <a:lvl7pPr lvl="6" algn="r" rtl="0">
              <a:spcBef>
                <a:spcPts val="0"/>
              </a:spcBef>
              <a:spcAft>
                <a:spcPts val="0"/>
              </a:spcAft>
              <a:buSzPts val="1800"/>
              <a:buNone/>
              <a:defRPr sz="1800"/>
            </a:lvl7pPr>
            <a:lvl8pPr lvl="7" algn="r" rtl="0">
              <a:spcBef>
                <a:spcPts val="0"/>
              </a:spcBef>
              <a:spcAft>
                <a:spcPts val="0"/>
              </a:spcAft>
              <a:buSzPts val="1800"/>
              <a:buNone/>
              <a:defRPr sz="1800"/>
            </a:lvl8pPr>
            <a:lvl9pPr lvl="8" algn="r" rtl="0">
              <a:spcBef>
                <a:spcPts val="0"/>
              </a:spcBef>
              <a:spcAft>
                <a:spcPts val="0"/>
              </a:spcAft>
              <a:buSzPts val="1800"/>
              <a:buNone/>
              <a:defRPr sz="1800"/>
            </a:lvl9pPr>
          </a:lstStyle>
          <a:p>
            <a:endParaRPr/>
          </a:p>
        </p:txBody>
      </p:sp>
      <p:sp>
        <p:nvSpPr>
          <p:cNvPr id="13" name="Google Shape;13;p3"/>
          <p:cNvSpPr txBox="1">
            <a:spLocks noGrp="1"/>
          </p:cNvSpPr>
          <p:nvPr>
            <p:ph type="ctrTitle" idx="2"/>
          </p:nvPr>
        </p:nvSpPr>
        <p:spPr>
          <a:xfrm>
            <a:off x="390296" y="201653"/>
            <a:ext cx="1974300" cy="577800"/>
          </a:xfrm>
          <a:prstGeom prst="rect">
            <a:avLst/>
          </a:prstGeom>
        </p:spPr>
        <p:txBody>
          <a:bodyPr spcFirstLastPara="1" wrap="square" lIns="91425" tIns="91425" rIns="91425" bIns="91425" anchor="b" anchorCtr="0">
            <a:noAutofit/>
          </a:bodyPr>
          <a:lstStyle>
            <a:lvl1pPr lvl="0" algn="r" rtl="0">
              <a:spcBef>
                <a:spcPts val="0"/>
              </a:spcBef>
              <a:spcAft>
                <a:spcPts val="0"/>
              </a:spcAft>
              <a:buSzPts val="1400"/>
              <a:buNone/>
              <a:defRPr sz="1400"/>
            </a:lvl1pPr>
            <a:lvl2pPr lvl="1" algn="r" rtl="0">
              <a:spcBef>
                <a:spcPts val="0"/>
              </a:spcBef>
              <a:spcAft>
                <a:spcPts val="0"/>
              </a:spcAft>
              <a:buSzPts val="1400"/>
              <a:buNone/>
              <a:defRPr sz="1400"/>
            </a:lvl2pPr>
            <a:lvl3pPr lvl="2" algn="r" rtl="0">
              <a:spcBef>
                <a:spcPts val="0"/>
              </a:spcBef>
              <a:spcAft>
                <a:spcPts val="0"/>
              </a:spcAft>
              <a:buSzPts val="1400"/>
              <a:buNone/>
              <a:defRPr sz="1400"/>
            </a:lvl3pPr>
            <a:lvl4pPr lvl="3" algn="r" rtl="0">
              <a:spcBef>
                <a:spcPts val="0"/>
              </a:spcBef>
              <a:spcAft>
                <a:spcPts val="0"/>
              </a:spcAft>
              <a:buSzPts val="1400"/>
              <a:buNone/>
              <a:defRPr sz="1400"/>
            </a:lvl4pPr>
            <a:lvl5pPr lvl="4" algn="r" rtl="0">
              <a:spcBef>
                <a:spcPts val="0"/>
              </a:spcBef>
              <a:spcAft>
                <a:spcPts val="0"/>
              </a:spcAft>
              <a:buSzPts val="1400"/>
              <a:buNone/>
              <a:defRPr sz="1400"/>
            </a:lvl5pPr>
            <a:lvl6pPr lvl="5" algn="r" rtl="0">
              <a:spcBef>
                <a:spcPts val="0"/>
              </a:spcBef>
              <a:spcAft>
                <a:spcPts val="0"/>
              </a:spcAft>
              <a:buSzPts val="1400"/>
              <a:buNone/>
              <a:defRPr sz="1400"/>
            </a:lvl6pPr>
            <a:lvl7pPr lvl="6" algn="r" rtl="0">
              <a:spcBef>
                <a:spcPts val="0"/>
              </a:spcBef>
              <a:spcAft>
                <a:spcPts val="0"/>
              </a:spcAft>
              <a:buSzPts val="1400"/>
              <a:buNone/>
              <a:defRPr sz="1400"/>
            </a:lvl7pPr>
            <a:lvl8pPr lvl="7" algn="r" rtl="0">
              <a:spcBef>
                <a:spcPts val="0"/>
              </a:spcBef>
              <a:spcAft>
                <a:spcPts val="0"/>
              </a:spcAft>
              <a:buSzPts val="1400"/>
              <a:buNone/>
              <a:defRPr sz="1400"/>
            </a:lvl8pPr>
            <a:lvl9pPr lvl="8" algn="r" rtl="0">
              <a:spcBef>
                <a:spcPts val="0"/>
              </a:spcBef>
              <a:spcAft>
                <a:spcPts val="0"/>
              </a:spcAft>
              <a:buSzPts val="1400"/>
              <a:buNone/>
              <a:defRPr sz="1400"/>
            </a:lvl9pPr>
          </a:lstStyle>
          <a:p>
            <a:endParaRPr/>
          </a:p>
        </p:txBody>
      </p:sp>
      <p:sp>
        <p:nvSpPr>
          <p:cNvPr id="14" name="Google Shape;14;p3"/>
          <p:cNvSpPr txBox="1">
            <a:spLocks noGrp="1"/>
          </p:cNvSpPr>
          <p:nvPr>
            <p:ph type="subTitle" idx="1"/>
          </p:nvPr>
        </p:nvSpPr>
        <p:spPr>
          <a:xfrm>
            <a:off x="690446" y="656478"/>
            <a:ext cx="1674300" cy="5724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900"/>
              <a:buNone/>
              <a:defRPr sz="900"/>
            </a:lvl1pPr>
            <a:lvl2pPr lvl="1" algn="r" rtl="0">
              <a:lnSpc>
                <a:spcPct val="100000"/>
              </a:lnSpc>
              <a:spcBef>
                <a:spcPts val="0"/>
              </a:spcBef>
              <a:spcAft>
                <a:spcPts val="0"/>
              </a:spcAft>
              <a:buSzPts val="900"/>
              <a:buNone/>
              <a:defRPr sz="900"/>
            </a:lvl2pPr>
            <a:lvl3pPr lvl="2" algn="r" rtl="0">
              <a:lnSpc>
                <a:spcPct val="100000"/>
              </a:lnSpc>
              <a:spcBef>
                <a:spcPts val="0"/>
              </a:spcBef>
              <a:spcAft>
                <a:spcPts val="0"/>
              </a:spcAft>
              <a:buSzPts val="900"/>
              <a:buNone/>
              <a:defRPr sz="900"/>
            </a:lvl3pPr>
            <a:lvl4pPr lvl="3" algn="r" rtl="0">
              <a:lnSpc>
                <a:spcPct val="100000"/>
              </a:lnSpc>
              <a:spcBef>
                <a:spcPts val="0"/>
              </a:spcBef>
              <a:spcAft>
                <a:spcPts val="0"/>
              </a:spcAft>
              <a:buSzPts val="900"/>
              <a:buNone/>
              <a:defRPr sz="900"/>
            </a:lvl4pPr>
            <a:lvl5pPr lvl="4" algn="r" rtl="0">
              <a:lnSpc>
                <a:spcPct val="100000"/>
              </a:lnSpc>
              <a:spcBef>
                <a:spcPts val="0"/>
              </a:spcBef>
              <a:spcAft>
                <a:spcPts val="0"/>
              </a:spcAft>
              <a:buSzPts val="900"/>
              <a:buNone/>
              <a:defRPr sz="900"/>
            </a:lvl5pPr>
            <a:lvl6pPr lvl="5" algn="r" rtl="0">
              <a:lnSpc>
                <a:spcPct val="100000"/>
              </a:lnSpc>
              <a:spcBef>
                <a:spcPts val="0"/>
              </a:spcBef>
              <a:spcAft>
                <a:spcPts val="0"/>
              </a:spcAft>
              <a:buSzPts val="900"/>
              <a:buNone/>
              <a:defRPr sz="900"/>
            </a:lvl6pPr>
            <a:lvl7pPr lvl="6" algn="r" rtl="0">
              <a:lnSpc>
                <a:spcPct val="100000"/>
              </a:lnSpc>
              <a:spcBef>
                <a:spcPts val="0"/>
              </a:spcBef>
              <a:spcAft>
                <a:spcPts val="0"/>
              </a:spcAft>
              <a:buSzPts val="900"/>
              <a:buNone/>
              <a:defRPr sz="900"/>
            </a:lvl7pPr>
            <a:lvl8pPr lvl="7" algn="r" rtl="0">
              <a:lnSpc>
                <a:spcPct val="100000"/>
              </a:lnSpc>
              <a:spcBef>
                <a:spcPts val="0"/>
              </a:spcBef>
              <a:spcAft>
                <a:spcPts val="0"/>
              </a:spcAft>
              <a:buSzPts val="900"/>
              <a:buNone/>
              <a:defRPr sz="900"/>
            </a:lvl8pPr>
            <a:lvl9pPr lvl="8" algn="r" rtl="0">
              <a:lnSpc>
                <a:spcPct val="100000"/>
              </a:lnSpc>
              <a:spcBef>
                <a:spcPts val="0"/>
              </a:spcBef>
              <a:spcAft>
                <a:spcPts val="0"/>
              </a:spcAft>
              <a:buSzPts val="900"/>
              <a:buNone/>
              <a:defRPr sz="900"/>
            </a:lvl9pPr>
          </a:lstStyle>
          <a:p>
            <a:endParaRPr/>
          </a:p>
        </p:txBody>
      </p:sp>
      <p:sp>
        <p:nvSpPr>
          <p:cNvPr id="15" name="Google Shape;15;p3"/>
          <p:cNvSpPr txBox="1">
            <a:spLocks noGrp="1"/>
          </p:cNvSpPr>
          <p:nvPr>
            <p:ph type="title" idx="3" hasCustomPrompt="1"/>
          </p:nvPr>
        </p:nvSpPr>
        <p:spPr>
          <a:xfrm>
            <a:off x="2118448" y="544448"/>
            <a:ext cx="1107600" cy="577800"/>
          </a:xfrm>
          <a:prstGeom prst="rect">
            <a:avLst/>
          </a:prstGeom>
        </p:spPr>
        <p:txBody>
          <a:bodyPr spcFirstLastPara="1" wrap="square" lIns="91425" tIns="91425" rIns="91425" bIns="91425" anchor="ctr" anchorCtr="0">
            <a:noAutofit/>
          </a:bodyPr>
          <a:lstStyle>
            <a:lvl1pPr lvl="0" algn="r" rtl="0">
              <a:spcBef>
                <a:spcPts val="0"/>
              </a:spcBef>
              <a:spcAft>
                <a:spcPts val="0"/>
              </a:spcAft>
              <a:buSzPts val="4800"/>
              <a:buNone/>
              <a:defRPr sz="3600"/>
            </a:lvl1pPr>
            <a:lvl2pPr lvl="1" algn="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2pPr>
            <a:lvl3pPr lvl="2" algn="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3pPr>
            <a:lvl4pPr lvl="3" algn="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4pPr>
            <a:lvl5pPr lvl="4" algn="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5pPr>
            <a:lvl6pPr lvl="5" algn="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6pPr>
            <a:lvl7pPr lvl="6" algn="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7pPr>
            <a:lvl8pPr lvl="7" algn="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8pPr>
            <a:lvl9pPr lvl="8" algn="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9pPr>
          </a:lstStyle>
          <a:p>
            <a:r>
              <a:t>xx%</a:t>
            </a:r>
          </a:p>
        </p:txBody>
      </p:sp>
      <p:sp>
        <p:nvSpPr>
          <p:cNvPr id="16" name="Google Shape;16;p3"/>
          <p:cNvSpPr txBox="1">
            <a:spLocks noGrp="1"/>
          </p:cNvSpPr>
          <p:nvPr>
            <p:ph type="title" idx="4" hasCustomPrompt="1"/>
          </p:nvPr>
        </p:nvSpPr>
        <p:spPr>
          <a:xfrm>
            <a:off x="2105406" y="1515808"/>
            <a:ext cx="1107600" cy="577800"/>
          </a:xfrm>
          <a:prstGeom prst="rect">
            <a:avLst/>
          </a:prstGeom>
        </p:spPr>
        <p:txBody>
          <a:bodyPr spcFirstLastPara="1" wrap="square" lIns="91425" tIns="91425" rIns="91425" bIns="91425" anchor="ctr" anchorCtr="0">
            <a:noAutofit/>
          </a:bodyPr>
          <a:lstStyle>
            <a:lvl1pPr lvl="0" algn="r" rtl="0">
              <a:spcBef>
                <a:spcPts val="0"/>
              </a:spcBef>
              <a:spcAft>
                <a:spcPts val="0"/>
              </a:spcAft>
              <a:buSzPts val="4800"/>
              <a:buNone/>
              <a:defRPr sz="3600"/>
            </a:lvl1pPr>
            <a:lvl2pPr lvl="1"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2pPr>
            <a:lvl3pPr lvl="2"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3pPr>
            <a:lvl4pPr lvl="3"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4pPr>
            <a:lvl5pPr lvl="4"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5pPr>
            <a:lvl6pPr lvl="5"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6pPr>
            <a:lvl7pPr lvl="6"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7pPr>
            <a:lvl8pPr lvl="7"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8pPr>
            <a:lvl9pPr lvl="8"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9pPr>
          </a:lstStyle>
          <a:p>
            <a:r>
              <a:t>xx%</a:t>
            </a:r>
          </a:p>
        </p:txBody>
      </p:sp>
      <p:sp>
        <p:nvSpPr>
          <p:cNvPr id="17" name="Google Shape;17;p3"/>
          <p:cNvSpPr txBox="1">
            <a:spLocks noGrp="1"/>
          </p:cNvSpPr>
          <p:nvPr>
            <p:ph type="title" idx="5" hasCustomPrompt="1"/>
          </p:nvPr>
        </p:nvSpPr>
        <p:spPr>
          <a:xfrm>
            <a:off x="2105406" y="2487168"/>
            <a:ext cx="1107600" cy="577800"/>
          </a:xfrm>
          <a:prstGeom prst="rect">
            <a:avLst/>
          </a:prstGeom>
        </p:spPr>
        <p:txBody>
          <a:bodyPr spcFirstLastPara="1" wrap="square" lIns="91425" tIns="91425" rIns="91425" bIns="91425" anchor="ctr" anchorCtr="0">
            <a:noAutofit/>
          </a:bodyPr>
          <a:lstStyle>
            <a:lvl1pPr lvl="0" algn="r" rtl="0">
              <a:spcBef>
                <a:spcPts val="0"/>
              </a:spcBef>
              <a:spcAft>
                <a:spcPts val="0"/>
              </a:spcAft>
              <a:buSzPts val="4800"/>
              <a:buNone/>
              <a:defRPr sz="3600"/>
            </a:lvl1pPr>
            <a:lvl2pPr lvl="1"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2pPr>
            <a:lvl3pPr lvl="2"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3pPr>
            <a:lvl4pPr lvl="3"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4pPr>
            <a:lvl5pPr lvl="4"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5pPr>
            <a:lvl6pPr lvl="5"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6pPr>
            <a:lvl7pPr lvl="6"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7pPr>
            <a:lvl8pPr lvl="7"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8pPr>
            <a:lvl9pPr lvl="8"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9pPr>
          </a:lstStyle>
          <a:p>
            <a:r>
              <a:t>xx%</a:t>
            </a:r>
          </a:p>
        </p:txBody>
      </p:sp>
      <p:sp>
        <p:nvSpPr>
          <p:cNvPr id="18" name="Google Shape;18;p3"/>
          <p:cNvSpPr txBox="1">
            <a:spLocks noGrp="1"/>
          </p:cNvSpPr>
          <p:nvPr>
            <p:ph type="title" idx="6" hasCustomPrompt="1"/>
          </p:nvPr>
        </p:nvSpPr>
        <p:spPr>
          <a:xfrm>
            <a:off x="5922008" y="2092638"/>
            <a:ext cx="1072200" cy="577800"/>
          </a:xfrm>
          <a:prstGeom prst="rect">
            <a:avLst/>
          </a:prstGeom>
        </p:spPr>
        <p:txBody>
          <a:bodyPr spcFirstLastPara="1" wrap="square" lIns="91425" tIns="91425" rIns="91425" bIns="91425" anchor="ctr" anchorCtr="0">
            <a:noAutofit/>
          </a:bodyPr>
          <a:lstStyle>
            <a:lvl1pPr lvl="0" rtl="0">
              <a:spcBef>
                <a:spcPts val="0"/>
              </a:spcBef>
              <a:spcAft>
                <a:spcPts val="0"/>
              </a:spcAft>
              <a:buSzPts val="4800"/>
              <a:buNone/>
              <a:defRPr sz="3600"/>
            </a:lvl1pPr>
            <a:lvl2pPr lvl="1" algn="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2pPr>
            <a:lvl3pPr lvl="2" algn="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3pPr>
            <a:lvl4pPr lvl="3" algn="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4pPr>
            <a:lvl5pPr lvl="4" algn="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5pPr>
            <a:lvl6pPr lvl="5" algn="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6pPr>
            <a:lvl7pPr lvl="6" algn="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7pPr>
            <a:lvl8pPr lvl="7" algn="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8pPr>
            <a:lvl9pPr lvl="8" algn="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9pPr>
          </a:lstStyle>
          <a:p>
            <a:r>
              <a:t>xx%</a:t>
            </a:r>
          </a:p>
        </p:txBody>
      </p:sp>
      <p:sp>
        <p:nvSpPr>
          <p:cNvPr id="19" name="Google Shape;19;p3"/>
          <p:cNvSpPr txBox="1">
            <a:spLocks noGrp="1"/>
          </p:cNvSpPr>
          <p:nvPr>
            <p:ph type="title" idx="7" hasCustomPrompt="1"/>
          </p:nvPr>
        </p:nvSpPr>
        <p:spPr>
          <a:xfrm>
            <a:off x="5922008" y="3112336"/>
            <a:ext cx="1072200" cy="577800"/>
          </a:xfrm>
          <a:prstGeom prst="rect">
            <a:avLst/>
          </a:prstGeom>
        </p:spPr>
        <p:txBody>
          <a:bodyPr spcFirstLastPara="1" wrap="square" lIns="91425" tIns="91425" rIns="91425" bIns="91425" anchor="ctr" anchorCtr="0">
            <a:noAutofit/>
          </a:bodyPr>
          <a:lstStyle>
            <a:lvl1pPr lvl="0" rtl="0">
              <a:spcBef>
                <a:spcPts val="0"/>
              </a:spcBef>
              <a:spcAft>
                <a:spcPts val="0"/>
              </a:spcAft>
              <a:buSzPts val="4800"/>
              <a:buNone/>
              <a:defRPr sz="3600"/>
            </a:lvl1pPr>
            <a:lvl2pPr lvl="1"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2pPr>
            <a:lvl3pPr lvl="2"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3pPr>
            <a:lvl4pPr lvl="3"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4pPr>
            <a:lvl5pPr lvl="4"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5pPr>
            <a:lvl6pPr lvl="5"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6pPr>
            <a:lvl7pPr lvl="6"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7pPr>
            <a:lvl8pPr lvl="7"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8pPr>
            <a:lvl9pPr lvl="8"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9pPr>
          </a:lstStyle>
          <a:p>
            <a:r>
              <a:t>xx%</a:t>
            </a:r>
          </a:p>
        </p:txBody>
      </p:sp>
      <p:sp>
        <p:nvSpPr>
          <p:cNvPr id="20" name="Google Shape;20;p3"/>
          <p:cNvSpPr txBox="1">
            <a:spLocks noGrp="1"/>
          </p:cNvSpPr>
          <p:nvPr>
            <p:ph type="title" idx="8" hasCustomPrompt="1"/>
          </p:nvPr>
        </p:nvSpPr>
        <p:spPr>
          <a:xfrm>
            <a:off x="5922008" y="4132033"/>
            <a:ext cx="1072200" cy="577800"/>
          </a:xfrm>
          <a:prstGeom prst="rect">
            <a:avLst/>
          </a:prstGeom>
        </p:spPr>
        <p:txBody>
          <a:bodyPr spcFirstLastPara="1" wrap="square" lIns="91425" tIns="91425" rIns="91425" bIns="91425" anchor="ctr" anchorCtr="0">
            <a:noAutofit/>
          </a:bodyPr>
          <a:lstStyle>
            <a:lvl1pPr lvl="0" rtl="0">
              <a:spcBef>
                <a:spcPts val="0"/>
              </a:spcBef>
              <a:spcAft>
                <a:spcPts val="0"/>
              </a:spcAft>
              <a:buSzPts val="4800"/>
              <a:buNone/>
              <a:defRPr sz="3600"/>
            </a:lvl1pPr>
            <a:lvl2pPr lvl="1"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2pPr>
            <a:lvl3pPr lvl="2"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3pPr>
            <a:lvl4pPr lvl="3"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4pPr>
            <a:lvl5pPr lvl="4"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5pPr>
            <a:lvl6pPr lvl="5"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6pPr>
            <a:lvl7pPr lvl="6"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7pPr>
            <a:lvl8pPr lvl="7"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8pPr>
            <a:lvl9pPr lvl="8"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9pPr>
          </a:lstStyle>
          <a:p>
            <a:r>
              <a:t>xx%</a:t>
            </a:r>
          </a:p>
        </p:txBody>
      </p:sp>
      <p:sp>
        <p:nvSpPr>
          <p:cNvPr id="21" name="Google Shape;21;p3"/>
          <p:cNvSpPr txBox="1">
            <a:spLocks noGrp="1"/>
          </p:cNvSpPr>
          <p:nvPr>
            <p:ph type="ctrTitle" idx="9"/>
          </p:nvPr>
        </p:nvSpPr>
        <p:spPr>
          <a:xfrm>
            <a:off x="390296" y="1167854"/>
            <a:ext cx="1974300" cy="577800"/>
          </a:xfrm>
          <a:prstGeom prst="rect">
            <a:avLst/>
          </a:prstGeom>
        </p:spPr>
        <p:txBody>
          <a:bodyPr spcFirstLastPara="1" wrap="square" lIns="91425" tIns="91425" rIns="91425" bIns="91425" anchor="b" anchorCtr="0">
            <a:noAutofit/>
          </a:bodyPr>
          <a:lstStyle>
            <a:lvl1pPr lvl="0" algn="r" rtl="0">
              <a:spcBef>
                <a:spcPts val="0"/>
              </a:spcBef>
              <a:spcAft>
                <a:spcPts val="0"/>
              </a:spcAft>
              <a:buSzPts val="1400"/>
              <a:buNone/>
              <a:defRPr sz="1400"/>
            </a:lvl1pPr>
            <a:lvl2pPr lvl="1" algn="r" rtl="0">
              <a:spcBef>
                <a:spcPts val="0"/>
              </a:spcBef>
              <a:spcAft>
                <a:spcPts val="0"/>
              </a:spcAft>
              <a:buSzPts val="1400"/>
              <a:buNone/>
              <a:defRPr sz="1400"/>
            </a:lvl2pPr>
            <a:lvl3pPr lvl="2" algn="r" rtl="0">
              <a:spcBef>
                <a:spcPts val="0"/>
              </a:spcBef>
              <a:spcAft>
                <a:spcPts val="0"/>
              </a:spcAft>
              <a:buSzPts val="1400"/>
              <a:buNone/>
              <a:defRPr sz="1400"/>
            </a:lvl3pPr>
            <a:lvl4pPr lvl="3" algn="r" rtl="0">
              <a:spcBef>
                <a:spcPts val="0"/>
              </a:spcBef>
              <a:spcAft>
                <a:spcPts val="0"/>
              </a:spcAft>
              <a:buSzPts val="1400"/>
              <a:buNone/>
              <a:defRPr sz="1400"/>
            </a:lvl4pPr>
            <a:lvl5pPr lvl="4" algn="r" rtl="0">
              <a:spcBef>
                <a:spcPts val="0"/>
              </a:spcBef>
              <a:spcAft>
                <a:spcPts val="0"/>
              </a:spcAft>
              <a:buSzPts val="1400"/>
              <a:buNone/>
              <a:defRPr sz="1400"/>
            </a:lvl5pPr>
            <a:lvl6pPr lvl="5" algn="r" rtl="0">
              <a:spcBef>
                <a:spcPts val="0"/>
              </a:spcBef>
              <a:spcAft>
                <a:spcPts val="0"/>
              </a:spcAft>
              <a:buSzPts val="1400"/>
              <a:buNone/>
              <a:defRPr sz="1400"/>
            </a:lvl6pPr>
            <a:lvl7pPr lvl="6" algn="r" rtl="0">
              <a:spcBef>
                <a:spcPts val="0"/>
              </a:spcBef>
              <a:spcAft>
                <a:spcPts val="0"/>
              </a:spcAft>
              <a:buSzPts val="1400"/>
              <a:buNone/>
              <a:defRPr sz="1400"/>
            </a:lvl7pPr>
            <a:lvl8pPr lvl="7" algn="r" rtl="0">
              <a:spcBef>
                <a:spcPts val="0"/>
              </a:spcBef>
              <a:spcAft>
                <a:spcPts val="0"/>
              </a:spcAft>
              <a:buSzPts val="1400"/>
              <a:buNone/>
              <a:defRPr sz="1400"/>
            </a:lvl8pPr>
            <a:lvl9pPr lvl="8" algn="r" rtl="0">
              <a:spcBef>
                <a:spcPts val="0"/>
              </a:spcBef>
              <a:spcAft>
                <a:spcPts val="0"/>
              </a:spcAft>
              <a:buSzPts val="1400"/>
              <a:buNone/>
              <a:defRPr sz="1400"/>
            </a:lvl9pPr>
          </a:lstStyle>
          <a:p>
            <a:endParaRPr/>
          </a:p>
        </p:txBody>
      </p:sp>
      <p:sp>
        <p:nvSpPr>
          <p:cNvPr id="22" name="Google Shape;22;p3"/>
          <p:cNvSpPr txBox="1">
            <a:spLocks noGrp="1"/>
          </p:cNvSpPr>
          <p:nvPr>
            <p:ph type="subTitle" idx="13"/>
          </p:nvPr>
        </p:nvSpPr>
        <p:spPr>
          <a:xfrm>
            <a:off x="690446" y="1622677"/>
            <a:ext cx="1674300" cy="5724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900"/>
              <a:buNone/>
              <a:defRPr sz="900"/>
            </a:lvl1pPr>
            <a:lvl2pPr lvl="1" algn="r" rtl="0">
              <a:lnSpc>
                <a:spcPct val="100000"/>
              </a:lnSpc>
              <a:spcBef>
                <a:spcPts val="0"/>
              </a:spcBef>
              <a:spcAft>
                <a:spcPts val="0"/>
              </a:spcAft>
              <a:buSzPts val="900"/>
              <a:buNone/>
              <a:defRPr sz="900"/>
            </a:lvl2pPr>
            <a:lvl3pPr lvl="2" algn="r" rtl="0">
              <a:lnSpc>
                <a:spcPct val="100000"/>
              </a:lnSpc>
              <a:spcBef>
                <a:spcPts val="0"/>
              </a:spcBef>
              <a:spcAft>
                <a:spcPts val="0"/>
              </a:spcAft>
              <a:buSzPts val="900"/>
              <a:buNone/>
              <a:defRPr sz="900"/>
            </a:lvl3pPr>
            <a:lvl4pPr lvl="3" algn="r" rtl="0">
              <a:lnSpc>
                <a:spcPct val="100000"/>
              </a:lnSpc>
              <a:spcBef>
                <a:spcPts val="0"/>
              </a:spcBef>
              <a:spcAft>
                <a:spcPts val="0"/>
              </a:spcAft>
              <a:buSzPts val="900"/>
              <a:buNone/>
              <a:defRPr sz="900"/>
            </a:lvl4pPr>
            <a:lvl5pPr lvl="4" algn="r" rtl="0">
              <a:lnSpc>
                <a:spcPct val="100000"/>
              </a:lnSpc>
              <a:spcBef>
                <a:spcPts val="0"/>
              </a:spcBef>
              <a:spcAft>
                <a:spcPts val="0"/>
              </a:spcAft>
              <a:buSzPts val="900"/>
              <a:buNone/>
              <a:defRPr sz="900"/>
            </a:lvl5pPr>
            <a:lvl6pPr lvl="5" algn="r" rtl="0">
              <a:lnSpc>
                <a:spcPct val="100000"/>
              </a:lnSpc>
              <a:spcBef>
                <a:spcPts val="0"/>
              </a:spcBef>
              <a:spcAft>
                <a:spcPts val="0"/>
              </a:spcAft>
              <a:buSzPts val="900"/>
              <a:buNone/>
              <a:defRPr sz="900"/>
            </a:lvl6pPr>
            <a:lvl7pPr lvl="6" algn="r" rtl="0">
              <a:lnSpc>
                <a:spcPct val="100000"/>
              </a:lnSpc>
              <a:spcBef>
                <a:spcPts val="0"/>
              </a:spcBef>
              <a:spcAft>
                <a:spcPts val="0"/>
              </a:spcAft>
              <a:buSzPts val="900"/>
              <a:buNone/>
              <a:defRPr sz="900"/>
            </a:lvl7pPr>
            <a:lvl8pPr lvl="7" algn="r" rtl="0">
              <a:lnSpc>
                <a:spcPct val="100000"/>
              </a:lnSpc>
              <a:spcBef>
                <a:spcPts val="0"/>
              </a:spcBef>
              <a:spcAft>
                <a:spcPts val="0"/>
              </a:spcAft>
              <a:buSzPts val="900"/>
              <a:buNone/>
              <a:defRPr sz="900"/>
            </a:lvl8pPr>
            <a:lvl9pPr lvl="8" algn="r" rtl="0">
              <a:lnSpc>
                <a:spcPct val="100000"/>
              </a:lnSpc>
              <a:spcBef>
                <a:spcPts val="0"/>
              </a:spcBef>
              <a:spcAft>
                <a:spcPts val="0"/>
              </a:spcAft>
              <a:buSzPts val="900"/>
              <a:buNone/>
              <a:defRPr sz="900"/>
            </a:lvl9pPr>
          </a:lstStyle>
          <a:p>
            <a:endParaRPr/>
          </a:p>
        </p:txBody>
      </p:sp>
      <p:sp>
        <p:nvSpPr>
          <p:cNvPr id="23" name="Google Shape;23;p3"/>
          <p:cNvSpPr txBox="1">
            <a:spLocks noGrp="1"/>
          </p:cNvSpPr>
          <p:nvPr>
            <p:ph type="ctrTitle" idx="14"/>
          </p:nvPr>
        </p:nvSpPr>
        <p:spPr>
          <a:xfrm>
            <a:off x="390296" y="2141336"/>
            <a:ext cx="1974300" cy="577800"/>
          </a:xfrm>
          <a:prstGeom prst="rect">
            <a:avLst/>
          </a:prstGeom>
        </p:spPr>
        <p:txBody>
          <a:bodyPr spcFirstLastPara="1" wrap="square" lIns="91425" tIns="91425" rIns="91425" bIns="91425" anchor="b" anchorCtr="0">
            <a:noAutofit/>
          </a:bodyPr>
          <a:lstStyle>
            <a:lvl1pPr lvl="0" algn="r" rtl="0">
              <a:spcBef>
                <a:spcPts val="0"/>
              </a:spcBef>
              <a:spcAft>
                <a:spcPts val="0"/>
              </a:spcAft>
              <a:buSzPts val="1400"/>
              <a:buNone/>
              <a:defRPr sz="1400"/>
            </a:lvl1pPr>
            <a:lvl2pPr lvl="1" algn="r" rtl="0">
              <a:spcBef>
                <a:spcPts val="0"/>
              </a:spcBef>
              <a:spcAft>
                <a:spcPts val="0"/>
              </a:spcAft>
              <a:buSzPts val="1400"/>
              <a:buNone/>
              <a:defRPr sz="1400"/>
            </a:lvl2pPr>
            <a:lvl3pPr lvl="2" algn="r" rtl="0">
              <a:spcBef>
                <a:spcPts val="0"/>
              </a:spcBef>
              <a:spcAft>
                <a:spcPts val="0"/>
              </a:spcAft>
              <a:buSzPts val="1400"/>
              <a:buNone/>
              <a:defRPr sz="1400"/>
            </a:lvl3pPr>
            <a:lvl4pPr lvl="3" algn="r" rtl="0">
              <a:spcBef>
                <a:spcPts val="0"/>
              </a:spcBef>
              <a:spcAft>
                <a:spcPts val="0"/>
              </a:spcAft>
              <a:buSzPts val="1400"/>
              <a:buNone/>
              <a:defRPr sz="1400"/>
            </a:lvl4pPr>
            <a:lvl5pPr lvl="4" algn="r" rtl="0">
              <a:spcBef>
                <a:spcPts val="0"/>
              </a:spcBef>
              <a:spcAft>
                <a:spcPts val="0"/>
              </a:spcAft>
              <a:buSzPts val="1400"/>
              <a:buNone/>
              <a:defRPr sz="1400"/>
            </a:lvl5pPr>
            <a:lvl6pPr lvl="5" algn="r" rtl="0">
              <a:spcBef>
                <a:spcPts val="0"/>
              </a:spcBef>
              <a:spcAft>
                <a:spcPts val="0"/>
              </a:spcAft>
              <a:buSzPts val="1400"/>
              <a:buNone/>
              <a:defRPr sz="1400"/>
            </a:lvl6pPr>
            <a:lvl7pPr lvl="6" algn="r" rtl="0">
              <a:spcBef>
                <a:spcPts val="0"/>
              </a:spcBef>
              <a:spcAft>
                <a:spcPts val="0"/>
              </a:spcAft>
              <a:buSzPts val="1400"/>
              <a:buNone/>
              <a:defRPr sz="1400"/>
            </a:lvl7pPr>
            <a:lvl8pPr lvl="7" algn="r" rtl="0">
              <a:spcBef>
                <a:spcPts val="0"/>
              </a:spcBef>
              <a:spcAft>
                <a:spcPts val="0"/>
              </a:spcAft>
              <a:buSzPts val="1400"/>
              <a:buNone/>
              <a:defRPr sz="1400"/>
            </a:lvl8pPr>
            <a:lvl9pPr lvl="8" algn="r" rtl="0">
              <a:spcBef>
                <a:spcPts val="0"/>
              </a:spcBef>
              <a:spcAft>
                <a:spcPts val="0"/>
              </a:spcAft>
              <a:buSzPts val="1400"/>
              <a:buNone/>
              <a:defRPr sz="1400"/>
            </a:lvl9pPr>
          </a:lstStyle>
          <a:p>
            <a:endParaRPr/>
          </a:p>
        </p:txBody>
      </p:sp>
      <p:sp>
        <p:nvSpPr>
          <p:cNvPr id="24" name="Google Shape;24;p3"/>
          <p:cNvSpPr txBox="1">
            <a:spLocks noGrp="1"/>
          </p:cNvSpPr>
          <p:nvPr>
            <p:ph type="subTitle" idx="15"/>
          </p:nvPr>
        </p:nvSpPr>
        <p:spPr>
          <a:xfrm>
            <a:off x="690446" y="2596156"/>
            <a:ext cx="1674300" cy="5724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900"/>
              <a:buNone/>
              <a:defRPr sz="900"/>
            </a:lvl1pPr>
            <a:lvl2pPr lvl="1" algn="r" rtl="0">
              <a:lnSpc>
                <a:spcPct val="100000"/>
              </a:lnSpc>
              <a:spcBef>
                <a:spcPts val="0"/>
              </a:spcBef>
              <a:spcAft>
                <a:spcPts val="0"/>
              </a:spcAft>
              <a:buSzPts val="900"/>
              <a:buNone/>
              <a:defRPr sz="900"/>
            </a:lvl2pPr>
            <a:lvl3pPr lvl="2" algn="r" rtl="0">
              <a:lnSpc>
                <a:spcPct val="100000"/>
              </a:lnSpc>
              <a:spcBef>
                <a:spcPts val="0"/>
              </a:spcBef>
              <a:spcAft>
                <a:spcPts val="0"/>
              </a:spcAft>
              <a:buSzPts val="900"/>
              <a:buNone/>
              <a:defRPr sz="900"/>
            </a:lvl3pPr>
            <a:lvl4pPr lvl="3" algn="r" rtl="0">
              <a:lnSpc>
                <a:spcPct val="100000"/>
              </a:lnSpc>
              <a:spcBef>
                <a:spcPts val="0"/>
              </a:spcBef>
              <a:spcAft>
                <a:spcPts val="0"/>
              </a:spcAft>
              <a:buSzPts val="900"/>
              <a:buNone/>
              <a:defRPr sz="900"/>
            </a:lvl4pPr>
            <a:lvl5pPr lvl="4" algn="r" rtl="0">
              <a:lnSpc>
                <a:spcPct val="100000"/>
              </a:lnSpc>
              <a:spcBef>
                <a:spcPts val="0"/>
              </a:spcBef>
              <a:spcAft>
                <a:spcPts val="0"/>
              </a:spcAft>
              <a:buSzPts val="900"/>
              <a:buNone/>
              <a:defRPr sz="900"/>
            </a:lvl5pPr>
            <a:lvl6pPr lvl="5" algn="r" rtl="0">
              <a:lnSpc>
                <a:spcPct val="100000"/>
              </a:lnSpc>
              <a:spcBef>
                <a:spcPts val="0"/>
              </a:spcBef>
              <a:spcAft>
                <a:spcPts val="0"/>
              </a:spcAft>
              <a:buSzPts val="900"/>
              <a:buNone/>
              <a:defRPr sz="900"/>
            </a:lvl6pPr>
            <a:lvl7pPr lvl="6" algn="r" rtl="0">
              <a:lnSpc>
                <a:spcPct val="100000"/>
              </a:lnSpc>
              <a:spcBef>
                <a:spcPts val="0"/>
              </a:spcBef>
              <a:spcAft>
                <a:spcPts val="0"/>
              </a:spcAft>
              <a:buSzPts val="900"/>
              <a:buNone/>
              <a:defRPr sz="900"/>
            </a:lvl7pPr>
            <a:lvl8pPr lvl="7" algn="r" rtl="0">
              <a:lnSpc>
                <a:spcPct val="100000"/>
              </a:lnSpc>
              <a:spcBef>
                <a:spcPts val="0"/>
              </a:spcBef>
              <a:spcAft>
                <a:spcPts val="0"/>
              </a:spcAft>
              <a:buSzPts val="900"/>
              <a:buNone/>
              <a:defRPr sz="900"/>
            </a:lvl8pPr>
            <a:lvl9pPr lvl="8" algn="r" rtl="0">
              <a:lnSpc>
                <a:spcPct val="100000"/>
              </a:lnSpc>
              <a:spcBef>
                <a:spcPts val="0"/>
              </a:spcBef>
              <a:spcAft>
                <a:spcPts val="0"/>
              </a:spcAft>
              <a:buSzPts val="900"/>
              <a:buNone/>
              <a:defRPr sz="900"/>
            </a:lvl9pPr>
          </a:lstStyle>
          <a:p>
            <a:endParaRPr/>
          </a:p>
        </p:txBody>
      </p:sp>
      <p:sp>
        <p:nvSpPr>
          <p:cNvPr id="25" name="Google Shape;25;p3"/>
          <p:cNvSpPr txBox="1">
            <a:spLocks noGrp="1"/>
          </p:cNvSpPr>
          <p:nvPr>
            <p:ph type="ctrTitle" idx="16"/>
          </p:nvPr>
        </p:nvSpPr>
        <p:spPr>
          <a:xfrm>
            <a:off x="6811558" y="1775180"/>
            <a:ext cx="1974300" cy="577800"/>
          </a:xfrm>
          <a:prstGeom prst="rect">
            <a:avLst/>
          </a:prstGeom>
        </p:spPr>
        <p:txBody>
          <a:bodyPr spcFirstLastPara="1" wrap="square" lIns="91425" tIns="91425" rIns="91425" bIns="91425" anchor="b" anchorCtr="0">
            <a:noAutofit/>
          </a:bodyPr>
          <a:lstStyle>
            <a:lvl1pPr lvl="0" rtl="0">
              <a:spcBef>
                <a:spcPts val="0"/>
              </a:spcBef>
              <a:spcAft>
                <a:spcPts val="0"/>
              </a:spcAft>
              <a:buSzPts val="1400"/>
              <a:buNone/>
              <a:defRPr sz="1400"/>
            </a:lvl1pPr>
            <a:lvl2pPr lvl="1" rtl="0">
              <a:spcBef>
                <a:spcPts val="0"/>
              </a:spcBef>
              <a:spcAft>
                <a:spcPts val="0"/>
              </a:spcAft>
              <a:buSzPts val="1400"/>
              <a:buNone/>
              <a:defRPr sz="1400"/>
            </a:lvl2pPr>
            <a:lvl3pPr lvl="2" rtl="0">
              <a:spcBef>
                <a:spcPts val="0"/>
              </a:spcBef>
              <a:spcAft>
                <a:spcPts val="0"/>
              </a:spcAft>
              <a:buSzPts val="1400"/>
              <a:buNone/>
              <a:defRPr sz="1400"/>
            </a:lvl3pPr>
            <a:lvl4pPr lvl="3" rtl="0">
              <a:spcBef>
                <a:spcPts val="0"/>
              </a:spcBef>
              <a:spcAft>
                <a:spcPts val="0"/>
              </a:spcAft>
              <a:buSzPts val="1400"/>
              <a:buNone/>
              <a:defRPr sz="1400"/>
            </a:lvl4pPr>
            <a:lvl5pPr lvl="4" rtl="0">
              <a:spcBef>
                <a:spcPts val="0"/>
              </a:spcBef>
              <a:spcAft>
                <a:spcPts val="0"/>
              </a:spcAft>
              <a:buSzPts val="1400"/>
              <a:buNone/>
              <a:defRPr sz="1400"/>
            </a:lvl5pPr>
            <a:lvl6pPr lvl="5" rtl="0">
              <a:spcBef>
                <a:spcPts val="0"/>
              </a:spcBef>
              <a:spcAft>
                <a:spcPts val="0"/>
              </a:spcAft>
              <a:buSzPts val="1400"/>
              <a:buNone/>
              <a:defRPr sz="1400"/>
            </a:lvl6pPr>
            <a:lvl7pPr lvl="6" rtl="0">
              <a:spcBef>
                <a:spcPts val="0"/>
              </a:spcBef>
              <a:spcAft>
                <a:spcPts val="0"/>
              </a:spcAft>
              <a:buSzPts val="1400"/>
              <a:buNone/>
              <a:defRPr sz="1400"/>
            </a:lvl7pPr>
            <a:lvl8pPr lvl="7" rtl="0">
              <a:spcBef>
                <a:spcPts val="0"/>
              </a:spcBef>
              <a:spcAft>
                <a:spcPts val="0"/>
              </a:spcAft>
              <a:buSzPts val="1400"/>
              <a:buNone/>
              <a:defRPr sz="1400"/>
            </a:lvl8pPr>
            <a:lvl9pPr lvl="8" rtl="0">
              <a:spcBef>
                <a:spcPts val="0"/>
              </a:spcBef>
              <a:spcAft>
                <a:spcPts val="0"/>
              </a:spcAft>
              <a:buSzPts val="1400"/>
              <a:buNone/>
              <a:defRPr sz="1400"/>
            </a:lvl9pPr>
          </a:lstStyle>
          <a:p>
            <a:endParaRPr/>
          </a:p>
        </p:txBody>
      </p:sp>
      <p:sp>
        <p:nvSpPr>
          <p:cNvPr id="26" name="Google Shape;26;p3"/>
          <p:cNvSpPr txBox="1">
            <a:spLocks noGrp="1"/>
          </p:cNvSpPr>
          <p:nvPr>
            <p:ph type="subTitle" idx="17"/>
          </p:nvPr>
        </p:nvSpPr>
        <p:spPr>
          <a:xfrm>
            <a:off x="6811558" y="2230005"/>
            <a:ext cx="1674300" cy="5724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900"/>
              <a:buNone/>
              <a:defRPr sz="900"/>
            </a:lvl1pPr>
            <a:lvl2pPr lvl="1" rtl="0">
              <a:lnSpc>
                <a:spcPct val="100000"/>
              </a:lnSpc>
              <a:spcBef>
                <a:spcPts val="0"/>
              </a:spcBef>
              <a:spcAft>
                <a:spcPts val="0"/>
              </a:spcAft>
              <a:buSzPts val="900"/>
              <a:buNone/>
              <a:defRPr sz="900"/>
            </a:lvl2pPr>
            <a:lvl3pPr lvl="2" rtl="0">
              <a:lnSpc>
                <a:spcPct val="100000"/>
              </a:lnSpc>
              <a:spcBef>
                <a:spcPts val="0"/>
              </a:spcBef>
              <a:spcAft>
                <a:spcPts val="0"/>
              </a:spcAft>
              <a:buSzPts val="900"/>
              <a:buNone/>
              <a:defRPr sz="900"/>
            </a:lvl3pPr>
            <a:lvl4pPr lvl="3" rtl="0">
              <a:lnSpc>
                <a:spcPct val="100000"/>
              </a:lnSpc>
              <a:spcBef>
                <a:spcPts val="0"/>
              </a:spcBef>
              <a:spcAft>
                <a:spcPts val="0"/>
              </a:spcAft>
              <a:buSzPts val="900"/>
              <a:buNone/>
              <a:defRPr sz="900"/>
            </a:lvl4pPr>
            <a:lvl5pPr lvl="4" rtl="0">
              <a:lnSpc>
                <a:spcPct val="100000"/>
              </a:lnSpc>
              <a:spcBef>
                <a:spcPts val="0"/>
              </a:spcBef>
              <a:spcAft>
                <a:spcPts val="0"/>
              </a:spcAft>
              <a:buSzPts val="900"/>
              <a:buNone/>
              <a:defRPr sz="900"/>
            </a:lvl5pPr>
            <a:lvl6pPr lvl="5" rtl="0">
              <a:lnSpc>
                <a:spcPct val="100000"/>
              </a:lnSpc>
              <a:spcBef>
                <a:spcPts val="0"/>
              </a:spcBef>
              <a:spcAft>
                <a:spcPts val="0"/>
              </a:spcAft>
              <a:buSzPts val="900"/>
              <a:buNone/>
              <a:defRPr sz="900"/>
            </a:lvl6pPr>
            <a:lvl7pPr lvl="6" rtl="0">
              <a:lnSpc>
                <a:spcPct val="100000"/>
              </a:lnSpc>
              <a:spcBef>
                <a:spcPts val="0"/>
              </a:spcBef>
              <a:spcAft>
                <a:spcPts val="0"/>
              </a:spcAft>
              <a:buSzPts val="900"/>
              <a:buNone/>
              <a:defRPr sz="900"/>
            </a:lvl7pPr>
            <a:lvl8pPr lvl="7" rtl="0">
              <a:lnSpc>
                <a:spcPct val="100000"/>
              </a:lnSpc>
              <a:spcBef>
                <a:spcPts val="0"/>
              </a:spcBef>
              <a:spcAft>
                <a:spcPts val="0"/>
              </a:spcAft>
              <a:buSzPts val="900"/>
              <a:buNone/>
              <a:defRPr sz="900"/>
            </a:lvl8pPr>
            <a:lvl9pPr lvl="8" rtl="0">
              <a:lnSpc>
                <a:spcPct val="100000"/>
              </a:lnSpc>
              <a:spcBef>
                <a:spcPts val="0"/>
              </a:spcBef>
              <a:spcAft>
                <a:spcPts val="0"/>
              </a:spcAft>
              <a:buSzPts val="900"/>
              <a:buNone/>
              <a:defRPr sz="900"/>
            </a:lvl9pPr>
          </a:lstStyle>
          <a:p>
            <a:endParaRPr/>
          </a:p>
        </p:txBody>
      </p:sp>
      <p:sp>
        <p:nvSpPr>
          <p:cNvPr id="27" name="Google Shape;27;p3"/>
          <p:cNvSpPr txBox="1">
            <a:spLocks noGrp="1"/>
          </p:cNvSpPr>
          <p:nvPr>
            <p:ph type="ctrTitle" idx="18"/>
          </p:nvPr>
        </p:nvSpPr>
        <p:spPr>
          <a:xfrm>
            <a:off x="6811558" y="2799095"/>
            <a:ext cx="1974300" cy="577800"/>
          </a:xfrm>
          <a:prstGeom prst="rect">
            <a:avLst/>
          </a:prstGeom>
        </p:spPr>
        <p:txBody>
          <a:bodyPr spcFirstLastPara="1" wrap="square" lIns="91425" tIns="91425" rIns="91425" bIns="91425" anchor="b" anchorCtr="0">
            <a:noAutofit/>
          </a:bodyPr>
          <a:lstStyle>
            <a:lvl1pPr lvl="0" rtl="0">
              <a:spcBef>
                <a:spcPts val="0"/>
              </a:spcBef>
              <a:spcAft>
                <a:spcPts val="0"/>
              </a:spcAft>
              <a:buSzPts val="1400"/>
              <a:buNone/>
              <a:defRPr sz="1400"/>
            </a:lvl1pPr>
            <a:lvl2pPr lvl="1" rtl="0">
              <a:spcBef>
                <a:spcPts val="0"/>
              </a:spcBef>
              <a:spcAft>
                <a:spcPts val="0"/>
              </a:spcAft>
              <a:buSzPts val="1400"/>
              <a:buNone/>
              <a:defRPr sz="1400"/>
            </a:lvl2pPr>
            <a:lvl3pPr lvl="2" rtl="0">
              <a:spcBef>
                <a:spcPts val="0"/>
              </a:spcBef>
              <a:spcAft>
                <a:spcPts val="0"/>
              </a:spcAft>
              <a:buSzPts val="1400"/>
              <a:buNone/>
              <a:defRPr sz="1400"/>
            </a:lvl3pPr>
            <a:lvl4pPr lvl="3" rtl="0">
              <a:spcBef>
                <a:spcPts val="0"/>
              </a:spcBef>
              <a:spcAft>
                <a:spcPts val="0"/>
              </a:spcAft>
              <a:buSzPts val="1400"/>
              <a:buNone/>
              <a:defRPr sz="1400"/>
            </a:lvl4pPr>
            <a:lvl5pPr lvl="4" rtl="0">
              <a:spcBef>
                <a:spcPts val="0"/>
              </a:spcBef>
              <a:spcAft>
                <a:spcPts val="0"/>
              </a:spcAft>
              <a:buSzPts val="1400"/>
              <a:buNone/>
              <a:defRPr sz="1400"/>
            </a:lvl5pPr>
            <a:lvl6pPr lvl="5" rtl="0">
              <a:spcBef>
                <a:spcPts val="0"/>
              </a:spcBef>
              <a:spcAft>
                <a:spcPts val="0"/>
              </a:spcAft>
              <a:buSzPts val="1400"/>
              <a:buNone/>
              <a:defRPr sz="1400"/>
            </a:lvl6pPr>
            <a:lvl7pPr lvl="6" rtl="0">
              <a:spcBef>
                <a:spcPts val="0"/>
              </a:spcBef>
              <a:spcAft>
                <a:spcPts val="0"/>
              </a:spcAft>
              <a:buSzPts val="1400"/>
              <a:buNone/>
              <a:defRPr sz="1400"/>
            </a:lvl7pPr>
            <a:lvl8pPr lvl="7" rtl="0">
              <a:spcBef>
                <a:spcPts val="0"/>
              </a:spcBef>
              <a:spcAft>
                <a:spcPts val="0"/>
              </a:spcAft>
              <a:buSzPts val="1400"/>
              <a:buNone/>
              <a:defRPr sz="1400"/>
            </a:lvl8pPr>
            <a:lvl9pPr lvl="8" rtl="0">
              <a:spcBef>
                <a:spcPts val="0"/>
              </a:spcBef>
              <a:spcAft>
                <a:spcPts val="0"/>
              </a:spcAft>
              <a:buSzPts val="1400"/>
              <a:buNone/>
              <a:defRPr sz="1400"/>
            </a:lvl9pPr>
          </a:lstStyle>
          <a:p>
            <a:endParaRPr/>
          </a:p>
        </p:txBody>
      </p:sp>
      <p:sp>
        <p:nvSpPr>
          <p:cNvPr id="28" name="Google Shape;28;p3"/>
          <p:cNvSpPr txBox="1">
            <a:spLocks noGrp="1"/>
          </p:cNvSpPr>
          <p:nvPr>
            <p:ph type="subTitle" idx="19"/>
          </p:nvPr>
        </p:nvSpPr>
        <p:spPr>
          <a:xfrm>
            <a:off x="6811558" y="3253917"/>
            <a:ext cx="1674300" cy="5724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900"/>
              <a:buNone/>
              <a:defRPr sz="900"/>
            </a:lvl1pPr>
            <a:lvl2pPr lvl="1" rtl="0">
              <a:lnSpc>
                <a:spcPct val="100000"/>
              </a:lnSpc>
              <a:spcBef>
                <a:spcPts val="0"/>
              </a:spcBef>
              <a:spcAft>
                <a:spcPts val="0"/>
              </a:spcAft>
              <a:buSzPts val="900"/>
              <a:buNone/>
              <a:defRPr sz="900"/>
            </a:lvl2pPr>
            <a:lvl3pPr lvl="2" rtl="0">
              <a:lnSpc>
                <a:spcPct val="100000"/>
              </a:lnSpc>
              <a:spcBef>
                <a:spcPts val="0"/>
              </a:spcBef>
              <a:spcAft>
                <a:spcPts val="0"/>
              </a:spcAft>
              <a:buSzPts val="900"/>
              <a:buNone/>
              <a:defRPr sz="900"/>
            </a:lvl3pPr>
            <a:lvl4pPr lvl="3" rtl="0">
              <a:lnSpc>
                <a:spcPct val="100000"/>
              </a:lnSpc>
              <a:spcBef>
                <a:spcPts val="0"/>
              </a:spcBef>
              <a:spcAft>
                <a:spcPts val="0"/>
              </a:spcAft>
              <a:buSzPts val="900"/>
              <a:buNone/>
              <a:defRPr sz="900"/>
            </a:lvl4pPr>
            <a:lvl5pPr lvl="4" rtl="0">
              <a:lnSpc>
                <a:spcPct val="100000"/>
              </a:lnSpc>
              <a:spcBef>
                <a:spcPts val="0"/>
              </a:spcBef>
              <a:spcAft>
                <a:spcPts val="0"/>
              </a:spcAft>
              <a:buSzPts val="900"/>
              <a:buNone/>
              <a:defRPr sz="900"/>
            </a:lvl5pPr>
            <a:lvl6pPr lvl="5" rtl="0">
              <a:lnSpc>
                <a:spcPct val="100000"/>
              </a:lnSpc>
              <a:spcBef>
                <a:spcPts val="0"/>
              </a:spcBef>
              <a:spcAft>
                <a:spcPts val="0"/>
              </a:spcAft>
              <a:buSzPts val="900"/>
              <a:buNone/>
              <a:defRPr sz="900"/>
            </a:lvl6pPr>
            <a:lvl7pPr lvl="6" rtl="0">
              <a:lnSpc>
                <a:spcPct val="100000"/>
              </a:lnSpc>
              <a:spcBef>
                <a:spcPts val="0"/>
              </a:spcBef>
              <a:spcAft>
                <a:spcPts val="0"/>
              </a:spcAft>
              <a:buSzPts val="900"/>
              <a:buNone/>
              <a:defRPr sz="900"/>
            </a:lvl7pPr>
            <a:lvl8pPr lvl="7" rtl="0">
              <a:lnSpc>
                <a:spcPct val="100000"/>
              </a:lnSpc>
              <a:spcBef>
                <a:spcPts val="0"/>
              </a:spcBef>
              <a:spcAft>
                <a:spcPts val="0"/>
              </a:spcAft>
              <a:buSzPts val="900"/>
              <a:buNone/>
              <a:defRPr sz="900"/>
            </a:lvl8pPr>
            <a:lvl9pPr lvl="8" rtl="0">
              <a:lnSpc>
                <a:spcPct val="100000"/>
              </a:lnSpc>
              <a:spcBef>
                <a:spcPts val="0"/>
              </a:spcBef>
              <a:spcAft>
                <a:spcPts val="0"/>
              </a:spcAft>
              <a:buSzPts val="900"/>
              <a:buNone/>
              <a:defRPr sz="900"/>
            </a:lvl9pPr>
          </a:lstStyle>
          <a:p>
            <a:endParaRPr/>
          </a:p>
        </p:txBody>
      </p:sp>
      <p:sp>
        <p:nvSpPr>
          <p:cNvPr id="29" name="Google Shape;29;p3"/>
          <p:cNvSpPr txBox="1">
            <a:spLocks noGrp="1"/>
          </p:cNvSpPr>
          <p:nvPr>
            <p:ph type="ctrTitle" idx="20"/>
          </p:nvPr>
        </p:nvSpPr>
        <p:spPr>
          <a:xfrm>
            <a:off x="6811558" y="3811353"/>
            <a:ext cx="1974300" cy="577800"/>
          </a:xfrm>
          <a:prstGeom prst="rect">
            <a:avLst/>
          </a:prstGeom>
        </p:spPr>
        <p:txBody>
          <a:bodyPr spcFirstLastPara="1" wrap="square" lIns="91425" tIns="91425" rIns="91425" bIns="91425" anchor="b" anchorCtr="0">
            <a:noAutofit/>
          </a:bodyPr>
          <a:lstStyle>
            <a:lvl1pPr lvl="0" rtl="0">
              <a:spcBef>
                <a:spcPts val="0"/>
              </a:spcBef>
              <a:spcAft>
                <a:spcPts val="0"/>
              </a:spcAft>
              <a:buSzPts val="1400"/>
              <a:buNone/>
              <a:defRPr sz="1400"/>
            </a:lvl1pPr>
            <a:lvl2pPr lvl="1" rtl="0">
              <a:spcBef>
                <a:spcPts val="0"/>
              </a:spcBef>
              <a:spcAft>
                <a:spcPts val="0"/>
              </a:spcAft>
              <a:buSzPts val="1400"/>
              <a:buNone/>
              <a:defRPr sz="1400"/>
            </a:lvl2pPr>
            <a:lvl3pPr lvl="2" rtl="0">
              <a:spcBef>
                <a:spcPts val="0"/>
              </a:spcBef>
              <a:spcAft>
                <a:spcPts val="0"/>
              </a:spcAft>
              <a:buSzPts val="1400"/>
              <a:buNone/>
              <a:defRPr sz="1400"/>
            </a:lvl3pPr>
            <a:lvl4pPr lvl="3" rtl="0">
              <a:spcBef>
                <a:spcPts val="0"/>
              </a:spcBef>
              <a:spcAft>
                <a:spcPts val="0"/>
              </a:spcAft>
              <a:buSzPts val="1400"/>
              <a:buNone/>
              <a:defRPr sz="1400"/>
            </a:lvl4pPr>
            <a:lvl5pPr lvl="4" rtl="0">
              <a:spcBef>
                <a:spcPts val="0"/>
              </a:spcBef>
              <a:spcAft>
                <a:spcPts val="0"/>
              </a:spcAft>
              <a:buSzPts val="1400"/>
              <a:buNone/>
              <a:defRPr sz="1400"/>
            </a:lvl5pPr>
            <a:lvl6pPr lvl="5" rtl="0">
              <a:spcBef>
                <a:spcPts val="0"/>
              </a:spcBef>
              <a:spcAft>
                <a:spcPts val="0"/>
              </a:spcAft>
              <a:buSzPts val="1400"/>
              <a:buNone/>
              <a:defRPr sz="1400"/>
            </a:lvl6pPr>
            <a:lvl7pPr lvl="6" rtl="0">
              <a:spcBef>
                <a:spcPts val="0"/>
              </a:spcBef>
              <a:spcAft>
                <a:spcPts val="0"/>
              </a:spcAft>
              <a:buSzPts val="1400"/>
              <a:buNone/>
              <a:defRPr sz="1400"/>
            </a:lvl7pPr>
            <a:lvl8pPr lvl="7" rtl="0">
              <a:spcBef>
                <a:spcPts val="0"/>
              </a:spcBef>
              <a:spcAft>
                <a:spcPts val="0"/>
              </a:spcAft>
              <a:buSzPts val="1400"/>
              <a:buNone/>
              <a:defRPr sz="1400"/>
            </a:lvl8pPr>
            <a:lvl9pPr lvl="8" rtl="0">
              <a:spcBef>
                <a:spcPts val="0"/>
              </a:spcBef>
              <a:spcAft>
                <a:spcPts val="0"/>
              </a:spcAft>
              <a:buSzPts val="1400"/>
              <a:buNone/>
              <a:defRPr sz="1400"/>
            </a:lvl9pPr>
          </a:lstStyle>
          <a:p>
            <a:endParaRPr/>
          </a:p>
        </p:txBody>
      </p:sp>
      <p:sp>
        <p:nvSpPr>
          <p:cNvPr id="30" name="Google Shape;30;p3"/>
          <p:cNvSpPr txBox="1">
            <a:spLocks noGrp="1"/>
          </p:cNvSpPr>
          <p:nvPr>
            <p:ph type="subTitle" idx="21"/>
          </p:nvPr>
        </p:nvSpPr>
        <p:spPr>
          <a:xfrm>
            <a:off x="6811558" y="4266173"/>
            <a:ext cx="1674300" cy="5724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900"/>
              <a:buNone/>
              <a:defRPr sz="900"/>
            </a:lvl1pPr>
            <a:lvl2pPr lvl="1" rtl="0">
              <a:lnSpc>
                <a:spcPct val="100000"/>
              </a:lnSpc>
              <a:spcBef>
                <a:spcPts val="0"/>
              </a:spcBef>
              <a:spcAft>
                <a:spcPts val="0"/>
              </a:spcAft>
              <a:buSzPts val="900"/>
              <a:buNone/>
              <a:defRPr sz="900"/>
            </a:lvl2pPr>
            <a:lvl3pPr lvl="2" rtl="0">
              <a:lnSpc>
                <a:spcPct val="100000"/>
              </a:lnSpc>
              <a:spcBef>
                <a:spcPts val="0"/>
              </a:spcBef>
              <a:spcAft>
                <a:spcPts val="0"/>
              </a:spcAft>
              <a:buSzPts val="900"/>
              <a:buNone/>
              <a:defRPr sz="900"/>
            </a:lvl3pPr>
            <a:lvl4pPr lvl="3" rtl="0">
              <a:lnSpc>
                <a:spcPct val="100000"/>
              </a:lnSpc>
              <a:spcBef>
                <a:spcPts val="0"/>
              </a:spcBef>
              <a:spcAft>
                <a:spcPts val="0"/>
              </a:spcAft>
              <a:buSzPts val="900"/>
              <a:buNone/>
              <a:defRPr sz="900"/>
            </a:lvl4pPr>
            <a:lvl5pPr lvl="4" rtl="0">
              <a:lnSpc>
                <a:spcPct val="100000"/>
              </a:lnSpc>
              <a:spcBef>
                <a:spcPts val="0"/>
              </a:spcBef>
              <a:spcAft>
                <a:spcPts val="0"/>
              </a:spcAft>
              <a:buSzPts val="900"/>
              <a:buNone/>
              <a:defRPr sz="900"/>
            </a:lvl5pPr>
            <a:lvl6pPr lvl="5" rtl="0">
              <a:lnSpc>
                <a:spcPct val="100000"/>
              </a:lnSpc>
              <a:spcBef>
                <a:spcPts val="0"/>
              </a:spcBef>
              <a:spcAft>
                <a:spcPts val="0"/>
              </a:spcAft>
              <a:buSzPts val="900"/>
              <a:buNone/>
              <a:defRPr sz="900"/>
            </a:lvl6pPr>
            <a:lvl7pPr lvl="6" rtl="0">
              <a:lnSpc>
                <a:spcPct val="100000"/>
              </a:lnSpc>
              <a:spcBef>
                <a:spcPts val="0"/>
              </a:spcBef>
              <a:spcAft>
                <a:spcPts val="0"/>
              </a:spcAft>
              <a:buSzPts val="900"/>
              <a:buNone/>
              <a:defRPr sz="900"/>
            </a:lvl7pPr>
            <a:lvl8pPr lvl="7" rtl="0">
              <a:lnSpc>
                <a:spcPct val="100000"/>
              </a:lnSpc>
              <a:spcBef>
                <a:spcPts val="0"/>
              </a:spcBef>
              <a:spcAft>
                <a:spcPts val="0"/>
              </a:spcAft>
              <a:buSzPts val="900"/>
              <a:buNone/>
              <a:defRPr sz="900"/>
            </a:lvl8pPr>
            <a:lvl9pPr lvl="8" rtl="0">
              <a:lnSpc>
                <a:spcPct val="100000"/>
              </a:lnSpc>
              <a:spcBef>
                <a:spcPts val="0"/>
              </a:spcBef>
              <a:spcAft>
                <a:spcPts val="0"/>
              </a:spcAft>
              <a:buSzPts val="900"/>
              <a:buNone/>
              <a:defRPr sz="900"/>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1">
  <p:cSld name="CUSTOM_18">
    <p:bg>
      <p:bgPr>
        <a:blipFill>
          <a:blip r:embed="rId2">
            <a:alphaModFix/>
          </a:blip>
          <a:stretch>
            <a:fillRect/>
          </a:stretch>
        </a:blipFill>
        <a:effectLst/>
      </p:bgPr>
    </p:bg>
    <p:spTree>
      <p:nvGrpSpPr>
        <p:cNvPr id="1" name="Shape 31"/>
        <p:cNvGrpSpPr/>
        <p:nvPr/>
      </p:nvGrpSpPr>
      <p:grpSpPr>
        <a:xfrm>
          <a:off x="0" y="0"/>
          <a:ext cx="0" cy="0"/>
          <a:chOff x="0" y="0"/>
          <a:chExt cx="0" cy="0"/>
        </a:xfrm>
      </p:grpSpPr>
      <p:sp>
        <p:nvSpPr>
          <p:cNvPr id="32" name="Google Shape;32;p4"/>
          <p:cNvSpPr txBox="1">
            <a:spLocks noGrp="1"/>
          </p:cNvSpPr>
          <p:nvPr>
            <p:ph type="ctrTitle"/>
          </p:nvPr>
        </p:nvSpPr>
        <p:spPr>
          <a:xfrm flipH="1">
            <a:off x="1147650" y="3085150"/>
            <a:ext cx="5005500" cy="1022100"/>
          </a:xfrm>
          <a:prstGeom prst="rect">
            <a:avLst/>
          </a:prstGeom>
        </p:spPr>
        <p:txBody>
          <a:bodyPr spcFirstLastPara="1" wrap="square" lIns="91425" tIns="91425" rIns="91425" bIns="91425" anchor="ctr" anchorCtr="0">
            <a:noAutofit/>
          </a:bodyPr>
          <a:lstStyle>
            <a:lvl1pPr lvl="0" rtl="0">
              <a:spcBef>
                <a:spcPts val="0"/>
              </a:spcBef>
              <a:spcAft>
                <a:spcPts val="0"/>
              </a:spcAft>
              <a:buClr>
                <a:srgbClr val="000000"/>
              </a:buClr>
              <a:buSzPts val="3600"/>
              <a:buNone/>
              <a:defRPr sz="3600"/>
            </a:lvl1pPr>
            <a:lvl2pPr lvl="1" rtl="0">
              <a:spcBef>
                <a:spcPts val="0"/>
              </a:spcBef>
              <a:spcAft>
                <a:spcPts val="0"/>
              </a:spcAft>
              <a:buClr>
                <a:schemeClr val="lt1"/>
              </a:buClr>
              <a:buSzPts val="6500"/>
              <a:buNone/>
              <a:defRPr sz="6500">
                <a:solidFill>
                  <a:schemeClr val="lt1"/>
                </a:solidFill>
              </a:defRPr>
            </a:lvl2pPr>
            <a:lvl3pPr lvl="2" rtl="0">
              <a:spcBef>
                <a:spcPts val="0"/>
              </a:spcBef>
              <a:spcAft>
                <a:spcPts val="0"/>
              </a:spcAft>
              <a:buClr>
                <a:schemeClr val="lt1"/>
              </a:buClr>
              <a:buSzPts val="6500"/>
              <a:buNone/>
              <a:defRPr sz="6500">
                <a:solidFill>
                  <a:schemeClr val="lt1"/>
                </a:solidFill>
              </a:defRPr>
            </a:lvl3pPr>
            <a:lvl4pPr lvl="3" rtl="0">
              <a:spcBef>
                <a:spcPts val="0"/>
              </a:spcBef>
              <a:spcAft>
                <a:spcPts val="0"/>
              </a:spcAft>
              <a:buClr>
                <a:schemeClr val="lt1"/>
              </a:buClr>
              <a:buSzPts val="6500"/>
              <a:buNone/>
              <a:defRPr sz="6500">
                <a:solidFill>
                  <a:schemeClr val="lt1"/>
                </a:solidFill>
              </a:defRPr>
            </a:lvl4pPr>
            <a:lvl5pPr lvl="4" rtl="0">
              <a:spcBef>
                <a:spcPts val="0"/>
              </a:spcBef>
              <a:spcAft>
                <a:spcPts val="0"/>
              </a:spcAft>
              <a:buClr>
                <a:schemeClr val="lt1"/>
              </a:buClr>
              <a:buSzPts val="6500"/>
              <a:buNone/>
              <a:defRPr sz="6500">
                <a:solidFill>
                  <a:schemeClr val="lt1"/>
                </a:solidFill>
              </a:defRPr>
            </a:lvl5pPr>
            <a:lvl6pPr lvl="5" rtl="0">
              <a:spcBef>
                <a:spcPts val="0"/>
              </a:spcBef>
              <a:spcAft>
                <a:spcPts val="0"/>
              </a:spcAft>
              <a:buClr>
                <a:schemeClr val="lt1"/>
              </a:buClr>
              <a:buSzPts val="6500"/>
              <a:buNone/>
              <a:defRPr sz="6500">
                <a:solidFill>
                  <a:schemeClr val="lt1"/>
                </a:solidFill>
              </a:defRPr>
            </a:lvl6pPr>
            <a:lvl7pPr lvl="6" rtl="0">
              <a:spcBef>
                <a:spcPts val="0"/>
              </a:spcBef>
              <a:spcAft>
                <a:spcPts val="0"/>
              </a:spcAft>
              <a:buClr>
                <a:schemeClr val="lt1"/>
              </a:buClr>
              <a:buSzPts val="6500"/>
              <a:buNone/>
              <a:defRPr sz="6500">
                <a:solidFill>
                  <a:schemeClr val="lt1"/>
                </a:solidFill>
              </a:defRPr>
            </a:lvl7pPr>
            <a:lvl8pPr lvl="7" rtl="0">
              <a:spcBef>
                <a:spcPts val="0"/>
              </a:spcBef>
              <a:spcAft>
                <a:spcPts val="0"/>
              </a:spcAft>
              <a:buClr>
                <a:schemeClr val="lt1"/>
              </a:buClr>
              <a:buSzPts val="6500"/>
              <a:buNone/>
              <a:defRPr sz="6500">
                <a:solidFill>
                  <a:schemeClr val="lt1"/>
                </a:solidFill>
              </a:defRPr>
            </a:lvl8pPr>
            <a:lvl9pPr lvl="8" rtl="0">
              <a:spcBef>
                <a:spcPts val="0"/>
              </a:spcBef>
              <a:spcAft>
                <a:spcPts val="0"/>
              </a:spcAft>
              <a:buClr>
                <a:schemeClr val="lt1"/>
              </a:buClr>
              <a:buSzPts val="6500"/>
              <a:buNone/>
              <a:defRPr sz="6500">
                <a:solidFill>
                  <a:schemeClr val="lt1"/>
                </a:solidFill>
              </a:defRPr>
            </a:lvl9pPr>
          </a:lstStyle>
          <a:p>
            <a:endParaRPr/>
          </a:p>
        </p:txBody>
      </p:sp>
      <p:sp>
        <p:nvSpPr>
          <p:cNvPr id="33" name="Google Shape;33;p4"/>
          <p:cNvSpPr txBox="1">
            <a:spLocks noGrp="1"/>
          </p:cNvSpPr>
          <p:nvPr>
            <p:ph type="title" idx="2" hasCustomPrompt="1"/>
          </p:nvPr>
        </p:nvSpPr>
        <p:spPr>
          <a:xfrm flipH="1">
            <a:off x="1147579" y="2323850"/>
            <a:ext cx="2979300" cy="754500"/>
          </a:xfrm>
          <a:prstGeom prst="rect">
            <a:avLst/>
          </a:prstGeom>
        </p:spPr>
        <p:txBody>
          <a:bodyPr spcFirstLastPara="1" wrap="square" lIns="91425" tIns="91425" rIns="91425" bIns="91425" anchor="ctr" anchorCtr="0">
            <a:noAutofit/>
          </a:bodyPr>
          <a:lstStyle>
            <a:lvl1pPr lvl="0" rtl="0">
              <a:spcBef>
                <a:spcPts val="0"/>
              </a:spcBef>
              <a:spcAft>
                <a:spcPts val="0"/>
              </a:spcAft>
              <a:buClr>
                <a:srgbClr val="000000"/>
              </a:buClr>
              <a:buSzPts val="9600"/>
              <a:buNone/>
              <a:defRPr sz="9600"/>
            </a:lvl1pPr>
            <a:lvl2pPr lvl="1"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2pPr>
            <a:lvl3pPr lvl="2"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3pPr>
            <a:lvl4pPr lvl="3"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4pPr>
            <a:lvl5pPr lvl="4"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5pPr>
            <a:lvl6pPr lvl="5"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6pPr>
            <a:lvl7pPr lvl="6"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7pPr>
            <a:lvl8pPr lvl="7"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8pPr>
            <a:lvl9pPr lvl="8"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9pPr>
          </a:lstStyle>
          <a:p>
            <a:r>
              <a:t>xx%</a:t>
            </a:r>
          </a:p>
        </p:txBody>
      </p:sp>
      <p:sp>
        <p:nvSpPr>
          <p:cNvPr id="34" name="Google Shape;34;p4"/>
          <p:cNvSpPr txBox="1">
            <a:spLocks noGrp="1"/>
          </p:cNvSpPr>
          <p:nvPr>
            <p:ph type="subTitle" idx="1"/>
          </p:nvPr>
        </p:nvSpPr>
        <p:spPr>
          <a:xfrm>
            <a:off x="1147575" y="4028959"/>
            <a:ext cx="4224900" cy="5367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sz="1100"/>
            </a:lvl1pPr>
            <a:lvl2pPr lvl="1" rtl="0">
              <a:lnSpc>
                <a:spcPct val="100000"/>
              </a:lnSpc>
              <a:spcBef>
                <a:spcPts val="0"/>
              </a:spcBef>
              <a:spcAft>
                <a:spcPts val="0"/>
              </a:spcAft>
              <a:buSzPts val="1200"/>
              <a:buNone/>
              <a:defRPr/>
            </a:lvl2pPr>
            <a:lvl3pPr lvl="2" rtl="0">
              <a:lnSpc>
                <a:spcPct val="100000"/>
              </a:lnSpc>
              <a:spcBef>
                <a:spcPts val="0"/>
              </a:spcBef>
              <a:spcAft>
                <a:spcPts val="0"/>
              </a:spcAft>
              <a:buSzPts val="1200"/>
              <a:buNone/>
              <a:defRPr/>
            </a:lvl3pPr>
            <a:lvl4pPr lvl="3" rtl="0">
              <a:lnSpc>
                <a:spcPct val="100000"/>
              </a:lnSpc>
              <a:spcBef>
                <a:spcPts val="0"/>
              </a:spcBef>
              <a:spcAft>
                <a:spcPts val="0"/>
              </a:spcAft>
              <a:buSzPts val="1200"/>
              <a:buNone/>
              <a:defRPr/>
            </a:lvl4pPr>
            <a:lvl5pPr lvl="4" rtl="0">
              <a:lnSpc>
                <a:spcPct val="100000"/>
              </a:lnSpc>
              <a:spcBef>
                <a:spcPts val="0"/>
              </a:spcBef>
              <a:spcAft>
                <a:spcPts val="0"/>
              </a:spcAft>
              <a:buSzPts val="1200"/>
              <a:buNone/>
              <a:defRPr/>
            </a:lvl5pPr>
            <a:lvl6pPr lvl="5" rtl="0">
              <a:lnSpc>
                <a:spcPct val="100000"/>
              </a:lnSpc>
              <a:spcBef>
                <a:spcPts val="0"/>
              </a:spcBef>
              <a:spcAft>
                <a:spcPts val="0"/>
              </a:spcAft>
              <a:buSzPts val="1200"/>
              <a:buNone/>
              <a:defRPr/>
            </a:lvl6pPr>
            <a:lvl7pPr lvl="6" rtl="0">
              <a:lnSpc>
                <a:spcPct val="100000"/>
              </a:lnSpc>
              <a:spcBef>
                <a:spcPts val="0"/>
              </a:spcBef>
              <a:spcAft>
                <a:spcPts val="0"/>
              </a:spcAft>
              <a:buSzPts val="1200"/>
              <a:buNone/>
              <a:defRPr/>
            </a:lvl7pPr>
            <a:lvl8pPr lvl="7" rtl="0">
              <a:lnSpc>
                <a:spcPct val="100000"/>
              </a:lnSpc>
              <a:spcBef>
                <a:spcPts val="0"/>
              </a:spcBef>
              <a:spcAft>
                <a:spcPts val="0"/>
              </a:spcAft>
              <a:buSzPts val="1200"/>
              <a:buNone/>
              <a:defRPr/>
            </a:lvl8pPr>
            <a:lvl9pPr lvl="8" rtl="0">
              <a:lnSpc>
                <a:spcPct val="100000"/>
              </a:lnSpc>
              <a:spcBef>
                <a:spcPts val="0"/>
              </a:spcBef>
              <a:spcAft>
                <a:spcPts val="0"/>
              </a:spcAft>
              <a:buSzPts val="1200"/>
              <a:buNone/>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 subtitle">
  <p:cSld name="CUSTOM_12">
    <p:bg>
      <p:bgPr>
        <a:blipFill>
          <a:blip r:embed="rId2">
            <a:alphaModFix/>
          </a:blip>
          <a:stretch>
            <a:fillRect/>
          </a:stretch>
        </a:blipFill>
        <a:effectLst/>
      </p:bgPr>
    </p:bg>
    <p:spTree>
      <p:nvGrpSpPr>
        <p:cNvPr id="1" name="Shape 35"/>
        <p:cNvGrpSpPr/>
        <p:nvPr/>
      </p:nvGrpSpPr>
      <p:grpSpPr>
        <a:xfrm>
          <a:off x="0" y="0"/>
          <a:ext cx="0" cy="0"/>
          <a:chOff x="0" y="0"/>
          <a:chExt cx="0" cy="0"/>
        </a:xfrm>
      </p:grpSpPr>
      <p:sp>
        <p:nvSpPr>
          <p:cNvPr id="36" name="Google Shape;36;p5"/>
          <p:cNvSpPr txBox="1">
            <a:spLocks noGrp="1"/>
          </p:cNvSpPr>
          <p:nvPr>
            <p:ph type="ctrTitle"/>
          </p:nvPr>
        </p:nvSpPr>
        <p:spPr>
          <a:xfrm>
            <a:off x="2638350" y="376498"/>
            <a:ext cx="3867300" cy="20541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800"/>
              <a:buNone/>
              <a:defRPr/>
            </a:lvl1pPr>
            <a:lvl2pPr lvl="1" rtl="0">
              <a:spcBef>
                <a:spcPts val="0"/>
              </a:spcBef>
              <a:spcAft>
                <a:spcPts val="0"/>
              </a:spcAft>
              <a:buClr>
                <a:schemeClr val="accent6"/>
              </a:buClr>
              <a:buSzPts val="1600"/>
              <a:buNone/>
              <a:defRPr sz="1600">
                <a:solidFill>
                  <a:schemeClr val="accent6"/>
                </a:solidFill>
              </a:defRPr>
            </a:lvl2pPr>
            <a:lvl3pPr lvl="2" rtl="0">
              <a:spcBef>
                <a:spcPts val="0"/>
              </a:spcBef>
              <a:spcAft>
                <a:spcPts val="0"/>
              </a:spcAft>
              <a:buClr>
                <a:schemeClr val="accent6"/>
              </a:buClr>
              <a:buSzPts val="1600"/>
              <a:buNone/>
              <a:defRPr sz="1600">
                <a:solidFill>
                  <a:schemeClr val="accent6"/>
                </a:solidFill>
              </a:defRPr>
            </a:lvl3pPr>
            <a:lvl4pPr lvl="3" rtl="0">
              <a:spcBef>
                <a:spcPts val="0"/>
              </a:spcBef>
              <a:spcAft>
                <a:spcPts val="0"/>
              </a:spcAft>
              <a:buClr>
                <a:schemeClr val="accent6"/>
              </a:buClr>
              <a:buSzPts val="1600"/>
              <a:buNone/>
              <a:defRPr sz="1600">
                <a:solidFill>
                  <a:schemeClr val="accent6"/>
                </a:solidFill>
              </a:defRPr>
            </a:lvl4pPr>
            <a:lvl5pPr lvl="4" rtl="0">
              <a:spcBef>
                <a:spcPts val="0"/>
              </a:spcBef>
              <a:spcAft>
                <a:spcPts val="0"/>
              </a:spcAft>
              <a:buClr>
                <a:schemeClr val="accent6"/>
              </a:buClr>
              <a:buSzPts val="1600"/>
              <a:buNone/>
              <a:defRPr sz="1600">
                <a:solidFill>
                  <a:schemeClr val="accent6"/>
                </a:solidFill>
              </a:defRPr>
            </a:lvl5pPr>
            <a:lvl6pPr lvl="5" rtl="0">
              <a:spcBef>
                <a:spcPts val="0"/>
              </a:spcBef>
              <a:spcAft>
                <a:spcPts val="0"/>
              </a:spcAft>
              <a:buClr>
                <a:schemeClr val="accent6"/>
              </a:buClr>
              <a:buSzPts val="1600"/>
              <a:buNone/>
              <a:defRPr sz="1600">
                <a:solidFill>
                  <a:schemeClr val="accent6"/>
                </a:solidFill>
              </a:defRPr>
            </a:lvl6pPr>
            <a:lvl7pPr lvl="6" rtl="0">
              <a:spcBef>
                <a:spcPts val="0"/>
              </a:spcBef>
              <a:spcAft>
                <a:spcPts val="0"/>
              </a:spcAft>
              <a:buClr>
                <a:schemeClr val="accent6"/>
              </a:buClr>
              <a:buSzPts val="1600"/>
              <a:buNone/>
              <a:defRPr sz="1600">
                <a:solidFill>
                  <a:schemeClr val="accent6"/>
                </a:solidFill>
              </a:defRPr>
            </a:lvl7pPr>
            <a:lvl8pPr lvl="7" rtl="0">
              <a:spcBef>
                <a:spcPts val="0"/>
              </a:spcBef>
              <a:spcAft>
                <a:spcPts val="0"/>
              </a:spcAft>
              <a:buClr>
                <a:schemeClr val="accent6"/>
              </a:buClr>
              <a:buSzPts val="1600"/>
              <a:buNone/>
              <a:defRPr sz="1600">
                <a:solidFill>
                  <a:schemeClr val="accent6"/>
                </a:solidFill>
              </a:defRPr>
            </a:lvl8pPr>
            <a:lvl9pPr lvl="8" rtl="0">
              <a:spcBef>
                <a:spcPts val="0"/>
              </a:spcBef>
              <a:spcAft>
                <a:spcPts val="0"/>
              </a:spcAft>
              <a:buClr>
                <a:schemeClr val="accent6"/>
              </a:buClr>
              <a:buSzPts val="1600"/>
              <a:buNone/>
              <a:defRPr sz="1600">
                <a:solidFill>
                  <a:schemeClr val="accent6"/>
                </a:solidFill>
              </a:defRPr>
            </a:lvl9pPr>
          </a:lstStyle>
          <a:p>
            <a:endParaRPr/>
          </a:p>
        </p:txBody>
      </p:sp>
      <p:sp>
        <p:nvSpPr>
          <p:cNvPr id="37" name="Google Shape;37;p5"/>
          <p:cNvSpPr txBox="1">
            <a:spLocks noGrp="1"/>
          </p:cNvSpPr>
          <p:nvPr>
            <p:ph type="subTitle" idx="1"/>
          </p:nvPr>
        </p:nvSpPr>
        <p:spPr>
          <a:xfrm>
            <a:off x="2459550" y="2314225"/>
            <a:ext cx="4224900" cy="1784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200"/>
              <a:buNone/>
              <a:defRPr sz="1100"/>
            </a:lvl1pPr>
            <a:lvl2pPr lvl="1" rtl="0">
              <a:lnSpc>
                <a:spcPct val="100000"/>
              </a:lnSpc>
              <a:spcBef>
                <a:spcPts val="0"/>
              </a:spcBef>
              <a:spcAft>
                <a:spcPts val="0"/>
              </a:spcAft>
              <a:buSzPts val="1200"/>
              <a:buNone/>
              <a:defRPr/>
            </a:lvl2pPr>
            <a:lvl3pPr lvl="2" rtl="0">
              <a:lnSpc>
                <a:spcPct val="100000"/>
              </a:lnSpc>
              <a:spcBef>
                <a:spcPts val="0"/>
              </a:spcBef>
              <a:spcAft>
                <a:spcPts val="0"/>
              </a:spcAft>
              <a:buSzPts val="1200"/>
              <a:buNone/>
              <a:defRPr/>
            </a:lvl3pPr>
            <a:lvl4pPr lvl="3" rtl="0">
              <a:lnSpc>
                <a:spcPct val="100000"/>
              </a:lnSpc>
              <a:spcBef>
                <a:spcPts val="0"/>
              </a:spcBef>
              <a:spcAft>
                <a:spcPts val="0"/>
              </a:spcAft>
              <a:buSzPts val="1200"/>
              <a:buNone/>
              <a:defRPr/>
            </a:lvl4pPr>
            <a:lvl5pPr lvl="4" rtl="0">
              <a:lnSpc>
                <a:spcPct val="100000"/>
              </a:lnSpc>
              <a:spcBef>
                <a:spcPts val="0"/>
              </a:spcBef>
              <a:spcAft>
                <a:spcPts val="0"/>
              </a:spcAft>
              <a:buSzPts val="1200"/>
              <a:buNone/>
              <a:defRPr/>
            </a:lvl5pPr>
            <a:lvl6pPr lvl="5" rtl="0">
              <a:lnSpc>
                <a:spcPct val="100000"/>
              </a:lnSpc>
              <a:spcBef>
                <a:spcPts val="0"/>
              </a:spcBef>
              <a:spcAft>
                <a:spcPts val="0"/>
              </a:spcAft>
              <a:buSzPts val="1200"/>
              <a:buNone/>
              <a:defRPr/>
            </a:lvl6pPr>
            <a:lvl7pPr lvl="6" rtl="0">
              <a:lnSpc>
                <a:spcPct val="100000"/>
              </a:lnSpc>
              <a:spcBef>
                <a:spcPts val="0"/>
              </a:spcBef>
              <a:spcAft>
                <a:spcPts val="0"/>
              </a:spcAft>
              <a:buSzPts val="1200"/>
              <a:buNone/>
              <a:defRPr/>
            </a:lvl7pPr>
            <a:lvl8pPr lvl="7" rtl="0">
              <a:lnSpc>
                <a:spcPct val="100000"/>
              </a:lnSpc>
              <a:spcBef>
                <a:spcPts val="0"/>
              </a:spcBef>
              <a:spcAft>
                <a:spcPts val="0"/>
              </a:spcAft>
              <a:buSzPts val="1200"/>
              <a:buNone/>
              <a:defRPr/>
            </a:lvl8pPr>
            <a:lvl9pPr lvl="8" rtl="0">
              <a:lnSpc>
                <a:spcPct val="100000"/>
              </a:lnSpc>
              <a:spcBef>
                <a:spcPts val="0"/>
              </a:spcBef>
              <a:spcAft>
                <a:spcPts val="0"/>
              </a:spcAft>
              <a:buSzPts val="1200"/>
              <a:buNone/>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 Design">
  <p:cSld name="CUSTOM_15">
    <p:bg>
      <p:bgPr>
        <a:blipFill>
          <a:blip r:embed="rId2">
            <a:alphaModFix/>
          </a:blip>
          <a:stretch>
            <a:fillRect/>
          </a:stretch>
        </a:blipFill>
        <a:effectLst/>
      </p:bgPr>
    </p:bg>
    <p:spTree>
      <p:nvGrpSpPr>
        <p:cNvPr id="1" name="Shape 38"/>
        <p:cNvGrpSpPr/>
        <p:nvPr/>
      </p:nvGrpSpPr>
      <p:grpSpPr>
        <a:xfrm>
          <a:off x="0" y="0"/>
          <a:ext cx="0" cy="0"/>
          <a:chOff x="0" y="0"/>
          <a:chExt cx="0" cy="0"/>
        </a:xfrm>
      </p:grpSpPr>
      <p:sp>
        <p:nvSpPr>
          <p:cNvPr id="39" name="Google Shape;39;p6"/>
          <p:cNvSpPr txBox="1">
            <a:spLocks noGrp="1"/>
          </p:cNvSpPr>
          <p:nvPr>
            <p:ph type="ctrTitle"/>
          </p:nvPr>
        </p:nvSpPr>
        <p:spPr>
          <a:xfrm>
            <a:off x="1964851" y="352850"/>
            <a:ext cx="5214300" cy="9462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400"/>
              <a:buNone/>
              <a:defRPr sz="2400"/>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2">
  <p:cSld name="CUSTOM_21">
    <p:bg>
      <p:bgPr>
        <a:blipFill>
          <a:blip r:embed="rId2">
            <a:alphaModFix/>
          </a:blip>
          <a:stretch>
            <a:fillRect/>
          </a:stretch>
        </a:blipFill>
        <a:effectLst/>
      </p:bgPr>
    </p:bg>
    <p:spTree>
      <p:nvGrpSpPr>
        <p:cNvPr id="1" name="Shape 40"/>
        <p:cNvGrpSpPr/>
        <p:nvPr/>
      </p:nvGrpSpPr>
      <p:grpSpPr>
        <a:xfrm>
          <a:off x="0" y="0"/>
          <a:ext cx="0" cy="0"/>
          <a:chOff x="0" y="0"/>
          <a:chExt cx="0" cy="0"/>
        </a:xfrm>
      </p:grpSpPr>
      <p:sp>
        <p:nvSpPr>
          <p:cNvPr id="41" name="Google Shape;41;p7"/>
          <p:cNvSpPr txBox="1">
            <a:spLocks noGrp="1"/>
          </p:cNvSpPr>
          <p:nvPr>
            <p:ph type="ctrTitle"/>
          </p:nvPr>
        </p:nvSpPr>
        <p:spPr>
          <a:xfrm flipH="1">
            <a:off x="2747779" y="2635675"/>
            <a:ext cx="5195700" cy="1921200"/>
          </a:xfrm>
          <a:prstGeom prst="rect">
            <a:avLst/>
          </a:prstGeom>
        </p:spPr>
        <p:txBody>
          <a:bodyPr spcFirstLastPara="1" wrap="square" lIns="91425" tIns="91425" rIns="91425" bIns="91425" anchor="ctr" anchorCtr="0">
            <a:noAutofit/>
          </a:bodyPr>
          <a:lstStyle>
            <a:lvl1pPr lvl="0" algn="r" rtl="0">
              <a:spcBef>
                <a:spcPts val="0"/>
              </a:spcBef>
              <a:spcAft>
                <a:spcPts val="0"/>
              </a:spcAft>
              <a:buClr>
                <a:srgbClr val="000000"/>
              </a:buClr>
              <a:buSzPts val="3600"/>
              <a:buNone/>
              <a:defRPr sz="3600"/>
            </a:lvl1pPr>
            <a:lvl2pPr lvl="1" algn="r" rtl="0">
              <a:spcBef>
                <a:spcPts val="0"/>
              </a:spcBef>
              <a:spcAft>
                <a:spcPts val="0"/>
              </a:spcAft>
              <a:buClr>
                <a:schemeClr val="lt1"/>
              </a:buClr>
              <a:buSzPts val="6500"/>
              <a:buNone/>
              <a:defRPr sz="6500">
                <a:solidFill>
                  <a:schemeClr val="lt1"/>
                </a:solidFill>
              </a:defRPr>
            </a:lvl2pPr>
            <a:lvl3pPr lvl="2" algn="r" rtl="0">
              <a:spcBef>
                <a:spcPts val="0"/>
              </a:spcBef>
              <a:spcAft>
                <a:spcPts val="0"/>
              </a:spcAft>
              <a:buClr>
                <a:schemeClr val="lt1"/>
              </a:buClr>
              <a:buSzPts val="6500"/>
              <a:buNone/>
              <a:defRPr sz="6500">
                <a:solidFill>
                  <a:schemeClr val="lt1"/>
                </a:solidFill>
              </a:defRPr>
            </a:lvl3pPr>
            <a:lvl4pPr lvl="3" algn="r" rtl="0">
              <a:spcBef>
                <a:spcPts val="0"/>
              </a:spcBef>
              <a:spcAft>
                <a:spcPts val="0"/>
              </a:spcAft>
              <a:buClr>
                <a:schemeClr val="lt1"/>
              </a:buClr>
              <a:buSzPts val="6500"/>
              <a:buNone/>
              <a:defRPr sz="6500">
                <a:solidFill>
                  <a:schemeClr val="lt1"/>
                </a:solidFill>
              </a:defRPr>
            </a:lvl4pPr>
            <a:lvl5pPr lvl="4" algn="r" rtl="0">
              <a:spcBef>
                <a:spcPts val="0"/>
              </a:spcBef>
              <a:spcAft>
                <a:spcPts val="0"/>
              </a:spcAft>
              <a:buClr>
                <a:schemeClr val="lt1"/>
              </a:buClr>
              <a:buSzPts val="6500"/>
              <a:buNone/>
              <a:defRPr sz="6500">
                <a:solidFill>
                  <a:schemeClr val="lt1"/>
                </a:solidFill>
              </a:defRPr>
            </a:lvl5pPr>
            <a:lvl6pPr lvl="5" algn="r" rtl="0">
              <a:spcBef>
                <a:spcPts val="0"/>
              </a:spcBef>
              <a:spcAft>
                <a:spcPts val="0"/>
              </a:spcAft>
              <a:buClr>
                <a:schemeClr val="lt1"/>
              </a:buClr>
              <a:buSzPts val="6500"/>
              <a:buNone/>
              <a:defRPr sz="6500">
                <a:solidFill>
                  <a:schemeClr val="lt1"/>
                </a:solidFill>
              </a:defRPr>
            </a:lvl6pPr>
            <a:lvl7pPr lvl="6" algn="r" rtl="0">
              <a:spcBef>
                <a:spcPts val="0"/>
              </a:spcBef>
              <a:spcAft>
                <a:spcPts val="0"/>
              </a:spcAft>
              <a:buClr>
                <a:schemeClr val="lt1"/>
              </a:buClr>
              <a:buSzPts val="6500"/>
              <a:buNone/>
              <a:defRPr sz="6500">
                <a:solidFill>
                  <a:schemeClr val="lt1"/>
                </a:solidFill>
              </a:defRPr>
            </a:lvl7pPr>
            <a:lvl8pPr lvl="7" algn="r" rtl="0">
              <a:spcBef>
                <a:spcPts val="0"/>
              </a:spcBef>
              <a:spcAft>
                <a:spcPts val="0"/>
              </a:spcAft>
              <a:buClr>
                <a:schemeClr val="lt1"/>
              </a:buClr>
              <a:buSzPts val="6500"/>
              <a:buNone/>
              <a:defRPr sz="6500">
                <a:solidFill>
                  <a:schemeClr val="lt1"/>
                </a:solidFill>
              </a:defRPr>
            </a:lvl8pPr>
            <a:lvl9pPr lvl="8" algn="r" rtl="0">
              <a:spcBef>
                <a:spcPts val="0"/>
              </a:spcBef>
              <a:spcAft>
                <a:spcPts val="0"/>
              </a:spcAft>
              <a:buClr>
                <a:schemeClr val="lt1"/>
              </a:buClr>
              <a:buSzPts val="6500"/>
              <a:buNone/>
              <a:defRPr sz="6500">
                <a:solidFill>
                  <a:schemeClr val="lt1"/>
                </a:solidFill>
              </a:defRPr>
            </a:lvl9pPr>
          </a:lstStyle>
          <a:p>
            <a:endParaRPr/>
          </a:p>
        </p:txBody>
      </p:sp>
      <p:sp>
        <p:nvSpPr>
          <p:cNvPr id="42" name="Google Shape;42;p7"/>
          <p:cNvSpPr txBox="1">
            <a:spLocks noGrp="1"/>
          </p:cNvSpPr>
          <p:nvPr>
            <p:ph type="title" idx="2" hasCustomPrompt="1"/>
          </p:nvPr>
        </p:nvSpPr>
        <p:spPr>
          <a:xfrm flipH="1">
            <a:off x="4964179" y="2323850"/>
            <a:ext cx="2979300" cy="754500"/>
          </a:xfrm>
          <a:prstGeom prst="rect">
            <a:avLst/>
          </a:prstGeom>
        </p:spPr>
        <p:txBody>
          <a:bodyPr spcFirstLastPara="1" wrap="square" lIns="91425" tIns="91425" rIns="91425" bIns="91425" anchor="ctr" anchorCtr="0">
            <a:noAutofit/>
          </a:bodyPr>
          <a:lstStyle>
            <a:lvl1pPr lvl="0" algn="r" rtl="0">
              <a:spcBef>
                <a:spcPts val="0"/>
              </a:spcBef>
              <a:spcAft>
                <a:spcPts val="0"/>
              </a:spcAft>
              <a:buClr>
                <a:srgbClr val="000000"/>
              </a:buClr>
              <a:buSzPts val="9600"/>
              <a:buNone/>
              <a:defRPr sz="9600"/>
            </a:lvl1pPr>
            <a:lvl2pPr lvl="1" algn="r"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2pPr>
            <a:lvl3pPr lvl="2" algn="r"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3pPr>
            <a:lvl4pPr lvl="3" algn="r"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4pPr>
            <a:lvl5pPr lvl="4" algn="r"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5pPr>
            <a:lvl6pPr lvl="5" algn="r"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6pPr>
            <a:lvl7pPr lvl="6" algn="r"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7pPr>
            <a:lvl8pPr lvl="7" algn="r"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8pPr>
            <a:lvl9pPr lvl="8" algn="r"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9pPr>
          </a:lstStyle>
          <a:p>
            <a:r>
              <a:t>xx%</a:t>
            </a:r>
          </a:p>
        </p:txBody>
      </p:sp>
      <p:sp>
        <p:nvSpPr>
          <p:cNvPr id="43" name="Google Shape;43;p7"/>
          <p:cNvSpPr txBox="1">
            <a:spLocks noGrp="1"/>
          </p:cNvSpPr>
          <p:nvPr>
            <p:ph type="subTitle" idx="1"/>
          </p:nvPr>
        </p:nvSpPr>
        <p:spPr>
          <a:xfrm>
            <a:off x="3718579" y="4030481"/>
            <a:ext cx="4224900" cy="5367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200"/>
              <a:buNone/>
              <a:defRPr sz="1100"/>
            </a:lvl1pPr>
            <a:lvl2pPr lvl="1" rtl="0">
              <a:lnSpc>
                <a:spcPct val="100000"/>
              </a:lnSpc>
              <a:spcBef>
                <a:spcPts val="0"/>
              </a:spcBef>
              <a:spcAft>
                <a:spcPts val="0"/>
              </a:spcAft>
              <a:buSzPts val="1200"/>
              <a:buNone/>
              <a:defRPr/>
            </a:lvl2pPr>
            <a:lvl3pPr lvl="2" rtl="0">
              <a:lnSpc>
                <a:spcPct val="100000"/>
              </a:lnSpc>
              <a:spcBef>
                <a:spcPts val="0"/>
              </a:spcBef>
              <a:spcAft>
                <a:spcPts val="0"/>
              </a:spcAft>
              <a:buSzPts val="1200"/>
              <a:buNone/>
              <a:defRPr/>
            </a:lvl3pPr>
            <a:lvl4pPr lvl="3" rtl="0">
              <a:lnSpc>
                <a:spcPct val="100000"/>
              </a:lnSpc>
              <a:spcBef>
                <a:spcPts val="0"/>
              </a:spcBef>
              <a:spcAft>
                <a:spcPts val="0"/>
              </a:spcAft>
              <a:buSzPts val="1200"/>
              <a:buNone/>
              <a:defRPr/>
            </a:lvl4pPr>
            <a:lvl5pPr lvl="4" rtl="0">
              <a:lnSpc>
                <a:spcPct val="100000"/>
              </a:lnSpc>
              <a:spcBef>
                <a:spcPts val="0"/>
              </a:spcBef>
              <a:spcAft>
                <a:spcPts val="0"/>
              </a:spcAft>
              <a:buSzPts val="1200"/>
              <a:buNone/>
              <a:defRPr/>
            </a:lvl5pPr>
            <a:lvl6pPr lvl="5" rtl="0">
              <a:lnSpc>
                <a:spcPct val="100000"/>
              </a:lnSpc>
              <a:spcBef>
                <a:spcPts val="0"/>
              </a:spcBef>
              <a:spcAft>
                <a:spcPts val="0"/>
              </a:spcAft>
              <a:buSzPts val="1200"/>
              <a:buNone/>
              <a:defRPr/>
            </a:lvl6pPr>
            <a:lvl7pPr lvl="6" rtl="0">
              <a:lnSpc>
                <a:spcPct val="100000"/>
              </a:lnSpc>
              <a:spcBef>
                <a:spcPts val="0"/>
              </a:spcBef>
              <a:spcAft>
                <a:spcPts val="0"/>
              </a:spcAft>
              <a:buSzPts val="1200"/>
              <a:buNone/>
              <a:defRPr/>
            </a:lvl7pPr>
            <a:lvl8pPr lvl="7" rtl="0">
              <a:lnSpc>
                <a:spcPct val="100000"/>
              </a:lnSpc>
              <a:spcBef>
                <a:spcPts val="0"/>
              </a:spcBef>
              <a:spcAft>
                <a:spcPts val="0"/>
              </a:spcAft>
              <a:buSzPts val="1200"/>
              <a:buNone/>
              <a:defRPr/>
            </a:lvl8pPr>
            <a:lvl9pPr lvl="8" rtl="0">
              <a:lnSpc>
                <a:spcPct val="100000"/>
              </a:lnSpc>
              <a:spcBef>
                <a:spcPts val="0"/>
              </a:spcBef>
              <a:spcAft>
                <a:spcPts val="0"/>
              </a:spcAft>
              <a:buSzPts val="1200"/>
              <a:buNone/>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ext + photo">
  <p:cSld name="CUSTOM_23">
    <p:bg>
      <p:bgPr>
        <a:blipFill>
          <a:blip r:embed="rId2">
            <a:alphaModFix/>
          </a:blip>
          <a:stretch>
            <a:fillRect/>
          </a:stretch>
        </a:blipFill>
        <a:effectLst/>
      </p:bgPr>
    </p:bg>
    <p:spTree>
      <p:nvGrpSpPr>
        <p:cNvPr id="1" name="Shape 44"/>
        <p:cNvGrpSpPr/>
        <p:nvPr/>
      </p:nvGrpSpPr>
      <p:grpSpPr>
        <a:xfrm>
          <a:off x="0" y="0"/>
          <a:ext cx="0" cy="0"/>
          <a:chOff x="0" y="0"/>
          <a:chExt cx="0" cy="0"/>
        </a:xfrm>
      </p:grpSpPr>
      <p:sp>
        <p:nvSpPr>
          <p:cNvPr id="45" name="Google Shape;45;p8"/>
          <p:cNvSpPr txBox="1">
            <a:spLocks noGrp="1"/>
          </p:cNvSpPr>
          <p:nvPr>
            <p:ph type="ctrTitle"/>
          </p:nvPr>
        </p:nvSpPr>
        <p:spPr>
          <a:xfrm>
            <a:off x="1600733" y="985228"/>
            <a:ext cx="2673600" cy="2054100"/>
          </a:xfrm>
          <a:prstGeom prst="rect">
            <a:avLst/>
          </a:prstGeom>
        </p:spPr>
        <p:txBody>
          <a:bodyPr spcFirstLastPara="1" wrap="square" lIns="91425" tIns="91425" rIns="91425" bIns="91425" anchor="b" anchorCtr="0">
            <a:noAutofit/>
          </a:bodyPr>
          <a:lstStyle>
            <a:lvl1pPr lvl="0" algn="r" rtl="0">
              <a:spcBef>
                <a:spcPts val="0"/>
              </a:spcBef>
              <a:spcAft>
                <a:spcPts val="0"/>
              </a:spcAft>
              <a:buSzPts val="2000"/>
              <a:buNone/>
              <a:defRPr sz="2000"/>
            </a:lvl1pPr>
            <a:lvl2pPr lvl="1" algn="r" rtl="0">
              <a:spcBef>
                <a:spcPts val="0"/>
              </a:spcBef>
              <a:spcAft>
                <a:spcPts val="0"/>
              </a:spcAft>
              <a:buClr>
                <a:schemeClr val="accent6"/>
              </a:buClr>
              <a:buSzPts val="2000"/>
              <a:buNone/>
              <a:defRPr sz="2000">
                <a:solidFill>
                  <a:schemeClr val="accent6"/>
                </a:solidFill>
              </a:defRPr>
            </a:lvl2pPr>
            <a:lvl3pPr lvl="2" algn="r" rtl="0">
              <a:spcBef>
                <a:spcPts val="0"/>
              </a:spcBef>
              <a:spcAft>
                <a:spcPts val="0"/>
              </a:spcAft>
              <a:buClr>
                <a:schemeClr val="accent6"/>
              </a:buClr>
              <a:buSzPts val="2000"/>
              <a:buNone/>
              <a:defRPr sz="2000">
                <a:solidFill>
                  <a:schemeClr val="accent6"/>
                </a:solidFill>
              </a:defRPr>
            </a:lvl3pPr>
            <a:lvl4pPr lvl="3" algn="r" rtl="0">
              <a:spcBef>
                <a:spcPts val="0"/>
              </a:spcBef>
              <a:spcAft>
                <a:spcPts val="0"/>
              </a:spcAft>
              <a:buClr>
                <a:schemeClr val="accent6"/>
              </a:buClr>
              <a:buSzPts val="2000"/>
              <a:buNone/>
              <a:defRPr sz="2000">
                <a:solidFill>
                  <a:schemeClr val="accent6"/>
                </a:solidFill>
              </a:defRPr>
            </a:lvl4pPr>
            <a:lvl5pPr lvl="4" algn="r" rtl="0">
              <a:spcBef>
                <a:spcPts val="0"/>
              </a:spcBef>
              <a:spcAft>
                <a:spcPts val="0"/>
              </a:spcAft>
              <a:buClr>
                <a:schemeClr val="accent6"/>
              </a:buClr>
              <a:buSzPts val="2000"/>
              <a:buNone/>
              <a:defRPr sz="2000">
                <a:solidFill>
                  <a:schemeClr val="accent6"/>
                </a:solidFill>
              </a:defRPr>
            </a:lvl5pPr>
            <a:lvl6pPr lvl="5" algn="r" rtl="0">
              <a:spcBef>
                <a:spcPts val="0"/>
              </a:spcBef>
              <a:spcAft>
                <a:spcPts val="0"/>
              </a:spcAft>
              <a:buClr>
                <a:schemeClr val="accent6"/>
              </a:buClr>
              <a:buSzPts val="2000"/>
              <a:buNone/>
              <a:defRPr sz="2000">
                <a:solidFill>
                  <a:schemeClr val="accent6"/>
                </a:solidFill>
              </a:defRPr>
            </a:lvl6pPr>
            <a:lvl7pPr lvl="6" algn="r" rtl="0">
              <a:spcBef>
                <a:spcPts val="0"/>
              </a:spcBef>
              <a:spcAft>
                <a:spcPts val="0"/>
              </a:spcAft>
              <a:buClr>
                <a:schemeClr val="accent6"/>
              </a:buClr>
              <a:buSzPts val="2000"/>
              <a:buNone/>
              <a:defRPr sz="2000">
                <a:solidFill>
                  <a:schemeClr val="accent6"/>
                </a:solidFill>
              </a:defRPr>
            </a:lvl7pPr>
            <a:lvl8pPr lvl="7" algn="r" rtl="0">
              <a:spcBef>
                <a:spcPts val="0"/>
              </a:spcBef>
              <a:spcAft>
                <a:spcPts val="0"/>
              </a:spcAft>
              <a:buClr>
                <a:schemeClr val="accent6"/>
              </a:buClr>
              <a:buSzPts val="2000"/>
              <a:buNone/>
              <a:defRPr sz="2000">
                <a:solidFill>
                  <a:schemeClr val="accent6"/>
                </a:solidFill>
              </a:defRPr>
            </a:lvl8pPr>
            <a:lvl9pPr lvl="8" algn="r" rtl="0">
              <a:spcBef>
                <a:spcPts val="0"/>
              </a:spcBef>
              <a:spcAft>
                <a:spcPts val="0"/>
              </a:spcAft>
              <a:buClr>
                <a:schemeClr val="accent6"/>
              </a:buClr>
              <a:buSzPts val="2000"/>
              <a:buNone/>
              <a:defRPr sz="2000">
                <a:solidFill>
                  <a:schemeClr val="accent6"/>
                </a:solidFill>
              </a:defRPr>
            </a:lvl9pPr>
          </a:lstStyle>
          <a:p>
            <a:endParaRPr/>
          </a:p>
        </p:txBody>
      </p:sp>
      <p:sp>
        <p:nvSpPr>
          <p:cNvPr id="46" name="Google Shape;46;p8"/>
          <p:cNvSpPr txBox="1">
            <a:spLocks noGrp="1"/>
          </p:cNvSpPr>
          <p:nvPr>
            <p:ph type="subTitle" idx="1"/>
          </p:nvPr>
        </p:nvSpPr>
        <p:spPr>
          <a:xfrm>
            <a:off x="1179233" y="3058425"/>
            <a:ext cx="3095100" cy="17844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Clr>
                <a:schemeClr val="accent6"/>
              </a:buClr>
              <a:buSzPts val="1100"/>
              <a:buNone/>
              <a:defRPr sz="1100">
                <a:solidFill>
                  <a:schemeClr val="accent6"/>
                </a:solidFill>
              </a:defRPr>
            </a:lvl1pPr>
            <a:lvl2pPr lvl="1" algn="r" rtl="0">
              <a:lnSpc>
                <a:spcPct val="100000"/>
              </a:lnSpc>
              <a:spcBef>
                <a:spcPts val="0"/>
              </a:spcBef>
              <a:spcAft>
                <a:spcPts val="0"/>
              </a:spcAft>
              <a:buSzPts val="1100"/>
              <a:buNone/>
              <a:defRPr sz="1100"/>
            </a:lvl2pPr>
            <a:lvl3pPr lvl="2" algn="r" rtl="0">
              <a:lnSpc>
                <a:spcPct val="100000"/>
              </a:lnSpc>
              <a:spcBef>
                <a:spcPts val="0"/>
              </a:spcBef>
              <a:spcAft>
                <a:spcPts val="0"/>
              </a:spcAft>
              <a:buSzPts val="1100"/>
              <a:buNone/>
              <a:defRPr sz="1100"/>
            </a:lvl3pPr>
            <a:lvl4pPr lvl="3" algn="r" rtl="0">
              <a:lnSpc>
                <a:spcPct val="100000"/>
              </a:lnSpc>
              <a:spcBef>
                <a:spcPts val="0"/>
              </a:spcBef>
              <a:spcAft>
                <a:spcPts val="0"/>
              </a:spcAft>
              <a:buSzPts val="1100"/>
              <a:buNone/>
              <a:defRPr sz="1100"/>
            </a:lvl4pPr>
            <a:lvl5pPr lvl="4" algn="r" rtl="0">
              <a:lnSpc>
                <a:spcPct val="100000"/>
              </a:lnSpc>
              <a:spcBef>
                <a:spcPts val="0"/>
              </a:spcBef>
              <a:spcAft>
                <a:spcPts val="0"/>
              </a:spcAft>
              <a:buSzPts val="1100"/>
              <a:buNone/>
              <a:defRPr sz="1100"/>
            </a:lvl5pPr>
            <a:lvl6pPr lvl="5" algn="r" rtl="0">
              <a:lnSpc>
                <a:spcPct val="100000"/>
              </a:lnSpc>
              <a:spcBef>
                <a:spcPts val="0"/>
              </a:spcBef>
              <a:spcAft>
                <a:spcPts val="0"/>
              </a:spcAft>
              <a:buSzPts val="1100"/>
              <a:buNone/>
              <a:defRPr sz="1100"/>
            </a:lvl6pPr>
            <a:lvl7pPr lvl="6" algn="r" rtl="0">
              <a:lnSpc>
                <a:spcPct val="100000"/>
              </a:lnSpc>
              <a:spcBef>
                <a:spcPts val="0"/>
              </a:spcBef>
              <a:spcAft>
                <a:spcPts val="0"/>
              </a:spcAft>
              <a:buSzPts val="1100"/>
              <a:buNone/>
              <a:defRPr sz="1100"/>
            </a:lvl7pPr>
            <a:lvl8pPr lvl="7" algn="r" rtl="0">
              <a:lnSpc>
                <a:spcPct val="100000"/>
              </a:lnSpc>
              <a:spcBef>
                <a:spcPts val="0"/>
              </a:spcBef>
              <a:spcAft>
                <a:spcPts val="0"/>
              </a:spcAft>
              <a:buSzPts val="1100"/>
              <a:buNone/>
              <a:defRPr sz="1100"/>
            </a:lvl8pPr>
            <a:lvl9pPr lvl="8" algn="r" rtl="0">
              <a:lnSpc>
                <a:spcPct val="100000"/>
              </a:lnSpc>
              <a:spcBef>
                <a:spcPts val="0"/>
              </a:spcBef>
              <a:spcAft>
                <a:spcPts val="0"/>
              </a:spcAft>
              <a:buSzPts val="1100"/>
              <a:buNone/>
              <a:defRPr sz="1100"/>
            </a:lvl9pPr>
          </a:lstStyle>
          <a:p>
            <a:endParaRPr/>
          </a:p>
        </p:txBody>
      </p:sp>
      <p:sp>
        <p:nvSpPr>
          <p:cNvPr id="47" name="Google Shape;47;p8"/>
          <p:cNvSpPr txBox="1">
            <a:spLocks noGrp="1"/>
          </p:cNvSpPr>
          <p:nvPr>
            <p:ph type="ctrTitle" idx="2"/>
          </p:nvPr>
        </p:nvSpPr>
        <p:spPr>
          <a:xfrm>
            <a:off x="1932090" y="352850"/>
            <a:ext cx="5214300" cy="9462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400"/>
              <a:buNone/>
              <a:defRPr sz="2400"/>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Numbers">
  <p:cSld name="CUSTOM_26">
    <p:bg>
      <p:bgPr>
        <a:blipFill>
          <a:blip r:embed="rId2">
            <a:alphaModFix/>
          </a:blip>
          <a:stretch>
            <a:fillRect/>
          </a:stretch>
        </a:blipFill>
        <a:effectLst/>
      </p:bgPr>
    </p:bg>
    <p:spTree>
      <p:nvGrpSpPr>
        <p:cNvPr id="1" name="Shape 48"/>
        <p:cNvGrpSpPr/>
        <p:nvPr/>
      </p:nvGrpSpPr>
      <p:grpSpPr>
        <a:xfrm>
          <a:off x="0" y="0"/>
          <a:ext cx="0" cy="0"/>
          <a:chOff x="0" y="0"/>
          <a:chExt cx="0" cy="0"/>
        </a:xfrm>
      </p:grpSpPr>
      <p:sp>
        <p:nvSpPr>
          <p:cNvPr id="49" name="Google Shape;49;p9"/>
          <p:cNvSpPr txBox="1">
            <a:spLocks noGrp="1"/>
          </p:cNvSpPr>
          <p:nvPr>
            <p:ph type="ctrTitle"/>
          </p:nvPr>
        </p:nvSpPr>
        <p:spPr>
          <a:xfrm>
            <a:off x="1964851" y="352850"/>
            <a:ext cx="5214300" cy="9462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400"/>
              <a:buNone/>
              <a:defRPr sz="2400"/>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sp>
        <p:nvSpPr>
          <p:cNvPr id="50" name="Google Shape;50;p9"/>
          <p:cNvSpPr txBox="1">
            <a:spLocks noGrp="1"/>
          </p:cNvSpPr>
          <p:nvPr>
            <p:ph type="title" idx="2" hasCustomPrompt="1"/>
          </p:nvPr>
        </p:nvSpPr>
        <p:spPr>
          <a:xfrm>
            <a:off x="1086651" y="1475125"/>
            <a:ext cx="1795200" cy="754500"/>
          </a:xfrm>
          <a:prstGeom prst="rect">
            <a:avLst/>
          </a:prstGeom>
        </p:spPr>
        <p:txBody>
          <a:bodyPr spcFirstLastPara="1" wrap="square" lIns="91425" tIns="91425" rIns="91425" bIns="91425" anchor="ctr" anchorCtr="0">
            <a:noAutofit/>
          </a:bodyPr>
          <a:lstStyle>
            <a:lvl1pPr lvl="0" algn="r" rtl="0">
              <a:spcBef>
                <a:spcPts val="0"/>
              </a:spcBef>
              <a:spcAft>
                <a:spcPts val="0"/>
              </a:spcAft>
              <a:buClr>
                <a:srgbClr val="000000"/>
              </a:buClr>
              <a:buSzPts val="4800"/>
              <a:buNone/>
              <a:defRPr sz="6000"/>
            </a:lvl1pPr>
            <a:lvl2pPr lvl="1"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2pPr>
            <a:lvl3pPr lvl="2"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3pPr>
            <a:lvl4pPr lvl="3"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4pPr>
            <a:lvl5pPr lvl="4"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5pPr>
            <a:lvl6pPr lvl="5"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6pPr>
            <a:lvl7pPr lvl="6"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7pPr>
            <a:lvl8pPr lvl="7"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8pPr>
            <a:lvl9pPr lvl="8"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9pPr>
          </a:lstStyle>
          <a:p>
            <a:r>
              <a:t>xx%</a:t>
            </a:r>
          </a:p>
        </p:txBody>
      </p:sp>
      <p:sp>
        <p:nvSpPr>
          <p:cNvPr id="51" name="Google Shape;51;p9"/>
          <p:cNvSpPr txBox="1">
            <a:spLocks noGrp="1"/>
          </p:cNvSpPr>
          <p:nvPr>
            <p:ph type="subTitle" idx="1"/>
          </p:nvPr>
        </p:nvSpPr>
        <p:spPr>
          <a:xfrm flipH="1">
            <a:off x="3481677" y="1666454"/>
            <a:ext cx="3264900" cy="3369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100"/>
              <a:buNone/>
              <a:defRPr sz="1100"/>
            </a:lvl1pPr>
            <a:lvl2pPr lvl="1" algn="r" rtl="0">
              <a:lnSpc>
                <a:spcPct val="100000"/>
              </a:lnSpc>
              <a:spcBef>
                <a:spcPts val="0"/>
              </a:spcBef>
              <a:spcAft>
                <a:spcPts val="0"/>
              </a:spcAft>
              <a:buSzPts val="1100"/>
              <a:buNone/>
              <a:defRPr sz="1100"/>
            </a:lvl2pPr>
            <a:lvl3pPr lvl="2" algn="r" rtl="0">
              <a:lnSpc>
                <a:spcPct val="100000"/>
              </a:lnSpc>
              <a:spcBef>
                <a:spcPts val="0"/>
              </a:spcBef>
              <a:spcAft>
                <a:spcPts val="0"/>
              </a:spcAft>
              <a:buSzPts val="1100"/>
              <a:buNone/>
              <a:defRPr sz="1100"/>
            </a:lvl3pPr>
            <a:lvl4pPr lvl="3" algn="r" rtl="0">
              <a:lnSpc>
                <a:spcPct val="100000"/>
              </a:lnSpc>
              <a:spcBef>
                <a:spcPts val="0"/>
              </a:spcBef>
              <a:spcAft>
                <a:spcPts val="0"/>
              </a:spcAft>
              <a:buSzPts val="1100"/>
              <a:buNone/>
              <a:defRPr sz="1100"/>
            </a:lvl4pPr>
            <a:lvl5pPr lvl="4" algn="r" rtl="0">
              <a:lnSpc>
                <a:spcPct val="100000"/>
              </a:lnSpc>
              <a:spcBef>
                <a:spcPts val="0"/>
              </a:spcBef>
              <a:spcAft>
                <a:spcPts val="0"/>
              </a:spcAft>
              <a:buSzPts val="1100"/>
              <a:buNone/>
              <a:defRPr sz="1100"/>
            </a:lvl5pPr>
            <a:lvl6pPr lvl="5" algn="r" rtl="0">
              <a:lnSpc>
                <a:spcPct val="100000"/>
              </a:lnSpc>
              <a:spcBef>
                <a:spcPts val="0"/>
              </a:spcBef>
              <a:spcAft>
                <a:spcPts val="0"/>
              </a:spcAft>
              <a:buSzPts val="1100"/>
              <a:buNone/>
              <a:defRPr sz="1100"/>
            </a:lvl6pPr>
            <a:lvl7pPr lvl="6" algn="r" rtl="0">
              <a:lnSpc>
                <a:spcPct val="100000"/>
              </a:lnSpc>
              <a:spcBef>
                <a:spcPts val="0"/>
              </a:spcBef>
              <a:spcAft>
                <a:spcPts val="0"/>
              </a:spcAft>
              <a:buSzPts val="1100"/>
              <a:buNone/>
              <a:defRPr sz="1100"/>
            </a:lvl7pPr>
            <a:lvl8pPr lvl="7" algn="r" rtl="0">
              <a:lnSpc>
                <a:spcPct val="100000"/>
              </a:lnSpc>
              <a:spcBef>
                <a:spcPts val="0"/>
              </a:spcBef>
              <a:spcAft>
                <a:spcPts val="0"/>
              </a:spcAft>
              <a:buSzPts val="1100"/>
              <a:buNone/>
              <a:defRPr sz="1100"/>
            </a:lvl8pPr>
            <a:lvl9pPr lvl="8" algn="r" rtl="0">
              <a:lnSpc>
                <a:spcPct val="100000"/>
              </a:lnSpc>
              <a:spcBef>
                <a:spcPts val="0"/>
              </a:spcBef>
              <a:spcAft>
                <a:spcPts val="0"/>
              </a:spcAft>
              <a:buSzPts val="1100"/>
              <a:buNone/>
              <a:defRPr sz="1100"/>
            </a:lvl9pPr>
          </a:lstStyle>
          <a:p>
            <a:endParaRPr/>
          </a:p>
        </p:txBody>
      </p:sp>
      <p:sp>
        <p:nvSpPr>
          <p:cNvPr id="52" name="Google Shape;52;p9"/>
          <p:cNvSpPr txBox="1">
            <a:spLocks noGrp="1"/>
          </p:cNvSpPr>
          <p:nvPr>
            <p:ph type="title" idx="3" hasCustomPrompt="1"/>
          </p:nvPr>
        </p:nvSpPr>
        <p:spPr>
          <a:xfrm>
            <a:off x="2298451" y="2475350"/>
            <a:ext cx="1763700" cy="754500"/>
          </a:xfrm>
          <a:prstGeom prst="rect">
            <a:avLst/>
          </a:prstGeom>
        </p:spPr>
        <p:txBody>
          <a:bodyPr spcFirstLastPara="1" wrap="square" lIns="91425" tIns="91425" rIns="91425" bIns="91425" anchor="ctr" anchorCtr="0">
            <a:noAutofit/>
          </a:bodyPr>
          <a:lstStyle>
            <a:lvl1pPr lvl="0" algn="r" rtl="0">
              <a:spcBef>
                <a:spcPts val="0"/>
              </a:spcBef>
              <a:spcAft>
                <a:spcPts val="0"/>
              </a:spcAft>
              <a:buClr>
                <a:srgbClr val="000000"/>
              </a:buClr>
              <a:buSzPts val="4800"/>
              <a:buNone/>
              <a:defRPr sz="6000"/>
            </a:lvl1pPr>
            <a:lvl2pPr lvl="1"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2pPr>
            <a:lvl3pPr lvl="2"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3pPr>
            <a:lvl4pPr lvl="3"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4pPr>
            <a:lvl5pPr lvl="4"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5pPr>
            <a:lvl6pPr lvl="5"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6pPr>
            <a:lvl7pPr lvl="6"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7pPr>
            <a:lvl8pPr lvl="7"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8pPr>
            <a:lvl9pPr lvl="8"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9pPr>
          </a:lstStyle>
          <a:p>
            <a:r>
              <a:t>xx%</a:t>
            </a:r>
          </a:p>
        </p:txBody>
      </p:sp>
      <p:sp>
        <p:nvSpPr>
          <p:cNvPr id="53" name="Google Shape;53;p9"/>
          <p:cNvSpPr txBox="1">
            <a:spLocks noGrp="1"/>
          </p:cNvSpPr>
          <p:nvPr>
            <p:ph type="subTitle" idx="4"/>
          </p:nvPr>
        </p:nvSpPr>
        <p:spPr>
          <a:xfrm flipH="1">
            <a:off x="4568051" y="2688425"/>
            <a:ext cx="3264900" cy="3369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100"/>
              <a:buNone/>
              <a:defRPr sz="1100"/>
            </a:lvl1pPr>
            <a:lvl2pPr lvl="1" algn="r" rtl="0">
              <a:lnSpc>
                <a:spcPct val="100000"/>
              </a:lnSpc>
              <a:spcBef>
                <a:spcPts val="0"/>
              </a:spcBef>
              <a:spcAft>
                <a:spcPts val="0"/>
              </a:spcAft>
              <a:buSzPts val="1100"/>
              <a:buNone/>
              <a:defRPr sz="1100"/>
            </a:lvl2pPr>
            <a:lvl3pPr lvl="2" algn="r" rtl="0">
              <a:lnSpc>
                <a:spcPct val="100000"/>
              </a:lnSpc>
              <a:spcBef>
                <a:spcPts val="0"/>
              </a:spcBef>
              <a:spcAft>
                <a:spcPts val="0"/>
              </a:spcAft>
              <a:buSzPts val="1100"/>
              <a:buNone/>
              <a:defRPr sz="1100"/>
            </a:lvl3pPr>
            <a:lvl4pPr lvl="3" algn="r" rtl="0">
              <a:lnSpc>
                <a:spcPct val="100000"/>
              </a:lnSpc>
              <a:spcBef>
                <a:spcPts val="0"/>
              </a:spcBef>
              <a:spcAft>
                <a:spcPts val="0"/>
              </a:spcAft>
              <a:buSzPts val="1100"/>
              <a:buNone/>
              <a:defRPr sz="1100"/>
            </a:lvl4pPr>
            <a:lvl5pPr lvl="4" algn="r" rtl="0">
              <a:lnSpc>
                <a:spcPct val="100000"/>
              </a:lnSpc>
              <a:spcBef>
                <a:spcPts val="0"/>
              </a:spcBef>
              <a:spcAft>
                <a:spcPts val="0"/>
              </a:spcAft>
              <a:buSzPts val="1100"/>
              <a:buNone/>
              <a:defRPr sz="1100"/>
            </a:lvl5pPr>
            <a:lvl6pPr lvl="5" algn="r" rtl="0">
              <a:lnSpc>
                <a:spcPct val="100000"/>
              </a:lnSpc>
              <a:spcBef>
                <a:spcPts val="0"/>
              </a:spcBef>
              <a:spcAft>
                <a:spcPts val="0"/>
              </a:spcAft>
              <a:buSzPts val="1100"/>
              <a:buNone/>
              <a:defRPr sz="1100"/>
            </a:lvl6pPr>
            <a:lvl7pPr lvl="6" algn="r" rtl="0">
              <a:lnSpc>
                <a:spcPct val="100000"/>
              </a:lnSpc>
              <a:spcBef>
                <a:spcPts val="0"/>
              </a:spcBef>
              <a:spcAft>
                <a:spcPts val="0"/>
              </a:spcAft>
              <a:buSzPts val="1100"/>
              <a:buNone/>
              <a:defRPr sz="1100"/>
            </a:lvl7pPr>
            <a:lvl8pPr lvl="7" algn="r" rtl="0">
              <a:lnSpc>
                <a:spcPct val="100000"/>
              </a:lnSpc>
              <a:spcBef>
                <a:spcPts val="0"/>
              </a:spcBef>
              <a:spcAft>
                <a:spcPts val="0"/>
              </a:spcAft>
              <a:buSzPts val="1100"/>
              <a:buNone/>
              <a:defRPr sz="1100"/>
            </a:lvl8pPr>
            <a:lvl9pPr lvl="8" algn="r" rtl="0">
              <a:lnSpc>
                <a:spcPct val="100000"/>
              </a:lnSpc>
              <a:spcBef>
                <a:spcPts val="0"/>
              </a:spcBef>
              <a:spcAft>
                <a:spcPts val="0"/>
              </a:spcAft>
              <a:buSzPts val="1100"/>
              <a:buNone/>
              <a:defRPr sz="1100"/>
            </a:lvl9pPr>
          </a:lstStyle>
          <a:p>
            <a:endParaRPr/>
          </a:p>
        </p:txBody>
      </p:sp>
      <p:sp>
        <p:nvSpPr>
          <p:cNvPr id="54" name="Google Shape;54;p9"/>
          <p:cNvSpPr txBox="1">
            <a:spLocks noGrp="1"/>
          </p:cNvSpPr>
          <p:nvPr>
            <p:ph type="title" idx="5" hasCustomPrompt="1"/>
          </p:nvPr>
        </p:nvSpPr>
        <p:spPr>
          <a:xfrm>
            <a:off x="3353176" y="3513625"/>
            <a:ext cx="1795200" cy="754500"/>
          </a:xfrm>
          <a:prstGeom prst="rect">
            <a:avLst/>
          </a:prstGeom>
        </p:spPr>
        <p:txBody>
          <a:bodyPr spcFirstLastPara="1" wrap="square" lIns="91425" tIns="91425" rIns="91425" bIns="91425" anchor="ctr" anchorCtr="0">
            <a:noAutofit/>
          </a:bodyPr>
          <a:lstStyle>
            <a:lvl1pPr lvl="0" algn="r" rtl="0">
              <a:spcBef>
                <a:spcPts val="0"/>
              </a:spcBef>
              <a:spcAft>
                <a:spcPts val="0"/>
              </a:spcAft>
              <a:buClr>
                <a:srgbClr val="000000"/>
              </a:buClr>
              <a:buSzPts val="4800"/>
              <a:buNone/>
              <a:defRPr sz="6000"/>
            </a:lvl1pPr>
            <a:lvl2pPr lvl="1"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2pPr>
            <a:lvl3pPr lvl="2"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3pPr>
            <a:lvl4pPr lvl="3"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4pPr>
            <a:lvl5pPr lvl="4"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5pPr>
            <a:lvl6pPr lvl="5"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6pPr>
            <a:lvl7pPr lvl="6"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7pPr>
            <a:lvl8pPr lvl="7"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8pPr>
            <a:lvl9pPr lvl="8"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9pPr>
          </a:lstStyle>
          <a:p>
            <a:r>
              <a:t>xx%</a:t>
            </a:r>
          </a:p>
        </p:txBody>
      </p:sp>
      <p:sp>
        <p:nvSpPr>
          <p:cNvPr id="55" name="Google Shape;55;p9"/>
          <p:cNvSpPr txBox="1">
            <a:spLocks noGrp="1"/>
          </p:cNvSpPr>
          <p:nvPr>
            <p:ph type="subTitle" idx="6"/>
          </p:nvPr>
        </p:nvSpPr>
        <p:spPr>
          <a:xfrm flipH="1">
            <a:off x="5671490" y="3709941"/>
            <a:ext cx="3264900" cy="3369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100"/>
              <a:buNone/>
              <a:defRPr sz="1100"/>
            </a:lvl1pPr>
            <a:lvl2pPr lvl="1" algn="r" rtl="0">
              <a:lnSpc>
                <a:spcPct val="100000"/>
              </a:lnSpc>
              <a:spcBef>
                <a:spcPts val="0"/>
              </a:spcBef>
              <a:spcAft>
                <a:spcPts val="0"/>
              </a:spcAft>
              <a:buSzPts val="1100"/>
              <a:buNone/>
              <a:defRPr sz="1100"/>
            </a:lvl2pPr>
            <a:lvl3pPr lvl="2" algn="r" rtl="0">
              <a:lnSpc>
                <a:spcPct val="100000"/>
              </a:lnSpc>
              <a:spcBef>
                <a:spcPts val="0"/>
              </a:spcBef>
              <a:spcAft>
                <a:spcPts val="0"/>
              </a:spcAft>
              <a:buSzPts val="1100"/>
              <a:buNone/>
              <a:defRPr sz="1100"/>
            </a:lvl3pPr>
            <a:lvl4pPr lvl="3" algn="r" rtl="0">
              <a:lnSpc>
                <a:spcPct val="100000"/>
              </a:lnSpc>
              <a:spcBef>
                <a:spcPts val="0"/>
              </a:spcBef>
              <a:spcAft>
                <a:spcPts val="0"/>
              </a:spcAft>
              <a:buSzPts val="1100"/>
              <a:buNone/>
              <a:defRPr sz="1100"/>
            </a:lvl4pPr>
            <a:lvl5pPr lvl="4" algn="r" rtl="0">
              <a:lnSpc>
                <a:spcPct val="100000"/>
              </a:lnSpc>
              <a:spcBef>
                <a:spcPts val="0"/>
              </a:spcBef>
              <a:spcAft>
                <a:spcPts val="0"/>
              </a:spcAft>
              <a:buSzPts val="1100"/>
              <a:buNone/>
              <a:defRPr sz="1100"/>
            </a:lvl5pPr>
            <a:lvl6pPr lvl="5" algn="r" rtl="0">
              <a:lnSpc>
                <a:spcPct val="100000"/>
              </a:lnSpc>
              <a:spcBef>
                <a:spcPts val="0"/>
              </a:spcBef>
              <a:spcAft>
                <a:spcPts val="0"/>
              </a:spcAft>
              <a:buSzPts val="1100"/>
              <a:buNone/>
              <a:defRPr sz="1100"/>
            </a:lvl6pPr>
            <a:lvl7pPr lvl="6" algn="r" rtl="0">
              <a:lnSpc>
                <a:spcPct val="100000"/>
              </a:lnSpc>
              <a:spcBef>
                <a:spcPts val="0"/>
              </a:spcBef>
              <a:spcAft>
                <a:spcPts val="0"/>
              </a:spcAft>
              <a:buSzPts val="1100"/>
              <a:buNone/>
              <a:defRPr sz="1100"/>
            </a:lvl7pPr>
            <a:lvl8pPr lvl="7" algn="r" rtl="0">
              <a:lnSpc>
                <a:spcPct val="100000"/>
              </a:lnSpc>
              <a:spcBef>
                <a:spcPts val="0"/>
              </a:spcBef>
              <a:spcAft>
                <a:spcPts val="0"/>
              </a:spcAft>
              <a:buSzPts val="1100"/>
              <a:buNone/>
              <a:defRPr sz="1100"/>
            </a:lvl8pPr>
            <a:lvl9pPr lvl="8" algn="r" rtl="0">
              <a:lnSpc>
                <a:spcPct val="100000"/>
              </a:lnSpc>
              <a:spcBef>
                <a:spcPts val="0"/>
              </a:spcBef>
              <a:spcAft>
                <a:spcPts val="0"/>
              </a:spcAft>
              <a:buSzPts val="1100"/>
              <a:buNone/>
              <a:defRPr sz="1100"/>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hree Columns">
  <p:cSld name="CUSTOM_24">
    <p:bg>
      <p:bgPr>
        <a:blipFill>
          <a:blip r:embed="rId2">
            <a:alphaModFix/>
          </a:blip>
          <a:stretch>
            <a:fillRect/>
          </a:stretch>
        </a:blipFill>
        <a:effectLst/>
      </p:bgPr>
    </p:bg>
    <p:spTree>
      <p:nvGrpSpPr>
        <p:cNvPr id="1" name="Shape 56"/>
        <p:cNvGrpSpPr/>
        <p:nvPr/>
      </p:nvGrpSpPr>
      <p:grpSpPr>
        <a:xfrm>
          <a:off x="0" y="0"/>
          <a:ext cx="0" cy="0"/>
          <a:chOff x="0" y="0"/>
          <a:chExt cx="0" cy="0"/>
        </a:xfrm>
      </p:grpSpPr>
      <p:sp>
        <p:nvSpPr>
          <p:cNvPr id="57" name="Google Shape;57;p10"/>
          <p:cNvSpPr txBox="1">
            <a:spLocks noGrp="1"/>
          </p:cNvSpPr>
          <p:nvPr>
            <p:ph type="ctrTitle"/>
          </p:nvPr>
        </p:nvSpPr>
        <p:spPr>
          <a:xfrm>
            <a:off x="1964851" y="352850"/>
            <a:ext cx="5214300" cy="9462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400"/>
              <a:buNone/>
              <a:defRPr sz="2400"/>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sp>
        <p:nvSpPr>
          <p:cNvPr id="58" name="Google Shape;58;p10"/>
          <p:cNvSpPr txBox="1">
            <a:spLocks noGrp="1"/>
          </p:cNvSpPr>
          <p:nvPr>
            <p:ph type="ctrTitle" idx="2"/>
          </p:nvPr>
        </p:nvSpPr>
        <p:spPr>
          <a:xfrm>
            <a:off x="561600" y="2804713"/>
            <a:ext cx="2673600" cy="4275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800"/>
              <a:buNone/>
              <a:defRPr sz="1800"/>
            </a:lvl1pPr>
            <a:lvl2pPr lvl="1" rtl="0">
              <a:spcBef>
                <a:spcPts val="0"/>
              </a:spcBef>
              <a:spcAft>
                <a:spcPts val="0"/>
              </a:spcAft>
              <a:buClr>
                <a:schemeClr val="accent6"/>
              </a:buClr>
              <a:buSzPts val="1800"/>
              <a:buNone/>
              <a:defRPr sz="1800">
                <a:solidFill>
                  <a:schemeClr val="accent6"/>
                </a:solidFill>
              </a:defRPr>
            </a:lvl2pPr>
            <a:lvl3pPr lvl="2" rtl="0">
              <a:spcBef>
                <a:spcPts val="0"/>
              </a:spcBef>
              <a:spcAft>
                <a:spcPts val="0"/>
              </a:spcAft>
              <a:buClr>
                <a:schemeClr val="accent6"/>
              </a:buClr>
              <a:buSzPts val="1800"/>
              <a:buNone/>
              <a:defRPr sz="1800">
                <a:solidFill>
                  <a:schemeClr val="accent6"/>
                </a:solidFill>
              </a:defRPr>
            </a:lvl3pPr>
            <a:lvl4pPr lvl="3" rtl="0">
              <a:spcBef>
                <a:spcPts val="0"/>
              </a:spcBef>
              <a:spcAft>
                <a:spcPts val="0"/>
              </a:spcAft>
              <a:buClr>
                <a:schemeClr val="accent6"/>
              </a:buClr>
              <a:buSzPts val="1800"/>
              <a:buNone/>
              <a:defRPr sz="1800">
                <a:solidFill>
                  <a:schemeClr val="accent6"/>
                </a:solidFill>
              </a:defRPr>
            </a:lvl4pPr>
            <a:lvl5pPr lvl="4" rtl="0">
              <a:spcBef>
                <a:spcPts val="0"/>
              </a:spcBef>
              <a:spcAft>
                <a:spcPts val="0"/>
              </a:spcAft>
              <a:buClr>
                <a:schemeClr val="accent6"/>
              </a:buClr>
              <a:buSzPts val="1800"/>
              <a:buNone/>
              <a:defRPr sz="1800">
                <a:solidFill>
                  <a:schemeClr val="accent6"/>
                </a:solidFill>
              </a:defRPr>
            </a:lvl5pPr>
            <a:lvl6pPr lvl="5" rtl="0">
              <a:spcBef>
                <a:spcPts val="0"/>
              </a:spcBef>
              <a:spcAft>
                <a:spcPts val="0"/>
              </a:spcAft>
              <a:buClr>
                <a:schemeClr val="accent6"/>
              </a:buClr>
              <a:buSzPts val="1800"/>
              <a:buNone/>
              <a:defRPr sz="1800">
                <a:solidFill>
                  <a:schemeClr val="accent6"/>
                </a:solidFill>
              </a:defRPr>
            </a:lvl6pPr>
            <a:lvl7pPr lvl="6" rtl="0">
              <a:spcBef>
                <a:spcPts val="0"/>
              </a:spcBef>
              <a:spcAft>
                <a:spcPts val="0"/>
              </a:spcAft>
              <a:buClr>
                <a:schemeClr val="accent6"/>
              </a:buClr>
              <a:buSzPts val="1800"/>
              <a:buNone/>
              <a:defRPr sz="1800">
                <a:solidFill>
                  <a:schemeClr val="accent6"/>
                </a:solidFill>
              </a:defRPr>
            </a:lvl7pPr>
            <a:lvl8pPr lvl="7" rtl="0">
              <a:spcBef>
                <a:spcPts val="0"/>
              </a:spcBef>
              <a:spcAft>
                <a:spcPts val="0"/>
              </a:spcAft>
              <a:buClr>
                <a:schemeClr val="accent6"/>
              </a:buClr>
              <a:buSzPts val="1800"/>
              <a:buNone/>
              <a:defRPr sz="1800">
                <a:solidFill>
                  <a:schemeClr val="accent6"/>
                </a:solidFill>
              </a:defRPr>
            </a:lvl8pPr>
            <a:lvl9pPr lvl="8" rtl="0">
              <a:spcBef>
                <a:spcPts val="0"/>
              </a:spcBef>
              <a:spcAft>
                <a:spcPts val="0"/>
              </a:spcAft>
              <a:buClr>
                <a:schemeClr val="accent6"/>
              </a:buClr>
              <a:buSzPts val="1800"/>
              <a:buNone/>
              <a:defRPr sz="1800">
                <a:solidFill>
                  <a:schemeClr val="accent6"/>
                </a:solidFill>
              </a:defRPr>
            </a:lvl9pPr>
          </a:lstStyle>
          <a:p>
            <a:endParaRPr/>
          </a:p>
        </p:txBody>
      </p:sp>
      <p:sp>
        <p:nvSpPr>
          <p:cNvPr id="59" name="Google Shape;59;p10"/>
          <p:cNvSpPr txBox="1">
            <a:spLocks noGrp="1"/>
          </p:cNvSpPr>
          <p:nvPr>
            <p:ph type="subTitle" idx="1"/>
          </p:nvPr>
        </p:nvSpPr>
        <p:spPr>
          <a:xfrm>
            <a:off x="872450" y="3090475"/>
            <a:ext cx="2052000" cy="10032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accent6"/>
              </a:buClr>
              <a:buSzPts val="1100"/>
              <a:buNone/>
              <a:defRPr sz="1100">
                <a:solidFill>
                  <a:schemeClr val="accent6"/>
                </a:solidFill>
              </a:defRPr>
            </a:lvl1pPr>
            <a:lvl2pPr lvl="1" rtl="0">
              <a:lnSpc>
                <a:spcPct val="100000"/>
              </a:lnSpc>
              <a:spcBef>
                <a:spcPts val="0"/>
              </a:spcBef>
              <a:spcAft>
                <a:spcPts val="0"/>
              </a:spcAft>
              <a:buSzPts val="1100"/>
              <a:buNone/>
              <a:defRPr sz="1100"/>
            </a:lvl2pPr>
            <a:lvl3pPr lvl="2" rtl="0">
              <a:lnSpc>
                <a:spcPct val="100000"/>
              </a:lnSpc>
              <a:spcBef>
                <a:spcPts val="0"/>
              </a:spcBef>
              <a:spcAft>
                <a:spcPts val="0"/>
              </a:spcAft>
              <a:buSzPts val="1100"/>
              <a:buNone/>
              <a:defRPr sz="1100"/>
            </a:lvl3pPr>
            <a:lvl4pPr lvl="3" rtl="0">
              <a:lnSpc>
                <a:spcPct val="100000"/>
              </a:lnSpc>
              <a:spcBef>
                <a:spcPts val="0"/>
              </a:spcBef>
              <a:spcAft>
                <a:spcPts val="0"/>
              </a:spcAft>
              <a:buSzPts val="1100"/>
              <a:buNone/>
              <a:defRPr sz="1100"/>
            </a:lvl4pPr>
            <a:lvl5pPr lvl="4" rtl="0">
              <a:lnSpc>
                <a:spcPct val="100000"/>
              </a:lnSpc>
              <a:spcBef>
                <a:spcPts val="0"/>
              </a:spcBef>
              <a:spcAft>
                <a:spcPts val="0"/>
              </a:spcAft>
              <a:buSzPts val="1100"/>
              <a:buNone/>
              <a:defRPr sz="1100"/>
            </a:lvl5pPr>
            <a:lvl6pPr lvl="5" rtl="0">
              <a:lnSpc>
                <a:spcPct val="100000"/>
              </a:lnSpc>
              <a:spcBef>
                <a:spcPts val="0"/>
              </a:spcBef>
              <a:spcAft>
                <a:spcPts val="0"/>
              </a:spcAft>
              <a:buSzPts val="1100"/>
              <a:buNone/>
              <a:defRPr sz="1100"/>
            </a:lvl6pPr>
            <a:lvl7pPr lvl="6" rtl="0">
              <a:lnSpc>
                <a:spcPct val="100000"/>
              </a:lnSpc>
              <a:spcBef>
                <a:spcPts val="0"/>
              </a:spcBef>
              <a:spcAft>
                <a:spcPts val="0"/>
              </a:spcAft>
              <a:buSzPts val="1100"/>
              <a:buNone/>
              <a:defRPr sz="1100"/>
            </a:lvl7pPr>
            <a:lvl8pPr lvl="7" rtl="0">
              <a:lnSpc>
                <a:spcPct val="100000"/>
              </a:lnSpc>
              <a:spcBef>
                <a:spcPts val="0"/>
              </a:spcBef>
              <a:spcAft>
                <a:spcPts val="0"/>
              </a:spcAft>
              <a:buSzPts val="1100"/>
              <a:buNone/>
              <a:defRPr sz="1100"/>
            </a:lvl8pPr>
            <a:lvl9pPr lvl="8" rtl="0">
              <a:lnSpc>
                <a:spcPct val="100000"/>
              </a:lnSpc>
              <a:spcBef>
                <a:spcPts val="0"/>
              </a:spcBef>
              <a:spcAft>
                <a:spcPts val="0"/>
              </a:spcAft>
              <a:buSzPts val="1100"/>
              <a:buNone/>
              <a:defRPr sz="1100"/>
            </a:lvl9pPr>
          </a:lstStyle>
          <a:p>
            <a:endParaRPr/>
          </a:p>
        </p:txBody>
      </p:sp>
      <p:sp>
        <p:nvSpPr>
          <p:cNvPr id="60" name="Google Shape;60;p10"/>
          <p:cNvSpPr txBox="1">
            <a:spLocks noGrp="1"/>
          </p:cNvSpPr>
          <p:nvPr>
            <p:ph type="ctrTitle" idx="3"/>
          </p:nvPr>
        </p:nvSpPr>
        <p:spPr>
          <a:xfrm>
            <a:off x="3235200" y="2804713"/>
            <a:ext cx="2673600" cy="4275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800"/>
              <a:buNone/>
              <a:defRPr sz="1800"/>
            </a:lvl1pPr>
            <a:lvl2pPr lvl="1" rtl="0">
              <a:spcBef>
                <a:spcPts val="0"/>
              </a:spcBef>
              <a:spcAft>
                <a:spcPts val="0"/>
              </a:spcAft>
              <a:buClr>
                <a:schemeClr val="accent6"/>
              </a:buClr>
              <a:buSzPts val="1800"/>
              <a:buNone/>
              <a:defRPr sz="1800">
                <a:solidFill>
                  <a:schemeClr val="accent6"/>
                </a:solidFill>
              </a:defRPr>
            </a:lvl2pPr>
            <a:lvl3pPr lvl="2" rtl="0">
              <a:spcBef>
                <a:spcPts val="0"/>
              </a:spcBef>
              <a:spcAft>
                <a:spcPts val="0"/>
              </a:spcAft>
              <a:buClr>
                <a:schemeClr val="accent6"/>
              </a:buClr>
              <a:buSzPts val="1800"/>
              <a:buNone/>
              <a:defRPr sz="1800">
                <a:solidFill>
                  <a:schemeClr val="accent6"/>
                </a:solidFill>
              </a:defRPr>
            </a:lvl3pPr>
            <a:lvl4pPr lvl="3" rtl="0">
              <a:spcBef>
                <a:spcPts val="0"/>
              </a:spcBef>
              <a:spcAft>
                <a:spcPts val="0"/>
              </a:spcAft>
              <a:buClr>
                <a:schemeClr val="accent6"/>
              </a:buClr>
              <a:buSzPts val="1800"/>
              <a:buNone/>
              <a:defRPr sz="1800">
                <a:solidFill>
                  <a:schemeClr val="accent6"/>
                </a:solidFill>
              </a:defRPr>
            </a:lvl4pPr>
            <a:lvl5pPr lvl="4" rtl="0">
              <a:spcBef>
                <a:spcPts val="0"/>
              </a:spcBef>
              <a:spcAft>
                <a:spcPts val="0"/>
              </a:spcAft>
              <a:buClr>
                <a:schemeClr val="accent6"/>
              </a:buClr>
              <a:buSzPts val="1800"/>
              <a:buNone/>
              <a:defRPr sz="1800">
                <a:solidFill>
                  <a:schemeClr val="accent6"/>
                </a:solidFill>
              </a:defRPr>
            </a:lvl5pPr>
            <a:lvl6pPr lvl="5" rtl="0">
              <a:spcBef>
                <a:spcPts val="0"/>
              </a:spcBef>
              <a:spcAft>
                <a:spcPts val="0"/>
              </a:spcAft>
              <a:buClr>
                <a:schemeClr val="accent6"/>
              </a:buClr>
              <a:buSzPts val="1800"/>
              <a:buNone/>
              <a:defRPr sz="1800">
                <a:solidFill>
                  <a:schemeClr val="accent6"/>
                </a:solidFill>
              </a:defRPr>
            </a:lvl6pPr>
            <a:lvl7pPr lvl="6" rtl="0">
              <a:spcBef>
                <a:spcPts val="0"/>
              </a:spcBef>
              <a:spcAft>
                <a:spcPts val="0"/>
              </a:spcAft>
              <a:buClr>
                <a:schemeClr val="accent6"/>
              </a:buClr>
              <a:buSzPts val="1800"/>
              <a:buNone/>
              <a:defRPr sz="1800">
                <a:solidFill>
                  <a:schemeClr val="accent6"/>
                </a:solidFill>
              </a:defRPr>
            </a:lvl7pPr>
            <a:lvl8pPr lvl="7" rtl="0">
              <a:spcBef>
                <a:spcPts val="0"/>
              </a:spcBef>
              <a:spcAft>
                <a:spcPts val="0"/>
              </a:spcAft>
              <a:buClr>
                <a:schemeClr val="accent6"/>
              </a:buClr>
              <a:buSzPts val="1800"/>
              <a:buNone/>
              <a:defRPr sz="1800">
                <a:solidFill>
                  <a:schemeClr val="accent6"/>
                </a:solidFill>
              </a:defRPr>
            </a:lvl8pPr>
            <a:lvl9pPr lvl="8" rtl="0">
              <a:spcBef>
                <a:spcPts val="0"/>
              </a:spcBef>
              <a:spcAft>
                <a:spcPts val="0"/>
              </a:spcAft>
              <a:buClr>
                <a:schemeClr val="accent6"/>
              </a:buClr>
              <a:buSzPts val="1800"/>
              <a:buNone/>
              <a:defRPr sz="1800">
                <a:solidFill>
                  <a:schemeClr val="accent6"/>
                </a:solidFill>
              </a:defRPr>
            </a:lvl9pPr>
          </a:lstStyle>
          <a:p>
            <a:endParaRPr/>
          </a:p>
        </p:txBody>
      </p:sp>
      <p:sp>
        <p:nvSpPr>
          <p:cNvPr id="61" name="Google Shape;61;p10"/>
          <p:cNvSpPr txBox="1">
            <a:spLocks noGrp="1"/>
          </p:cNvSpPr>
          <p:nvPr>
            <p:ph type="subTitle" idx="4"/>
          </p:nvPr>
        </p:nvSpPr>
        <p:spPr>
          <a:xfrm>
            <a:off x="3462900" y="2036750"/>
            <a:ext cx="2218200" cy="10032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accent6"/>
              </a:buClr>
              <a:buSzPts val="1100"/>
              <a:buNone/>
              <a:defRPr sz="1100">
                <a:solidFill>
                  <a:schemeClr val="accent6"/>
                </a:solidFill>
              </a:defRPr>
            </a:lvl1pPr>
            <a:lvl2pPr lvl="1" rtl="0">
              <a:lnSpc>
                <a:spcPct val="100000"/>
              </a:lnSpc>
              <a:spcBef>
                <a:spcPts val="0"/>
              </a:spcBef>
              <a:spcAft>
                <a:spcPts val="0"/>
              </a:spcAft>
              <a:buSzPts val="1100"/>
              <a:buNone/>
              <a:defRPr sz="1100"/>
            </a:lvl2pPr>
            <a:lvl3pPr lvl="2" rtl="0">
              <a:lnSpc>
                <a:spcPct val="100000"/>
              </a:lnSpc>
              <a:spcBef>
                <a:spcPts val="0"/>
              </a:spcBef>
              <a:spcAft>
                <a:spcPts val="0"/>
              </a:spcAft>
              <a:buSzPts val="1100"/>
              <a:buNone/>
              <a:defRPr sz="1100"/>
            </a:lvl3pPr>
            <a:lvl4pPr lvl="3" rtl="0">
              <a:lnSpc>
                <a:spcPct val="100000"/>
              </a:lnSpc>
              <a:spcBef>
                <a:spcPts val="0"/>
              </a:spcBef>
              <a:spcAft>
                <a:spcPts val="0"/>
              </a:spcAft>
              <a:buSzPts val="1100"/>
              <a:buNone/>
              <a:defRPr sz="1100"/>
            </a:lvl4pPr>
            <a:lvl5pPr lvl="4" rtl="0">
              <a:lnSpc>
                <a:spcPct val="100000"/>
              </a:lnSpc>
              <a:spcBef>
                <a:spcPts val="0"/>
              </a:spcBef>
              <a:spcAft>
                <a:spcPts val="0"/>
              </a:spcAft>
              <a:buSzPts val="1100"/>
              <a:buNone/>
              <a:defRPr sz="1100"/>
            </a:lvl5pPr>
            <a:lvl6pPr lvl="5" rtl="0">
              <a:lnSpc>
                <a:spcPct val="100000"/>
              </a:lnSpc>
              <a:spcBef>
                <a:spcPts val="0"/>
              </a:spcBef>
              <a:spcAft>
                <a:spcPts val="0"/>
              </a:spcAft>
              <a:buSzPts val="1100"/>
              <a:buNone/>
              <a:defRPr sz="1100"/>
            </a:lvl6pPr>
            <a:lvl7pPr lvl="6" rtl="0">
              <a:lnSpc>
                <a:spcPct val="100000"/>
              </a:lnSpc>
              <a:spcBef>
                <a:spcPts val="0"/>
              </a:spcBef>
              <a:spcAft>
                <a:spcPts val="0"/>
              </a:spcAft>
              <a:buSzPts val="1100"/>
              <a:buNone/>
              <a:defRPr sz="1100"/>
            </a:lvl7pPr>
            <a:lvl8pPr lvl="7" rtl="0">
              <a:lnSpc>
                <a:spcPct val="100000"/>
              </a:lnSpc>
              <a:spcBef>
                <a:spcPts val="0"/>
              </a:spcBef>
              <a:spcAft>
                <a:spcPts val="0"/>
              </a:spcAft>
              <a:buSzPts val="1100"/>
              <a:buNone/>
              <a:defRPr sz="1100"/>
            </a:lvl8pPr>
            <a:lvl9pPr lvl="8" rtl="0">
              <a:lnSpc>
                <a:spcPct val="100000"/>
              </a:lnSpc>
              <a:spcBef>
                <a:spcPts val="0"/>
              </a:spcBef>
              <a:spcAft>
                <a:spcPts val="0"/>
              </a:spcAft>
              <a:buSzPts val="1100"/>
              <a:buNone/>
              <a:defRPr sz="1100"/>
            </a:lvl9pPr>
          </a:lstStyle>
          <a:p>
            <a:endParaRPr/>
          </a:p>
        </p:txBody>
      </p:sp>
      <p:sp>
        <p:nvSpPr>
          <p:cNvPr id="62" name="Google Shape;62;p10"/>
          <p:cNvSpPr txBox="1">
            <a:spLocks noGrp="1"/>
          </p:cNvSpPr>
          <p:nvPr>
            <p:ph type="ctrTitle" idx="5"/>
          </p:nvPr>
        </p:nvSpPr>
        <p:spPr>
          <a:xfrm>
            <a:off x="5908800" y="2804713"/>
            <a:ext cx="2673600" cy="4275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800"/>
              <a:buNone/>
              <a:defRPr sz="1800"/>
            </a:lvl1pPr>
            <a:lvl2pPr lvl="1" rtl="0">
              <a:spcBef>
                <a:spcPts val="0"/>
              </a:spcBef>
              <a:spcAft>
                <a:spcPts val="0"/>
              </a:spcAft>
              <a:buClr>
                <a:schemeClr val="accent6"/>
              </a:buClr>
              <a:buSzPts val="1800"/>
              <a:buNone/>
              <a:defRPr sz="1800">
                <a:solidFill>
                  <a:schemeClr val="accent6"/>
                </a:solidFill>
              </a:defRPr>
            </a:lvl2pPr>
            <a:lvl3pPr lvl="2" rtl="0">
              <a:spcBef>
                <a:spcPts val="0"/>
              </a:spcBef>
              <a:spcAft>
                <a:spcPts val="0"/>
              </a:spcAft>
              <a:buClr>
                <a:schemeClr val="accent6"/>
              </a:buClr>
              <a:buSzPts val="1800"/>
              <a:buNone/>
              <a:defRPr sz="1800">
                <a:solidFill>
                  <a:schemeClr val="accent6"/>
                </a:solidFill>
              </a:defRPr>
            </a:lvl3pPr>
            <a:lvl4pPr lvl="3" rtl="0">
              <a:spcBef>
                <a:spcPts val="0"/>
              </a:spcBef>
              <a:spcAft>
                <a:spcPts val="0"/>
              </a:spcAft>
              <a:buClr>
                <a:schemeClr val="accent6"/>
              </a:buClr>
              <a:buSzPts val="1800"/>
              <a:buNone/>
              <a:defRPr sz="1800">
                <a:solidFill>
                  <a:schemeClr val="accent6"/>
                </a:solidFill>
              </a:defRPr>
            </a:lvl4pPr>
            <a:lvl5pPr lvl="4" rtl="0">
              <a:spcBef>
                <a:spcPts val="0"/>
              </a:spcBef>
              <a:spcAft>
                <a:spcPts val="0"/>
              </a:spcAft>
              <a:buClr>
                <a:schemeClr val="accent6"/>
              </a:buClr>
              <a:buSzPts val="1800"/>
              <a:buNone/>
              <a:defRPr sz="1800">
                <a:solidFill>
                  <a:schemeClr val="accent6"/>
                </a:solidFill>
              </a:defRPr>
            </a:lvl5pPr>
            <a:lvl6pPr lvl="5" rtl="0">
              <a:spcBef>
                <a:spcPts val="0"/>
              </a:spcBef>
              <a:spcAft>
                <a:spcPts val="0"/>
              </a:spcAft>
              <a:buClr>
                <a:schemeClr val="accent6"/>
              </a:buClr>
              <a:buSzPts val="1800"/>
              <a:buNone/>
              <a:defRPr sz="1800">
                <a:solidFill>
                  <a:schemeClr val="accent6"/>
                </a:solidFill>
              </a:defRPr>
            </a:lvl6pPr>
            <a:lvl7pPr lvl="6" rtl="0">
              <a:spcBef>
                <a:spcPts val="0"/>
              </a:spcBef>
              <a:spcAft>
                <a:spcPts val="0"/>
              </a:spcAft>
              <a:buClr>
                <a:schemeClr val="accent6"/>
              </a:buClr>
              <a:buSzPts val="1800"/>
              <a:buNone/>
              <a:defRPr sz="1800">
                <a:solidFill>
                  <a:schemeClr val="accent6"/>
                </a:solidFill>
              </a:defRPr>
            </a:lvl7pPr>
            <a:lvl8pPr lvl="7" rtl="0">
              <a:spcBef>
                <a:spcPts val="0"/>
              </a:spcBef>
              <a:spcAft>
                <a:spcPts val="0"/>
              </a:spcAft>
              <a:buClr>
                <a:schemeClr val="accent6"/>
              </a:buClr>
              <a:buSzPts val="1800"/>
              <a:buNone/>
              <a:defRPr sz="1800">
                <a:solidFill>
                  <a:schemeClr val="accent6"/>
                </a:solidFill>
              </a:defRPr>
            </a:lvl8pPr>
            <a:lvl9pPr lvl="8" rtl="0">
              <a:spcBef>
                <a:spcPts val="0"/>
              </a:spcBef>
              <a:spcAft>
                <a:spcPts val="0"/>
              </a:spcAft>
              <a:buClr>
                <a:schemeClr val="accent6"/>
              </a:buClr>
              <a:buSzPts val="1800"/>
              <a:buNone/>
              <a:defRPr sz="1800">
                <a:solidFill>
                  <a:schemeClr val="accent6"/>
                </a:solidFill>
              </a:defRPr>
            </a:lvl9pPr>
          </a:lstStyle>
          <a:p>
            <a:endParaRPr/>
          </a:p>
        </p:txBody>
      </p:sp>
      <p:sp>
        <p:nvSpPr>
          <p:cNvPr id="63" name="Google Shape;63;p10"/>
          <p:cNvSpPr txBox="1">
            <a:spLocks noGrp="1"/>
          </p:cNvSpPr>
          <p:nvPr>
            <p:ph type="subTitle" idx="6"/>
          </p:nvPr>
        </p:nvSpPr>
        <p:spPr>
          <a:xfrm>
            <a:off x="6136500" y="3090475"/>
            <a:ext cx="2218200" cy="10032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accent6"/>
              </a:buClr>
              <a:buSzPts val="1100"/>
              <a:buNone/>
              <a:defRPr sz="1100">
                <a:solidFill>
                  <a:schemeClr val="accent6"/>
                </a:solidFill>
              </a:defRPr>
            </a:lvl1pPr>
            <a:lvl2pPr lvl="1" rtl="0">
              <a:lnSpc>
                <a:spcPct val="100000"/>
              </a:lnSpc>
              <a:spcBef>
                <a:spcPts val="0"/>
              </a:spcBef>
              <a:spcAft>
                <a:spcPts val="0"/>
              </a:spcAft>
              <a:buSzPts val="1100"/>
              <a:buNone/>
              <a:defRPr sz="1100"/>
            </a:lvl2pPr>
            <a:lvl3pPr lvl="2" rtl="0">
              <a:lnSpc>
                <a:spcPct val="100000"/>
              </a:lnSpc>
              <a:spcBef>
                <a:spcPts val="0"/>
              </a:spcBef>
              <a:spcAft>
                <a:spcPts val="0"/>
              </a:spcAft>
              <a:buSzPts val="1100"/>
              <a:buNone/>
              <a:defRPr sz="1100"/>
            </a:lvl3pPr>
            <a:lvl4pPr lvl="3" rtl="0">
              <a:lnSpc>
                <a:spcPct val="100000"/>
              </a:lnSpc>
              <a:spcBef>
                <a:spcPts val="0"/>
              </a:spcBef>
              <a:spcAft>
                <a:spcPts val="0"/>
              </a:spcAft>
              <a:buSzPts val="1100"/>
              <a:buNone/>
              <a:defRPr sz="1100"/>
            </a:lvl4pPr>
            <a:lvl5pPr lvl="4" rtl="0">
              <a:lnSpc>
                <a:spcPct val="100000"/>
              </a:lnSpc>
              <a:spcBef>
                <a:spcPts val="0"/>
              </a:spcBef>
              <a:spcAft>
                <a:spcPts val="0"/>
              </a:spcAft>
              <a:buSzPts val="1100"/>
              <a:buNone/>
              <a:defRPr sz="1100"/>
            </a:lvl5pPr>
            <a:lvl6pPr lvl="5" rtl="0">
              <a:lnSpc>
                <a:spcPct val="100000"/>
              </a:lnSpc>
              <a:spcBef>
                <a:spcPts val="0"/>
              </a:spcBef>
              <a:spcAft>
                <a:spcPts val="0"/>
              </a:spcAft>
              <a:buSzPts val="1100"/>
              <a:buNone/>
              <a:defRPr sz="1100"/>
            </a:lvl6pPr>
            <a:lvl7pPr lvl="6" rtl="0">
              <a:lnSpc>
                <a:spcPct val="100000"/>
              </a:lnSpc>
              <a:spcBef>
                <a:spcPts val="0"/>
              </a:spcBef>
              <a:spcAft>
                <a:spcPts val="0"/>
              </a:spcAft>
              <a:buSzPts val="1100"/>
              <a:buNone/>
              <a:defRPr sz="1100"/>
            </a:lvl7pPr>
            <a:lvl8pPr lvl="7" rtl="0">
              <a:lnSpc>
                <a:spcPct val="100000"/>
              </a:lnSpc>
              <a:spcBef>
                <a:spcPts val="0"/>
              </a:spcBef>
              <a:spcAft>
                <a:spcPts val="0"/>
              </a:spcAft>
              <a:buSzPts val="1100"/>
              <a:buNone/>
              <a:defRPr sz="1100"/>
            </a:lvl8pPr>
            <a:lvl9pPr lvl="8" rtl="0">
              <a:lnSpc>
                <a:spcPct val="100000"/>
              </a:lnSpc>
              <a:spcBef>
                <a:spcPts val="0"/>
              </a:spcBef>
              <a:spcAft>
                <a:spcPts val="0"/>
              </a:spcAft>
              <a:buSzPts val="1100"/>
              <a:buNone/>
              <a:defRPr sz="1100"/>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Section 3">
  <p:cSld name="CUSTOM_22">
    <p:bg>
      <p:bgPr>
        <a:blipFill>
          <a:blip r:embed="rId2">
            <a:alphaModFix/>
          </a:blip>
          <a:stretch>
            <a:fillRect/>
          </a:stretch>
        </a:blipFill>
        <a:effectLst/>
      </p:bgPr>
    </p:bg>
    <p:spTree>
      <p:nvGrpSpPr>
        <p:cNvPr id="1" name="Shape 64"/>
        <p:cNvGrpSpPr/>
        <p:nvPr/>
      </p:nvGrpSpPr>
      <p:grpSpPr>
        <a:xfrm>
          <a:off x="0" y="0"/>
          <a:ext cx="0" cy="0"/>
          <a:chOff x="0" y="0"/>
          <a:chExt cx="0" cy="0"/>
        </a:xfrm>
      </p:grpSpPr>
      <p:sp>
        <p:nvSpPr>
          <p:cNvPr id="65" name="Google Shape;65;p11"/>
          <p:cNvSpPr txBox="1">
            <a:spLocks noGrp="1"/>
          </p:cNvSpPr>
          <p:nvPr>
            <p:ph type="ctrTitle"/>
          </p:nvPr>
        </p:nvSpPr>
        <p:spPr>
          <a:xfrm flipH="1">
            <a:off x="2754543" y="1347038"/>
            <a:ext cx="5195700" cy="1921200"/>
          </a:xfrm>
          <a:prstGeom prst="rect">
            <a:avLst/>
          </a:prstGeom>
        </p:spPr>
        <p:txBody>
          <a:bodyPr spcFirstLastPara="1" wrap="square" lIns="91425" tIns="91425" rIns="91425" bIns="91425" anchor="ctr" anchorCtr="0">
            <a:noAutofit/>
          </a:bodyPr>
          <a:lstStyle>
            <a:lvl1pPr lvl="0" algn="r" rtl="0">
              <a:spcBef>
                <a:spcPts val="0"/>
              </a:spcBef>
              <a:spcAft>
                <a:spcPts val="0"/>
              </a:spcAft>
              <a:buClr>
                <a:srgbClr val="000000"/>
              </a:buClr>
              <a:buSzPts val="3600"/>
              <a:buNone/>
              <a:defRPr sz="3600"/>
            </a:lvl1pPr>
            <a:lvl2pPr lvl="1" algn="r" rtl="0">
              <a:spcBef>
                <a:spcPts val="0"/>
              </a:spcBef>
              <a:spcAft>
                <a:spcPts val="0"/>
              </a:spcAft>
              <a:buClr>
                <a:schemeClr val="lt1"/>
              </a:buClr>
              <a:buSzPts val="6500"/>
              <a:buNone/>
              <a:defRPr sz="6500">
                <a:solidFill>
                  <a:schemeClr val="lt1"/>
                </a:solidFill>
              </a:defRPr>
            </a:lvl2pPr>
            <a:lvl3pPr lvl="2" algn="r" rtl="0">
              <a:spcBef>
                <a:spcPts val="0"/>
              </a:spcBef>
              <a:spcAft>
                <a:spcPts val="0"/>
              </a:spcAft>
              <a:buClr>
                <a:schemeClr val="lt1"/>
              </a:buClr>
              <a:buSzPts val="6500"/>
              <a:buNone/>
              <a:defRPr sz="6500">
                <a:solidFill>
                  <a:schemeClr val="lt1"/>
                </a:solidFill>
              </a:defRPr>
            </a:lvl3pPr>
            <a:lvl4pPr lvl="3" algn="r" rtl="0">
              <a:spcBef>
                <a:spcPts val="0"/>
              </a:spcBef>
              <a:spcAft>
                <a:spcPts val="0"/>
              </a:spcAft>
              <a:buClr>
                <a:schemeClr val="lt1"/>
              </a:buClr>
              <a:buSzPts val="6500"/>
              <a:buNone/>
              <a:defRPr sz="6500">
                <a:solidFill>
                  <a:schemeClr val="lt1"/>
                </a:solidFill>
              </a:defRPr>
            </a:lvl4pPr>
            <a:lvl5pPr lvl="4" algn="r" rtl="0">
              <a:spcBef>
                <a:spcPts val="0"/>
              </a:spcBef>
              <a:spcAft>
                <a:spcPts val="0"/>
              </a:spcAft>
              <a:buClr>
                <a:schemeClr val="lt1"/>
              </a:buClr>
              <a:buSzPts val="6500"/>
              <a:buNone/>
              <a:defRPr sz="6500">
                <a:solidFill>
                  <a:schemeClr val="lt1"/>
                </a:solidFill>
              </a:defRPr>
            </a:lvl5pPr>
            <a:lvl6pPr lvl="5" algn="r" rtl="0">
              <a:spcBef>
                <a:spcPts val="0"/>
              </a:spcBef>
              <a:spcAft>
                <a:spcPts val="0"/>
              </a:spcAft>
              <a:buClr>
                <a:schemeClr val="lt1"/>
              </a:buClr>
              <a:buSzPts val="6500"/>
              <a:buNone/>
              <a:defRPr sz="6500">
                <a:solidFill>
                  <a:schemeClr val="lt1"/>
                </a:solidFill>
              </a:defRPr>
            </a:lvl6pPr>
            <a:lvl7pPr lvl="6" algn="r" rtl="0">
              <a:spcBef>
                <a:spcPts val="0"/>
              </a:spcBef>
              <a:spcAft>
                <a:spcPts val="0"/>
              </a:spcAft>
              <a:buClr>
                <a:schemeClr val="lt1"/>
              </a:buClr>
              <a:buSzPts val="6500"/>
              <a:buNone/>
              <a:defRPr sz="6500">
                <a:solidFill>
                  <a:schemeClr val="lt1"/>
                </a:solidFill>
              </a:defRPr>
            </a:lvl7pPr>
            <a:lvl8pPr lvl="7" algn="r" rtl="0">
              <a:spcBef>
                <a:spcPts val="0"/>
              </a:spcBef>
              <a:spcAft>
                <a:spcPts val="0"/>
              </a:spcAft>
              <a:buClr>
                <a:schemeClr val="lt1"/>
              </a:buClr>
              <a:buSzPts val="6500"/>
              <a:buNone/>
              <a:defRPr sz="6500">
                <a:solidFill>
                  <a:schemeClr val="lt1"/>
                </a:solidFill>
              </a:defRPr>
            </a:lvl8pPr>
            <a:lvl9pPr lvl="8" algn="r" rtl="0">
              <a:spcBef>
                <a:spcPts val="0"/>
              </a:spcBef>
              <a:spcAft>
                <a:spcPts val="0"/>
              </a:spcAft>
              <a:buClr>
                <a:schemeClr val="lt1"/>
              </a:buClr>
              <a:buSzPts val="6500"/>
              <a:buNone/>
              <a:defRPr sz="6500">
                <a:solidFill>
                  <a:schemeClr val="lt1"/>
                </a:solidFill>
              </a:defRPr>
            </a:lvl9pPr>
          </a:lstStyle>
          <a:p>
            <a:endParaRPr/>
          </a:p>
        </p:txBody>
      </p:sp>
      <p:sp>
        <p:nvSpPr>
          <p:cNvPr id="66" name="Google Shape;66;p11"/>
          <p:cNvSpPr txBox="1">
            <a:spLocks noGrp="1"/>
          </p:cNvSpPr>
          <p:nvPr>
            <p:ph type="title" idx="2" hasCustomPrompt="1"/>
          </p:nvPr>
        </p:nvSpPr>
        <p:spPr>
          <a:xfrm flipH="1">
            <a:off x="4970943" y="1035213"/>
            <a:ext cx="2979300" cy="754500"/>
          </a:xfrm>
          <a:prstGeom prst="rect">
            <a:avLst/>
          </a:prstGeom>
        </p:spPr>
        <p:txBody>
          <a:bodyPr spcFirstLastPara="1" wrap="square" lIns="91425" tIns="91425" rIns="91425" bIns="91425" anchor="ctr" anchorCtr="0">
            <a:noAutofit/>
          </a:bodyPr>
          <a:lstStyle>
            <a:lvl1pPr lvl="0" algn="r" rtl="0">
              <a:spcBef>
                <a:spcPts val="0"/>
              </a:spcBef>
              <a:spcAft>
                <a:spcPts val="0"/>
              </a:spcAft>
              <a:buClr>
                <a:srgbClr val="000000"/>
              </a:buClr>
              <a:buSzPts val="9600"/>
              <a:buNone/>
              <a:defRPr sz="9600"/>
            </a:lvl1pPr>
            <a:lvl2pPr lvl="1" algn="r"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2pPr>
            <a:lvl3pPr lvl="2" algn="r"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3pPr>
            <a:lvl4pPr lvl="3" algn="r"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4pPr>
            <a:lvl5pPr lvl="4" algn="r"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5pPr>
            <a:lvl6pPr lvl="5" algn="r"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6pPr>
            <a:lvl7pPr lvl="6" algn="r"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7pPr>
            <a:lvl8pPr lvl="7" algn="r"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8pPr>
            <a:lvl9pPr lvl="8" algn="r"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9pPr>
          </a:lstStyle>
          <a:p>
            <a:r>
              <a:t>xx%</a:t>
            </a:r>
          </a:p>
        </p:txBody>
      </p:sp>
      <p:sp>
        <p:nvSpPr>
          <p:cNvPr id="67" name="Google Shape;67;p11"/>
          <p:cNvSpPr txBox="1">
            <a:spLocks noGrp="1"/>
          </p:cNvSpPr>
          <p:nvPr>
            <p:ph type="subTitle" idx="1"/>
          </p:nvPr>
        </p:nvSpPr>
        <p:spPr>
          <a:xfrm>
            <a:off x="3725343" y="2742989"/>
            <a:ext cx="4224900" cy="5367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200"/>
              <a:buNone/>
              <a:defRPr sz="1100"/>
            </a:lvl1pPr>
            <a:lvl2pPr lvl="1" algn="r" rtl="0">
              <a:lnSpc>
                <a:spcPct val="100000"/>
              </a:lnSpc>
              <a:spcBef>
                <a:spcPts val="0"/>
              </a:spcBef>
              <a:spcAft>
                <a:spcPts val="0"/>
              </a:spcAft>
              <a:buSzPts val="1200"/>
              <a:buNone/>
              <a:defRPr/>
            </a:lvl2pPr>
            <a:lvl3pPr lvl="2" algn="r" rtl="0">
              <a:lnSpc>
                <a:spcPct val="100000"/>
              </a:lnSpc>
              <a:spcBef>
                <a:spcPts val="0"/>
              </a:spcBef>
              <a:spcAft>
                <a:spcPts val="0"/>
              </a:spcAft>
              <a:buSzPts val="1200"/>
              <a:buNone/>
              <a:defRPr/>
            </a:lvl3pPr>
            <a:lvl4pPr lvl="3" algn="r" rtl="0">
              <a:lnSpc>
                <a:spcPct val="100000"/>
              </a:lnSpc>
              <a:spcBef>
                <a:spcPts val="0"/>
              </a:spcBef>
              <a:spcAft>
                <a:spcPts val="0"/>
              </a:spcAft>
              <a:buSzPts val="1200"/>
              <a:buNone/>
              <a:defRPr/>
            </a:lvl4pPr>
            <a:lvl5pPr lvl="4" algn="r" rtl="0">
              <a:lnSpc>
                <a:spcPct val="100000"/>
              </a:lnSpc>
              <a:spcBef>
                <a:spcPts val="0"/>
              </a:spcBef>
              <a:spcAft>
                <a:spcPts val="0"/>
              </a:spcAft>
              <a:buSzPts val="1200"/>
              <a:buNone/>
              <a:defRPr/>
            </a:lvl5pPr>
            <a:lvl6pPr lvl="5" algn="r" rtl="0">
              <a:lnSpc>
                <a:spcPct val="100000"/>
              </a:lnSpc>
              <a:spcBef>
                <a:spcPts val="0"/>
              </a:spcBef>
              <a:spcAft>
                <a:spcPts val="0"/>
              </a:spcAft>
              <a:buSzPts val="1200"/>
              <a:buNone/>
              <a:defRPr/>
            </a:lvl6pPr>
            <a:lvl7pPr lvl="6" algn="r" rtl="0">
              <a:lnSpc>
                <a:spcPct val="100000"/>
              </a:lnSpc>
              <a:spcBef>
                <a:spcPts val="0"/>
              </a:spcBef>
              <a:spcAft>
                <a:spcPts val="0"/>
              </a:spcAft>
              <a:buSzPts val="1200"/>
              <a:buNone/>
              <a:defRPr/>
            </a:lvl7pPr>
            <a:lvl8pPr lvl="7" algn="r" rtl="0">
              <a:lnSpc>
                <a:spcPct val="100000"/>
              </a:lnSpc>
              <a:spcBef>
                <a:spcPts val="0"/>
              </a:spcBef>
              <a:spcAft>
                <a:spcPts val="0"/>
              </a:spcAft>
              <a:buSzPts val="1200"/>
              <a:buNone/>
              <a:defRPr/>
            </a:lvl8pPr>
            <a:lvl9pPr lvl="8" algn="r" rtl="0">
              <a:lnSpc>
                <a:spcPct val="100000"/>
              </a:lnSpc>
              <a:spcBef>
                <a:spcPts val="0"/>
              </a:spcBef>
              <a:spcAft>
                <a:spcPts val="0"/>
              </a:spcAft>
              <a:buSzPts val="1200"/>
              <a:buNone/>
              <a:defRPr/>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Six Columns">
  <p:cSld name="CUSTOM_25">
    <p:bg>
      <p:bgPr>
        <a:blipFill>
          <a:blip r:embed="rId2">
            <a:alphaModFix/>
          </a:blip>
          <a:stretch>
            <a:fillRect/>
          </a:stretch>
        </a:blipFill>
        <a:effectLst/>
      </p:bgPr>
    </p:bg>
    <p:spTree>
      <p:nvGrpSpPr>
        <p:cNvPr id="1" name="Shape 68"/>
        <p:cNvGrpSpPr/>
        <p:nvPr/>
      </p:nvGrpSpPr>
      <p:grpSpPr>
        <a:xfrm>
          <a:off x="0" y="0"/>
          <a:ext cx="0" cy="0"/>
          <a:chOff x="0" y="0"/>
          <a:chExt cx="0" cy="0"/>
        </a:xfrm>
      </p:grpSpPr>
      <p:sp>
        <p:nvSpPr>
          <p:cNvPr id="69" name="Google Shape;69;p12"/>
          <p:cNvSpPr txBox="1">
            <a:spLocks noGrp="1"/>
          </p:cNvSpPr>
          <p:nvPr>
            <p:ph type="ctrTitle"/>
          </p:nvPr>
        </p:nvSpPr>
        <p:spPr>
          <a:xfrm>
            <a:off x="1964851" y="352850"/>
            <a:ext cx="5214300" cy="9462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400"/>
              <a:buNone/>
              <a:defRPr sz="2400"/>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sp>
        <p:nvSpPr>
          <p:cNvPr id="70" name="Google Shape;70;p12"/>
          <p:cNvSpPr txBox="1">
            <a:spLocks noGrp="1"/>
          </p:cNvSpPr>
          <p:nvPr>
            <p:ph type="ctrTitle" idx="2"/>
          </p:nvPr>
        </p:nvSpPr>
        <p:spPr>
          <a:xfrm>
            <a:off x="464478" y="1806500"/>
            <a:ext cx="1780500" cy="4275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400"/>
              <a:buNone/>
              <a:defRPr sz="1400"/>
            </a:lvl1pPr>
            <a:lvl2pPr lvl="1" rtl="0">
              <a:spcBef>
                <a:spcPts val="0"/>
              </a:spcBef>
              <a:spcAft>
                <a:spcPts val="0"/>
              </a:spcAft>
              <a:buClr>
                <a:schemeClr val="accent6"/>
              </a:buClr>
              <a:buSzPts val="1400"/>
              <a:buNone/>
              <a:defRPr sz="1400">
                <a:solidFill>
                  <a:schemeClr val="accent6"/>
                </a:solidFill>
              </a:defRPr>
            </a:lvl2pPr>
            <a:lvl3pPr lvl="2" rtl="0">
              <a:spcBef>
                <a:spcPts val="0"/>
              </a:spcBef>
              <a:spcAft>
                <a:spcPts val="0"/>
              </a:spcAft>
              <a:buClr>
                <a:schemeClr val="accent6"/>
              </a:buClr>
              <a:buSzPts val="1400"/>
              <a:buNone/>
              <a:defRPr sz="1400">
                <a:solidFill>
                  <a:schemeClr val="accent6"/>
                </a:solidFill>
              </a:defRPr>
            </a:lvl3pPr>
            <a:lvl4pPr lvl="3" rtl="0">
              <a:spcBef>
                <a:spcPts val="0"/>
              </a:spcBef>
              <a:spcAft>
                <a:spcPts val="0"/>
              </a:spcAft>
              <a:buClr>
                <a:schemeClr val="accent6"/>
              </a:buClr>
              <a:buSzPts val="1400"/>
              <a:buNone/>
              <a:defRPr sz="1400">
                <a:solidFill>
                  <a:schemeClr val="accent6"/>
                </a:solidFill>
              </a:defRPr>
            </a:lvl4pPr>
            <a:lvl5pPr lvl="4" rtl="0">
              <a:spcBef>
                <a:spcPts val="0"/>
              </a:spcBef>
              <a:spcAft>
                <a:spcPts val="0"/>
              </a:spcAft>
              <a:buClr>
                <a:schemeClr val="accent6"/>
              </a:buClr>
              <a:buSzPts val="1400"/>
              <a:buNone/>
              <a:defRPr sz="1400">
                <a:solidFill>
                  <a:schemeClr val="accent6"/>
                </a:solidFill>
              </a:defRPr>
            </a:lvl5pPr>
            <a:lvl6pPr lvl="5" rtl="0">
              <a:spcBef>
                <a:spcPts val="0"/>
              </a:spcBef>
              <a:spcAft>
                <a:spcPts val="0"/>
              </a:spcAft>
              <a:buClr>
                <a:schemeClr val="accent6"/>
              </a:buClr>
              <a:buSzPts val="1400"/>
              <a:buNone/>
              <a:defRPr sz="1400">
                <a:solidFill>
                  <a:schemeClr val="accent6"/>
                </a:solidFill>
              </a:defRPr>
            </a:lvl6pPr>
            <a:lvl7pPr lvl="6" rtl="0">
              <a:spcBef>
                <a:spcPts val="0"/>
              </a:spcBef>
              <a:spcAft>
                <a:spcPts val="0"/>
              </a:spcAft>
              <a:buClr>
                <a:schemeClr val="accent6"/>
              </a:buClr>
              <a:buSzPts val="1400"/>
              <a:buNone/>
              <a:defRPr sz="1400">
                <a:solidFill>
                  <a:schemeClr val="accent6"/>
                </a:solidFill>
              </a:defRPr>
            </a:lvl7pPr>
            <a:lvl8pPr lvl="7" rtl="0">
              <a:spcBef>
                <a:spcPts val="0"/>
              </a:spcBef>
              <a:spcAft>
                <a:spcPts val="0"/>
              </a:spcAft>
              <a:buClr>
                <a:schemeClr val="accent6"/>
              </a:buClr>
              <a:buSzPts val="1400"/>
              <a:buNone/>
              <a:defRPr sz="1400">
                <a:solidFill>
                  <a:schemeClr val="accent6"/>
                </a:solidFill>
              </a:defRPr>
            </a:lvl8pPr>
            <a:lvl9pPr lvl="8" rtl="0">
              <a:spcBef>
                <a:spcPts val="0"/>
              </a:spcBef>
              <a:spcAft>
                <a:spcPts val="0"/>
              </a:spcAft>
              <a:buClr>
                <a:schemeClr val="accent6"/>
              </a:buClr>
              <a:buSzPts val="1400"/>
              <a:buNone/>
              <a:defRPr sz="1400">
                <a:solidFill>
                  <a:schemeClr val="accent6"/>
                </a:solidFill>
              </a:defRPr>
            </a:lvl9pPr>
          </a:lstStyle>
          <a:p>
            <a:endParaRPr/>
          </a:p>
        </p:txBody>
      </p:sp>
      <p:sp>
        <p:nvSpPr>
          <p:cNvPr id="71" name="Google Shape;71;p12"/>
          <p:cNvSpPr txBox="1">
            <a:spLocks noGrp="1"/>
          </p:cNvSpPr>
          <p:nvPr>
            <p:ph type="subTitle" idx="1"/>
          </p:nvPr>
        </p:nvSpPr>
        <p:spPr>
          <a:xfrm>
            <a:off x="616128" y="2100749"/>
            <a:ext cx="1477200" cy="10032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100"/>
              <a:buNone/>
              <a:defRPr sz="900"/>
            </a:lvl1pPr>
            <a:lvl2pPr lvl="1" rtl="0">
              <a:lnSpc>
                <a:spcPct val="100000"/>
              </a:lnSpc>
              <a:spcBef>
                <a:spcPts val="0"/>
              </a:spcBef>
              <a:spcAft>
                <a:spcPts val="0"/>
              </a:spcAft>
              <a:buSzPts val="1100"/>
              <a:buNone/>
              <a:defRPr sz="1100"/>
            </a:lvl2pPr>
            <a:lvl3pPr lvl="2" rtl="0">
              <a:lnSpc>
                <a:spcPct val="100000"/>
              </a:lnSpc>
              <a:spcBef>
                <a:spcPts val="0"/>
              </a:spcBef>
              <a:spcAft>
                <a:spcPts val="0"/>
              </a:spcAft>
              <a:buSzPts val="1100"/>
              <a:buNone/>
              <a:defRPr sz="1100"/>
            </a:lvl3pPr>
            <a:lvl4pPr lvl="3" rtl="0">
              <a:lnSpc>
                <a:spcPct val="100000"/>
              </a:lnSpc>
              <a:spcBef>
                <a:spcPts val="0"/>
              </a:spcBef>
              <a:spcAft>
                <a:spcPts val="0"/>
              </a:spcAft>
              <a:buSzPts val="1100"/>
              <a:buNone/>
              <a:defRPr sz="1100"/>
            </a:lvl4pPr>
            <a:lvl5pPr lvl="4" rtl="0">
              <a:lnSpc>
                <a:spcPct val="100000"/>
              </a:lnSpc>
              <a:spcBef>
                <a:spcPts val="0"/>
              </a:spcBef>
              <a:spcAft>
                <a:spcPts val="0"/>
              </a:spcAft>
              <a:buSzPts val="1100"/>
              <a:buNone/>
              <a:defRPr sz="1100"/>
            </a:lvl5pPr>
            <a:lvl6pPr lvl="5" rtl="0">
              <a:lnSpc>
                <a:spcPct val="100000"/>
              </a:lnSpc>
              <a:spcBef>
                <a:spcPts val="0"/>
              </a:spcBef>
              <a:spcAft>
                <a:spcPts val="0"/>
              </a:spcAft>
              <a:buSzPts val="1100"/>
              <a:buNone/>
              <a:defRPr sz="1100"/>
            </a:lvl6pPr>
            <a:lvl7pPr lvl="6" rtl="0">
              <a:lnSpc>
                <a:spcPct val="100000"/>
              </a:lnSpc>
              <a:spcBef>
                <a:spcPts val="0"/>
              </a:spcBef>
              <a:spcAft>
                <a:spcPts val="0"/>
              </a:spcAft>
              <a:buSzPts val="1100"/>
              <a:buNone/>
              <a:defRPr sz="1100"/>
            </a:lvl7pPr>
            <a:lvl8pPr lvl="7" rtl="0">
              <a:lnSpc>
                <a:spcPct val="100000"/>
              </a:lnSpc>
              <a:spcBef>
                <a:spcPts val="0"/>
              </a:spcBef>
              <a:spcAft>
                <a:spcPts val="0"/>
              </a:spcAft>
              <a:buSzPts val="1100"/>
              <a:buNone/>
              <a:defRPr sz="1100"/>
            </a:lvl8pPr>
            <a:lvl9pPr lvl="8" rtl="0">
              <a:lnSpc>
                <a:spcPct val="100000"/>
              </a:lnSpc>
              <a:spcBef>
                <a:spcPts val="0"/>
              </a:spcBef>
              <a:spcAft>
                <a:spcPts val="0"/>
              </a:spcAft>
              <a:buSzPts val="1100"/>
              <a:buNone/>
              <a:defRPr sz="1100"/>
            </a:lvl9pPr>
          </a:lstStyle>
          <a:p>
            <a:endParaRPr/>
          </a:p>
        </p:txBody>
      </p:sp>
      <p:sp>
        <p:nvSpPr>
          <p:cNvPr id="72" name="Google Shape;72;p12"/>
          <p:cNvSpPr txBox="1">
            <a:spLocks noGrp="1"/>
          </p:cNvSpPr>
          <p:nvPr>
            <p:ph type="ctrTitle" idx="3"/>
          </p:nvPr>
        </p:nvSpPr>
        <p:spPr>
          <a:xfrm>
            <a:off x="2077426" y="1806500"/>
            <a:ext cx="1780500" cy="4275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400"/>
              <a:buNone/>
              <a:defRPr sz="1400"/>
            </a:lvl1pPr>
            <a:lvl2pPr lvl="1" rtl="0">
              <a:spcBef>
                <a:spcPts val="0"/>
              </a:spcBef>
              <a:spcAft>
                <a:spcPts val="0"/>
              </a:spcAft>
              <a:buClr>
                <a:schemeClr val="accent6"/>
              </a:buClr>
              <a:buSzPts val="1400"/>
              <a:buNone/>
              <a:defRPr sz="1400">
                <a:solidFill>
                  <a:schemeClr val="accent6"/>
                </a:solidFill>
              </a:defRPr>
            </a:lvl2pPr>
            <a:lvl3pPr lvl="2" rtl="0">
              <a:spcBef>
                <a:spcPts val="0"/>
              </a:spcBef>
              <a:spcAft>
                <a:spcPts val="0"/>
              </a:spcAft>
              <a:buClr>
                <a:schemeClr val="accent6"/>
              </a:buClr>
              <a:buSzPts val="1400"/>
              <a:buNone/>
              <a:defRPr sz="1400">
                <a:solidFill>
                  <a:schemeClr val="accent6"/>
                </a:solidFill>
              </a:defRPr>
            </a:lvl3pPr>
            <a:lvl4pPr lvl="3" rtl="0">
              <a:spcBef>
                <a:spcPts val="0"/>
              </a:spcBef>
              <a:spcAft>
                <a:spcPts val="0"/>
              </a:spcAft>
              <a:buClr>
                <a:schemeClr val="accent6"/>
              </a:buClr>
              <a:buSzPts val="1400"/>
              <a:buNone/>
              <a:defRPr sz="1400">
                <a:solidFill>
                  <a:schemeClr val="accent6"/>
                </a:solidFill>
              </a:defRPr>
            </a:lvl4pPr>
            <a:lvl5pPr lvl="4" rtl="0">
              <a:spcBef>
                <a:spcPts val="0"/>
              </a:spcBef>
              <a:spcAft>
                <a:spcPts val="0"/>
              </a:spcAft>
              <a:buClr>
                <a:schemeClr val="accent6"/>
              </a:buClr>
              <a:buSzPts val="1400"/>
              <a:buNone/>
              <a:defRPr sz="1400">
                <a:solidFill>
                  <a:schemeClr val="accent6"/>
                </a:solidFill>
              </a:defRPr>
            </a:lvl5pPr>
            <a:lvl6pPr lvl="5" rtl="0">
              <a:spcBef>
                <a:spcPts val="0"/>
              </a:spcBef>
              <a:spcAft>
                <a:spcPts val="0"/>
              </a:spcAft>
              <a:buClr>
                <a:schemeClr val="accent6"/>
              </a:buClr>
              <a:buSzPts val="1400"/>
              <a:buNone/>
              <a:defRPr sz="1400">
                <a:solidFill>
                  <a:schemeClr val="accent6"/>
                </a:solidFill>
              </a:defRPr>
            </a:lvl6pPr>
            <a:lvl7pPr lvl="6" rtl="0">
              <a:spcBef>
                <a:spcPts val="0"/>
              </a:spcBef>
              <a:spcAft>
                <a:spcPts val="0"/>
              </a:spcAft>
              <a:buClr>
                <a:schemeClr val="accent6"/>
              </a:buClr>
              <a:buSzPts val="1400"/>
              <a:buNone/>
              <a:defRPr sz="1400">
                <a:solidFill>
                  <a:schemeClr val="accent6"/>
                </a:solidFill>
              </a:defRPr>
            </a:lvl7pPr>
            <a:lvl8pPr lvl="7" rtl="0">
              <a:spcBef>
                <a:spcPts val="0"/>
              </a:spcBef>
              <a:spcAft>
                <a:spcPts val="0"/>
              </a:spcAft>
              <a:buClr>
                <a:schemeClr val="accent6"/>
              </a:buClr>
              <a:buSzPts val="1400"/>
              <a:buNone/>
              <a:defRPr sz="1400">
                <a:solidFill>
                  <a:schemeClr val="accent6"/>
                </a:solidFill>
              </a:defRPr>
            </a:lvl8pPr>
            <a:lvl9pPr lvl="8" rtl="0">
              <a:spcBef>
                <a:spcPts val="0"/>
              </a:spcBef>
              <a:spcAft>
                <a:spcPts val="0"/>
              </a:spcAft>
              <a:buClr>
                <a:schemeClr val="accent6"/>
              </a:buClr>
              <a:buSzPts val="1400"/>
              <a:buNone/>
              <a:defRPr sz="1400">
                <a:solidFill>
                  <a:schemeClr val="accent6"/>
                </a:solidFill>
              </a:defRPr>
            </a:lvl9pPr>
          </a:lstStyle>
          <a:p>
            <a:endParaRPr/>
          </a:p>
        </p:txBody>
      </p:sp>
      <p:sp>
        <p:nvSpPr>
          <p:cNvPr id="73" name="Google Shape;73;p12"/>
          <p:cNvSpPr txBox="1">
            <a:spLocks noGrp="1"/>
          </p:cNvSpPr>
          <p:nvPr>
            <p:ph type="subTitle" idx="4"/>
          </p:nvPr>
        </p:nvSpPr>
        <p:spPr>
          <a:xfrm>
            <a:off x="2229076" y="2100749"/>
            <a:ext cx="1477200" cy="10032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100"/>
              <a:buNone/>
              <a:defRPr sz="900"/>
            </a:lvl1pPr>
            <a:lvl2pPr lvl="1" rtl="0">
              <a:lnSpc>
                <a:spcPct val="100000"/>
              </a:lnSpc>
              <a:spcBef>
                <a:spcPts val="0"/>
              </a:spcBef>
              <a:spcAft>
                <a:spcPts val="0"/>
              </a:spcAft>
              <a:buSzPts val="1100"/>
              <a:buNone/>
              <a:defRPr sz="1100"/>
            </a:lvl2pPr>
            <a:lvl3pPr lvl="2" rtl="0">
              <a:lnSpc>
                <a:spcPct val="100000"/>
              </a:lnSpc>
              <a:spcBef>
                <a:spcPts val="0"/>
              </a:spcBef>
              <a:spcAft>
                <a:spcPts val="0"/>
              </a:spcAft>
              <a:buSzPts val="1100"/>
              <a:buNone/>
              <a:defRPr sz="1100"/>
            </a:lvl3pPr>
            <a:lvl4pPr lvl="3" rtl="0">
              <a:lnSpc>
                <a:spcPct val="100000"/>
              </a:lnSpc>
              <a:spcBef>
                <a:spcPts val="0"/>
              </a:spcBef>
              <a:spcAft>
                <a:spcPts val="0"/>
              </a:spcAft>
              <a:buSzPts val="1100"/>
              <a:buNone/>
              <a:defRPr sz="1100"/>
            </a:lvl4pPr>
            <a:lvl5pPr lvl="4" rtl="0">
              <a:lnSpc>
                <a:spcPct val="100000"/>
              </a:lnSpc>
              <a:spcBef>
                <a:spcPts val="0"/>
              </a:spcBef>
              <a:spcAft>
                <a:spcPts val="0"/>
              </a:spcAft>
              <a:buSzPts val="1100"/>
              <a:buNone/>
              <a:defRPr sz="1100"/>
            </a:lvl5pPr>
            <a:lvl6pPr lvl="5" rtl="0">
              <a:lnSpc>
                <a:spcPct val="100000"/>
              </a:lnSpc>
              <a:spcBef>
                <a:spcPts val="0"/>
              </a:spcBef>
              <a:spcAft>
                <a:spcPts val="0"/>
              </a:spcAft>
              <a:buSzPts val="1100"/>
              <a:buNone/>
              <a:defRPr sz="1100"/>
            </a:lvl6pPr>
            <a:lvl7pPr lvl="6" rtl="0">
              <a:lnSpc>
                <a:spcPct val="100000"/>
              </a:lnSpc>
              <a:spcBef>
                <a:spcPts val="0"/>
              </a:spcBef>
              <a:spcAft>
                <a:spcPts val="0"/>
              </a:spcAft>
              <a:buSzPts val="1100"/>
              <a:buNone/>
              <a:defRPr sz="1100"/>
            </a:lvl7pPr>
            <a:lvl8pPr lvl="7" rtl="0">
              <a:lnSpc>
                <a:spcPct val="100000"/>
              </a:lnSpc>
              <a:spcBef>
                <a:spcPts val="0"/>
              </a:spcBef>
              <a:spcAft>
                <a:spcPts val="0"/>
              </a:spcAft>
              <a:buSzPts val="1100"/>
              <a:buNone/>
              <a:defRPr sz="1100"/>
            </a:lvl8pPr>
            <a:lvl9pPr lvl="8" rtl="0">
              <a:lnSpc>
                <a:spcPct val="100000"/>
              </a:lnSpc>
              <a:spcBef>
                <a:spcPts val="0"/>
              </a:spcBef>
              <a:spcAft>
                <a:spcPts val="0"/>
              </a:spcAft>
              <a:buSzPts val="1100"/>
              <a:buNone/>
              <a:defRPr sz="1100"/>
            </a:lvl9pPr>
          </a:lstStyle>
          <a:p>
            <a:endParaRPr/>
          </a:p>
        </p:txBody>
      </p:sp>
      <p:sp>
        <p:nvSpPr>
          <p:cNvPr id="74" name="Google Shape;74;p12"/>
          <p:cNvSpPr txBox="1">
            <a:spLocks noGrp="1"/>
          </p:cNvSpPr>
          <p:nvPr>
            <p:ph type="ctrTitle" idx="5"/>
          </p:nvPr>
        </p:nvSpPr>
        <p:spPr>
          <a:xfrm>
            <a:off x="3690375" y="1806500"/>
            <a:ext cx="1780500" cy="4275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400"/>
              <a:buNone/>
              <a:defRPr sz="1400"/>
            </a:lvl1pPr>
            <a:lvl2pPr lvl="1" rtl="0">
              <a:spcBef>
                <a:spcPts val="0"/>
              </a:spcBef>
              <a:spcAft>
                <a:spcPts val="0"/>
              </a:spcAft>
              <a:buClr>
                <a:schemeClr val="accent6"/>
              </a:buClr>
              <a:buSzPts val="1400"/>
              <a:buNone/>
              <a:defRPr sz="1400">
                <a:solidFill>
                  <a:schemeClr val="accent6"/>
                </a:solidFill>
              </a:defRPr>
            </a:lvl2pPr>
            <a:lvl3pPr lvl="2" rtl="0">
              <a:spcBef>
                <a:spcPts val="0"/>
              </a:spcBef>
              <a:spcAft>
                <a:spcPts val="0"/>
              </a:spcAft>
              <a:buClr>
                <a:schemeClr val="accent6"/>
              </a:buClr>
              <a:buSzPts val="1400"/>
              <a:buNone/>
              <a:defRPr sz="1400">
                <a:solidFill>
                  <a:schemeClr val="accent6"/>
                </a:solidFill>
              </a:defRPr>
            </a:lvl3pPr>
            <a:lvl4pPr lvl="3" rtl="0">
              <a:spcBef>
                <a:spcPts val="0"/>
              </a:spcBef>
              <a:spcAft>
                <a:spcPts val="0"/>
              </a:spcAft>
              <a:buClr>
                <a:schemeClr val="accent6"/>
              </a:buClr>
              <a:buSzPts val="1400"/>
              <a:buNone/>
              <a:defRPr sz="1400">
                <a:solidFill>
                  <a:schemeClr val="accent6"/>
                </a:solidFill>
              </a:defRPr>
            </a:lvl4pPr>
            <a:lvl5pPr lvl="4" rtl="0">
              <a:spcBef>
                <a:spcPts val="0"/>
              </a:spcBef>
              <a:spcAft>
                <a:spcPts val="0"/>
              </a:spcAft>
              <a:buClr>
                <a:schemeClr val="accent6"/>
              </a:buClr>
              <a:buSzPts val="1400"/>
              <a:buNone/>
              <a:defRPr sz="1400">
                <a:solidFill>
                  <a:schemeClr val="accent6"/>
                </a:solidFill>
              </a:defRPr>
            </a:lvl5pPr>
            <a:lvl6pPr lvl="5" rtl="0">
              <a:spcBef>
                <a:spcPts val="0"/>
              </a:spcBef>
              <a:spcAft>
                <a:spcPts val="0"/>
              </a:spcAft>
              <a:buClr>
                <a:schemeClr val="accent6"/>
              </a:buClr>
              <a:buSzPts val="1400"/>
              <a:buNone/>
              <a:defRPr sz="1400">
                <a:solidFill>
                  <a:schemeClr val="accent6"/>
                </a:solidFill>
              </a:defRPr>
            </a:lvl6pPr>
            <a:lvl7pPr lvl="6" rtl="0">
              <a:spcBef>
                <a:spcPts val="0"/>
              </a:spcBef>
              <a:spcAft>
                <a:spcPts val="0"/>
              </a:spcAft>
              <a:buClr>
                <a:schemeClr val="accent6"/>
              </a:buClr>
              <a:buSzPts val="1400"/>
              <a:buNone/>
              <a:defRPr sz="1400">
                <a:solidFill>
                  <a:schemeClr val="accent6"/>
                </a:solidFill>
              </a:defRPr>
            </a:lvl7pPr>
            <a:lvl8pPr lvl="7" rtl="0">
              <a:spcBef>
                <a:spcPts val="0"/>
              </a:spcBef>
              <a:spcAft>
                <a:spcPts val="0"/>
              </a:spcAft>
              <a:buClr>
                <a:schemeClr val="accent6"/>
              </a:buClr>
              <a:buSzPts val="1400"/>
              <a:buNone/>
              <a:defRPr sz="1400">
                <a:solidFill>
                  <a:schemeClr val="accent6"/>
                </a:solidFill>
              </a:defRPr>
            </a:lvl8pPr>
            <a:lvl9pPr lvl="8" rtl="0">
              <a:spcBef>
                <a:spcPts val="0"/>
              </a:spcBef>
              <a:spcAft>
                <a:spcPts val="0"/>
              </a:spcAft>
              <a:buClr>
                <a:schemeClr val="accent6"/>
              </a:buClr>
              <a:buSzPts val="1400"/>
              <a:buNone/>
              <a:defRPr sz="1400">
                <a:solidFill>
                  <a:schemeClr val="accent6"/>
                </a:solidFill>
              </a:defRPr>
            </a:lvl9pPr>
          </a:lstStyle>
          <a:p>
            <a:endParaRPr/>
          </a:p>
        </p:txBody>
      </p:sp>
      <p:sp>
        <p:nvSpPr>
          <p:cNvPr id="75" name="Google Shape;75;p12"/>
          <p:cNvSpPr txBox="1">
            <a:spLocks noGrp="1"/>
          </p:cNvSpPr>
          <p:nvPr>
            <p:ph type="subTitle" idx="6"/>
          </p:nvPr>
        </p:nvSpPr>
        <p:spPr>
          <a:xfrm>
            <a:off x="3842025" y="2100749"/>
            <a:ext cx="1477200" cy="10032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100"/>
              <a:buNone/>
              <a:defRPr sz="900"/>
            </a:lvl1pPr>
            <a:lvl2pPr lvl="1" rtl="0">
              <a:lnSpc>
                <a:spcPct val="100000"/>
              </a:lnSpc>
              <a:spcBef>
                <a:spcPts val="0"/>
              </a:spcBef>
              <a:spcAft>
                <a:spcPts val="0"/>
              </a:spcAft>
              <a:buSzPts val="1100"/>
              <a:buNone/>
              <a:defRPr sz="1100"/>
            </a:lvl2pPr>
            <a:lvl3pPr lvl="2" rtl="0">
              <a:lnSpc>
                <a:spcPct val="100000"/>
              </a:lnSpc>
              <a:spcBef>
                <a:spcPts val="0"/>
              </a:spcBef>
              <a:spcAft>
                <a:spcPts val="0"/>
              </a:spcAft>
              <a:buSzPts val="1100"/>
              <a:buNone/>
              <a:defRPr sz="1100"/>
            </a:lvl3pPr>
            <a:lvl4pPr lvl="3" rtl="0">
              <a:lnSpc>
                <a:spcPct val="100000"/>
              </a:lnSpc>
              <a:spcBef>
                <a:spcPts val="0"/>
              </a:spcBef>
              <a:spcAft>
                <a:spcPts val="0"/>
              </a:spcAft>
              <a:buSzPts val="1100"/>
              <a:buNone/>
              <a:defRPr sz="1100"/>
            </a:lvl4pPr>
            <a:lvl5pPr lvl="4" rtl="0">
              <a:lnSpc>
                <a:spcPct val="100000"/>
              </a:lnSpc>
              <a:spcBef>
                <a:spcPts val="0"/>
              </a:spcBef>
              <a:spcAft>
                <a:spcPts val="0"/>
              </a:spcAft>
              <a:buSzPts val="1100"/>
              <a:buNone/>
              <a:defRPr sz="1100"/>
            </a:lvl5pPr>
            <a:lvl6pPr lvl="5" rtl="0">
              <a:lnSpc>
                <a:spcPct val="100000"/>
              </a:lnSpc>
              <a:spcBef>
                <a:spcPts val="0"/>
              </a:spcBef>
              <a:spcAft>
                <a:spcPts val="0"/>
              </a:spcAft>
              <a:buSzPts val="1100"/>
              <a:buNone/>
              <a:defRPr sz="1100"/>
            </a:lvl6pPr>
            <a:lvl7pPr lvl="6" rtl="0">
              <a:lnSpc>
                <a:spcPct val="100000"/>
              </a:lnSpc>
              <a:spcBef>
                <a:spcPts val="0"/>
              </a:spcBef>
              <a:spcAft>
                <a:spcPts val="0"/>
              </a:spcAft>
              <a:buSzPts val="1100"/>
              <a:buNone/>
              <a:defRPr sz="1100"/>
            </a:lvl7pPr>
            <a:lvl8pPr lvl="7" rtl="0">
              <a:lnSpc>
                <a:spcPct val="100000"/>
              </a:lnSpc>
              <a:spcBef>
                <a:spcPts val="0"/>
              </a:spcBef>
              <a:spcAft>
                <a:spcPts val="0"/>
              </a:spcAft>
              <a:buSzPts val="1100"/>
              <a:buNone/>
              <a:defRPr sz="1100"/>
            </a:lvl8pPr>
            <a:lvl9pPr lvl="8" rtl="0">
              <a:lnSpc>
                <a:spcPct val="100000"/>
              </a:lnSpc>
              <a:spcBef>
                <a:spcPts val="0"/>
              </a:spcBef>
              <a:spcAft>
                <a:spcPts val="0"/>
              </a:spcAft>
              <a:buSzPts val="1100"/>
              <a:buNone/>
              <a:defRPr sz="1100"/>
            </a:lvl9pPr>
          </a:lstStyle>
          <a:p>
            <a:endParaRPr/>
          </a:p>
        </p:txBody>
      </p:sp>
      <p:sp>
        <p:nvSpPr>
          <p:cNvPr id="76" name="Google Shape;76;p12"/>
          <p:cNvSpPr txBox="1">
            <a:spLocks noGrp="1"/>
          </p:cNvSpPr>
          <p:nvPr>
            <p:ph type="ctrTitle" idx="7"/>
          </p:nvPr>
        </p:nvSpPr>
        <p:spPr>
          <a:xfrm>
            <a:off x="3707117" y="3549862"/>
            <a:ext cx="1780500" cy="4275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400"/>
              <a:buNone/>
              <a:defRPr sz="1400"/>
            </a:lvl1pPr>
            <a:lvl2pPr lvl="1" rtl="0">
              <a:spcBef>
                <a:spcPts val="0"/>
              </a:spcBef>
              <a:spcAft>
                <a:spcPts val="0"/>
              </a:spcAft>
              <a:buClr>
                <a:schemeClr val="accent6"/>
              </a:buClr>
              <a:buSzPts val="1400"/>
              <a:buNone/>
              <a:defRPr sz="1400">
                <a:solidFill>
                  <a:schemeClr val="accent6"/>
                </a:solidFill>
              </a:defRPr>
            </a:lvl2pPr>
            <a:lvl3pPr lvl="2" rtl="0">
              <a:spcBef>
                <a:spcPts val="0"/>
              </a:spcBef>
              <a:spcAft>
                <a:spcPts val="0"/>
              </a:spcAft>
              <a:buClr>
                <a:schemeClr val="accent6"/>
              </a:buClr>
              <a:buSzPts val="1400"/>
              <a:buNone/>
              <a:defRPr sz="1400">
                <a:solidFill>
                  <a:schemeClr val="accent6"/>
                </a:solidFill>
              </a:defRPr>
            </a:lvl3pPr>
            <a:lvl4pPr lvl="3" rtl="0">
              <a:spcBef>
                <a:spcPts val="0"/>
              </a:spcBef>
              <a:spcAft>
                <a:spcPts val="0"/>
              </a:spcAft>
              <a:buClr>
                <a:schemeClr val="accent6"/>
              </a:buClr>
              <a:buSzPts val="1400"/>
              <a:buNone/>
              <a:defRPr sz="1400">
                <a:solidFill>
                  <a:schemeClr val="accent6"/>
                </a:solidFill>
              </a:defRPr>
            </a:lvl4pPr>
            <a:lvl5pPr lvl="4" rtl="0">
              <a:spcBef>
                <a:spcPts val="0"/>
              </a:spcBef>
              <a:spcAft>
                <a:spcPts val="0"/>
              </a:spcAft>
              <a:buClr>
                <a:schemeClr val="accent6"/>
              </a:buClr>
              <a:buSzPts val="1400"/>
              <a:buNone/>
              <a:defRPr sz="1400">
                <a:solidFill>
                  <a:schemeClr val="accent6"/>
                </a:solidFill>
              </a:defRPr>
            </a:lvl5pPr>
            <a:lvl6pPr lvl="5" rtl="0">
              <a:spcBef>
                <a:spcPts val="0"/>
              </a:spcBef>
              <a:spcAft>
                <a:spcPts val="0"/>
              </a:spcAft>
              <a:buClr>
                <a:schemeClr val="accent6"/>
              </a:buClr>
              <a:buSzPts val="1400"/>
              <a:buNone/>
              <a:defRPr sz="1400">
                <a:solidFill>
                  <a:schemeClr val="accent6"/>
                </a:solidFill>
              </a:defRPr>
            </a:lvl6pPr>
            <a:lvl7pPr lvl="6" rtl="0">
              <a:spcBef>
                <a:spcPts val="0"/>
              </a:spcBef>
              <a:spcAft>
                <a:spcPts val="0"/>
              </a:spcAft>
              <a:buClr>
                <a:schemeClr val="accent6"/>
              </a:buClr>
              <a:buSzPts val="1400"/>
              <a:buNone/>
              <a:defRPr sz="1400">
                <a:solidFill>
                  <a:schemeClr val="accent6"/>
                </a:solidFill>
              </a:defRPr>
            </a:lvl7pPr>
            <a:lvl8pPr lvl="7" rtl="0">
              <a:spcBef>
                <a:spcPts val="0"/>
              </a:spcBef>
              <a:spcAft>
                <a:spcPts val="0"/>
              </a:spcAft>
              <a:buClr>
                <a:schemeClr val="accent6"/>
              </a:buClr>
              <a:buSzPts val="1400"/>
              <a:buNone/>
              <a:defRPr sz="1400">
                <a:solidFill>
                  <a:schemeClr val="accent6"/>
                </a:solidFill>
              </a:defRPr>
            </a:lvl8pPr>
            <a:lvl9pPr lvl="8" rtl="0">
              <a:spcBef>
                <a:spcPts val="0"/>
              </a:spcBef>
              <a:spcAft>
                <a:spcPts val="0"/>
              </a:spcAft>
              <a:buClr>
                <a:schemeClr val="accent6"/>
              </a:buClr>
              <a:buSzPts val="1400"/>
              <a:buNone/>
              <a:defRPr sz="1400">
                <a:solidFill>
                  <a:schemeClr val="accent6"/>
                </a:solidFill>
              </a:defRPr>
            </a:lvl9pPr>
          </a:lstStyle>
          <a:p>
            <a:endParaRPr/>
          </a:p>
        </p:txBody>
      </p:sp>
      <p:sp>
        <p:nvSpPr>
          <p:cNvPr id="77" name="Google Shape;77;p12"/>
          <p:cNvSpPr txBox="1">
            <a:spLocks noGrp="1"/>
          </p:cNvSpPr>
          <p:nvPr>
            <p:ph type="subTitle" idx="8"/>
          </p:nvPr>
        </p:nvSpPr>
        <p:spPr>
          <a:xfrm>
            <a:off x="3858772" y="3890201"/>
            <a:ext cx="1477200" cy="10032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100"/>
              <a:buNone/>
              <a:defRPr sz="900"/>
            </a:lvl1pPr>
            <a:lvl2pPr lvl="1" rtl="0">
              <a:lnSpc>
                <a:spcPct val="100000"/>
              </a:lnSpc>
              <a:spcBef>
                <a:spcPts val="0"/>
              </a:spcBef>
              <a:spcAft>
                <a:spcPts val="0"/>
              </a:spcAft>
              <a:buSzPts val="1100"/>
              <a:buNone/>
              <a:defRPr sz="1100"/>
            </a:lvl2pPr>
            <a:lvl3pPr lvl="2" rtl="0">
              <a:lnSpc>
                <a:spcPct val="100000"/>
              </a:lnSpc>
              <a:spcBef>
                <a:spcPts val="0"/>
              </a:spcBef>
              <a:spcAft>
                <a:spcPts val="0"/>
              </a:spcAft>
              <a:buSzPts val="1100"/>
              <a:buNone/>
              <a:defRPr sz="1100"/>
            </a:lvl3pPr>
            <a:lvl4pPr lvl="3" rtl="0">
              <a:lnSpc>
                <a:spcPct val="100000"/>
              </a:lnSpc>
              <a:spcBef>
                <a:spcPts val="0"/>
              </a:spcBef>
              <a:spcAft>
                <a:spcPts val="0"/>
              </a:spcAft>
              <a:buSzPts val="1100"/>
              <a:buNone/>
              <a:defRPr sz="1100"/>
            </a:lvl4pPr>
            <a:lvl5pPr lvl="4" rtl="0">
              <a:lnSpc>
                <a:spcPct val="100000"/>
              </a:lnSpc>
              <a:spcBef>
                <a:spcPts val="0"/>
              </a:spcBef>
              <a:spcAft>
                <a:spcPts val="0"/>
              </a:spcAft>
              <a:buSzPts val="1100"/>
              <a:buNone/>
              <a:defRPr sz="1100"/>
            </a:lvl5pPr>
            <a:lvl6pPr lvl="5" rtl="0">
              <a:lnSpc>
                <a:spcPct val="100000"/>
              </a:lnSpc>
              <a:spcBef>
                <a:spcPts val="0"/>
              </a:spcBef>
              <a:spcAft>
                <a:spcPts val="0"/>
              </a:spcAft>
              <a:buSzPts val="1100"/>
              <a:buNone/>
              <a:defRPr sz="1100"/>
            </a:lvl6pPr>
            <a:lvl7pPr lvl="6" rtl="0">
              <a:lnSpc>
                <a:spcPct val="100000"/>
              </a:lnSpc>
              <a:spcBef>
                <a:spcPts val="0"/>
              </a:spcBef>
              <a:spcAft>
                <a:spcPts val="0"/>
              </a:spcAft>
              <a:buSzPts val="1100"/>
              <a:buNone/>
              <a:defRPr sz="1100"/>
            </a:lvl7pPr>
            <a:lvl8pPr lvl="7" rtl="0">
              <a:lnSpc>
                <a:spcPct val="100000"/>
              </a:lnSpc>
              <a:spcBef>
                <a:spcPts val="0"/>
              </a:spcBef>
              <a:spcAft>
                <a:spcPts val="0"/>
              </a:spcAft>
              <a:buSzPts val="1100"/>
              <a:buNone/>
              <a:defRPr sz="1100"/>
            </a:lvl8pPr>
            <a:lvl9pPr lvl="8" rtl="0">
              <a:lnSpc>
                <a:spcPct val="100000"/>
              </a:lnSpc>
              <a:spcBef>
                <a:spcPts val="0"/>
              </a:spcBef>
              <a:spcAft>
                <a:spcPts val="0"/>
              </a:spcAft>
              <a:buSzPts val="1100"/>
              <a:buNone/>
              <a:defRPr sz="1100"/>
            </a:lvl9pPr>
          </a:lstStyle>
          <a:p>
            <a:endParaRPr/>
          </a:p>
        </p:txBody>
      </p:sp>
      <p:sp>
        <p:nvSpPr>
          <p:cNvPr id="78" name="Google Shape;78;p12"/>
          <p:cNvSpPr txBox="1">
            <a:spLocks noGrp="1"/>
          </p:cNvSpPr>
          <p:nvPr>
            <p:ph type="ctrTitle" idx="9"/>
          </p:nvPr>
        </p:nvSpPr>
        <p:spPr>
          <a:xfrm>
            <a:off x="5343519" y="3549862"/>
            <a:ext cx="1780500" cy="4275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400"/>
              <a:buNone/>
              <a:defRPr sz="1400"/>
            </a:lvl1pPr>
            <a:lvl2pPr lvl="1" rtl="0">
              <a:spcBef>
                <a:spcPts val="0"/>
              </a:spcBef>
              <a:spcAft>
                <a:spcPts val="0"/>
              </a:spcAft>
              <a:buClr>
                <a:schemeClr val="accent6"/>
              </a:buClr>
              <a:buSzPts val="1400"/>
              <a:buNone/>
              <a:defRPr sz="1400">
                <a:solidFill>
                  <a:schemeClr val="accent6"/>
                </a:solidFill>
              </a:defRPr>
            </a:lvl2pPr>
            <a:lvl3pPr lvl="2" rtl="0">
              <a:spcBef>
                <a:spcPts val="0"/>
              </a:spcBef>
              <a:spcAft>
                <a:spcPts val="0"/>
              </a:spcAft>
              <a:buClr>
                <a:schemeClr val="accent6"/>
              </a:buClr>
              <a:buSzPts val="1400"/>
              <a:buNone/>
              <a:defRPr sz="1400">
                <a:solidFill>
                  <a:schemeClr val="accent6"/>
                </a:solidFill>
              </a:defRPr>
            </a:lvl3pPr>
            <a:lvl4pPr lvl="3" rtl="0">
              <a:spcBef>
                <a:spcPts val="0"/>
              </a:spcBef>
              <a:spcAft>
                <a:spcPts val="0"/>
              </a:spcAft>
              <a:buClr>
                <a:schemeClr val="accent6"/>
              </a:buClr>
              <a:buSzPts val="1400"/>
              <a:buNone/>
              <a:defRPr sz="1400">
                <a:solidFill>
                  <a:schemeClr val="accent6"/>
                </a:solidFill>
              </a:defRPr>
            </a:lvl4pPr>
            <a:lvl5pPr lvl="4" rtl="0">
              <a:spcBef>
                <a:spcPts val="0"/>
              </a:spcBef>
              <a:spcAft>
                <a:spcPts val="0"/>
              </a:spcAft>
              <a:buClr>
                <a:schemeClr val="accent6"/>
              </a:buClr>
              <a:buSzPts val="1400"/>
              <a:buNone/>
              <a:defRPr sz="1400">
                <a:solidFill>
                  <a:schemeClr val="accent6"/>
                </a:solidFill>
              </a:defRPr>
            </a:lvl5pPr>
            <a:lvl6pPr lvl="5" rtl="0">
              <a:spcBef>
                <a:spcPts val="0"/>
              </a:spcBef>
              <a:spcAft>
                <a:spcPts val="0"/>
              </a:spcAft>
              <a:buClr>
                <a:schemeClr val="accent6"/>
              </a:buClr>
              <a:buSzPts val="1400"/>
              <a:buNone/>
              <a:defRPr sz="1400">
                <a:solidFill>
                  <a:schemeClr val="accent6"/>
                </a:solidFill>
              </a:defRPr>
            </a:lvl6pPr>
            <a:lvl7pPr lvl="6" rtl="0">
              <a:spcBef>
                <a:spcPts val="0"/>
              </a:spcBef>
              <a:spcAft>
                <a:spcPts val="0"/>
              </a:spcAft>
              <a:buClr>
                <a:schemeClr val="accent6"/>
              </a:buClr>
              <a:buSzPts val="1400"/>
              <a:buNone/>
              <a:defRPr sz="1400">
                <a:solidFill>
                  <a:schemeClr val="accent6"/>
                </a:solidFill>
              </a:defRPr>
            </a:lvl7pPr>
            <a:lvl8pPr lvl="7" rtl="0">
              <a:spcBef>
                <a:spcPts val="0"/>
              </a:spcBef>
              <a:spcAft>
                <a:spcPts val="0"/>
              </a:spcAft>
              <a:buClr>
                <a:schemeClr val="accent6"/>
              </a:buClr>
              <a:buSzPts val="1400"/>
              <a:buNone/>
              <a:defRPr sz="1400">
                <a:solidFill>
                  <a:schemeClr val="accent6"/>
                </a:solidFill>
              </a:defRPr>
            </a:lvl8pPr>
            <a:lvl9pPr lvl="8" rtl="0">
              <a:spcBef>
                <a:spcPts val="0"/>
              </a:spcBef>
              <a:spcAft>
                <a:spcPts val="0"/>
              </a:spcAft>
              <a:buClr>
                <a:schemeClr val="accent6"/>
              </a:buClr>
              <a:buSzPts val="1400"/>
              <a:buNone/>
              <a:defRPr sz="1400">
                <a:solidFill>
                  <a:schemeClr val="accent6"/>
                </a:solidFill>
              </a:defRPr>
            </a:lvl9pPr>
          </a:lstStyle>
          <a:p>
            <a:endParaRPr/>
          </a:p>
        </p:txBody>
      </p:sp>
      <p:sp>
        <p:nvSpPr>
          <p:cNvPr id="79" name="Google Shape;79;p12"/>
          <p:cNvSpPr txBox="1">
            <a:spLocks noGrp="1"/>
          </p:cNvSpPr>
          <p:nvPr>
            <p:ph type="subTitle" idx="13"/>
          </p:nvPr>
        </p:nvSpPr>
        <p:spPr>
          <a:xfrm>
            <a:off x="5500261" y="3890201"/>
            <a:ext cx="1477200" cy="10032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100"/>
              <a:buNone/>
              <a:defRPr sz="900"/>
            </a:lvl1pPr>
            <a:lvl2pPr lvl="1" rtl="0">
              <a:lnSpc>
                <a:spcPct val="100000"/>
              </a:lnSpc>
              <a:spcBef>
                <a:spcPts val="0"/>
              </a:spcBef>
              <a:spcAft>
                <a:spcPts val="0"/>
              </a:spcAft>
              <a:buSzPts val="1100"/>
              <a:buNone/>
              <a:defRPr sz="1100"/>
            </a:lvl2pPr>
            <a:lvl3pPr lvl="2" rtl="0">
              <a:lnSpc>
                <a:spcPct val="100000"/>
              </a:lnSpc>
              <a:spcBef>
                <a:spcPts val="0"/>
              </a:spcBef>
              <a:spcAft>
                <a:spcPts val="0"/>
              </a:spcAft>
              <a:buSzPts val="1100"/>
              <a:buNone/>
              <a:defRPr sz="1100"/>
            </a:lvl3pPr>
            <a:lvl4pPr lvl="3" rtl="0">
              <a:lnSpc>
                <a:spcPct val="100000"/>
              </a:lnSpc>
              <a:spcBef>
                <a:spcPts val="0"/>
              </a:spcBef>
              <a:spcAft>
                <a:spcPts val="0"/>
              </a:spcAft>
              <a:buSzPts val="1100"/>
              <a:buNone/>
              <a:defRPr sz="1100"/>
            </a:lvl4pPr>
            <a:lvl5pPr lvl="4" rtl="0">
              <a:lnSpc>
                <a:spcPct val="100000"/>
              </a:lnSpc>
              <a:spcBef>
                <a:spcPts val="0"/>
              </a:spcBef>
              <a:spcAft>
                <a:spcPts val="0"/>
              </a:spcAft>
              <a:buSzPts val="1100"/>
              <a:buNone/>
              <a:defRPr sz="1100"/>
            </a:lvl5pPr>
            <a:lvl6pPr lvl="5" rtl="0">
              <a:lnSpc>
                <a:spcPct val="100000"/>
              </a:lnSpc>
              <a:spcBef>
                <a:spcPts val="0"/>
              </a:spcBef>
              <a:spcAft>
                <a:spcPts val="0"/>
              </a:spcAft>
              <a:buSzPts val="1100"/>
              <a:buNone/>
              <a:defRPr sz="1100"/>
            </a:lvl6pPr>
            <a:lvl7pPr lvl="6" rtl="0">
              <a:lnSpc>
                <a:spcPct val="100000"/>
              </a:lnSpc>
              <a:spcBef>
                <a:spcPts val="0"/>
              </a:spcBef>
              <a:spcAft>
                <a:spcPts val="0"/>
              </a:spcAft>
              <a:buSzPts val="1100"/>
              <a:buNone/>
              <a:defRPr sz="1100"/>
            </a:lvl7pPr>
            <a:lvl8pPr lvl="7" rtl="0">
              <a:lnSpc>
                <a:spcPct val="100000"/>
              </a:lnSpc>
              <a:spcBef>
                <a:spcPts val="0"/>
              </a:spcBef>
              <a:spcAft>
                <a:spcPts val="0"/>
              </a:spcAft>
              <a:buSzPts val="1100"/>
              <a:buNone/>
              <a:defRPr sz="1100"/>
            </a:lvl8pPr>
            <a:lvl9pPr lvl="8" rtl="0">
              <a:lnSpc>
                <a:spcPct val="100000"/>
              </a:lnSpc>
              <a:spcBef>
                <a:spcPts val="0"/>
              </a:spcBef>
              <a:spcAft>
                <a:spcPts val="0"/>
              </a:spcAft>
              <a:buSzPts val="1100"/>
              <a:buNone/>
              <a:defRPr sz="1100"/>
            </a:lvl9pPr>
          </a:lstStyle>
          <a:p>
            <a:endParaRPr/>
          </a:p>
        </p:txBody>
      </p:sp>
      <p:sp>
        <p:nvSpPr>
          <p:cNvPr id="80" name="Google Shape;80;p12"/>
          <p:cNvSpPr txBox="1">
            <a:spLocks noGrp="1"/>
          </p:cNvSpPr>
          <p:nvPr>
            <p:ph type="ctrTitle" idx="14"/>
          </p:nvPr>
        </p:nvSpPr>
        <p:spPr>
          <a:xfrm>
            <a:off x="6979921" y="3549862"/>
            <a:ext cx="1780500" cy="4275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400"/>
              <a:buNone/>
              <a:defRPr sz="1400"/>
            </a:lvl1pPr>
            <a:lvl2pPr lvl="1" rtl="0">
              <a:spcBef>
                <a:spcPts val="0"/>
              </a:spcBef>
              <a:spcAft>
                <a:spcPts val="0"/>
              </a:spcAft>
              <a:buClr>
                <a:schemeClr val="accent6"/>
              </a:buClr>
              <a:buSzPts val="1400"/>
              <a:buNone/>
              <a:defRPr sz="1400">
                <a:solidFill>
                  <a:schemeClr val="accent6"/>
                </a:solidFill>
              </a:defRPr>
            </a:lvl2pPr>
            <a:lvl3pPr lvl="2" rtl="0">
              <a:spcBef>
                <a:spcPts val="0"/>
              </a:spcBef>
              <a:spcAft>
                <a:spcPts val="0"/>
              </a:spcAft>
              <a:buClr>
                <a:schemeClr val="accent6"/>
              </a:buClr>
              <a:buSzPts val="1400"/>
              <a:buNone/>
              <a:defRPr sz="1400">
                <a:solidFill>
                  <a:schemeClr val="accent6"/>
                </a:solidFill>
              </a:defRPr>
            </a:lvl3pPr>
            <a:lvl4pPr lvl="3" rtl="0">
              <a:spcBef>
                <a:spcPts val="0"/>
              </a:spcBef>
              <a:spcAft>
                <a:spcPts val="0"/>
              </a:spcAft>
              <a:buClr>
                <a:schemeClr val="accent6"/>
              </a:buClr>
              <a:buSzPts val="1400"/>
              <a:buNone/>
              <a:defRPr sz="1400">
                <a:solidFill>
                  <a:schemeClr val="accent6"/>
                </a:solidFill>
              </a:defRPr>
            </a:lvl4pPr>
            <a:lvl5pPr lvl="4" rtl="0">
              <a:spcBef>
                <a:spcPts val="0"/>
              </a:spcBef>
              <a:spcAft>
                <a:spcPts val="0"/>
              </a:spcAft>
              <a:buClr>
                <a:schemeClr val="accent6"/>
              </a:buClr>
              <a:buSzPts val="1400"/>
              <a:buNone/>
              <a:defRPr sz="1400">
                <a:solidFill>
                  <a:schemeClr val="accent6"/>
                </a:solidFill>
              </a:defRPr>
            </a:lvl5pPr>
            <a:lvl6pPr lvl="5" rtl="0">
              <a:spcBef>
                <a:spcPts val="0"/>
              </a:spcBef>
              <a:spcAft>
                <a:spcPts val="0"/>
              </a:spcAft>
              <a:buClr>
                <a:schemeClr val="accent6"/>
              </a:buClr>
              <a:buSzPts val="1400"/>
              <a:buNone/>
              <a:defRPr sz="1400">
                <a:solidFill>
                  <a:schemeClr val="accent6"/>
                </a:solidFill>
              </a:defRPr>
            </a:lvl6pPr>
            <a:lvl7pPr lvl="6" rtl="0">
              <a:spcBef>
                <a:spcPts val="0"/>
              </a:spcBef>
              <a:spcAft>
                <a:spcPts val="0"/>
              </a:spcAft>
              <a:buClr>
                <a:schemeClr val="accent6"/>
              </a:buClr>
              <a:buSzPts val="1400"/>
              <a:buNone/>
              <a:defRPr sz="1400">
                <a:solidFill>
                  <a:schemeClr val="accent6"/>
                </a:solidFill>
              </a:defRPr>
            </a:lvl7pPr>
            <a:lvl8pPr lvl="7" rtl="0">
              <a:spcBef>
                <a:spcPts val="0"/>
              </a:spcBef>
              <a:spcAft>
                <a:spcPts val="0"/>
              </a:spcAft>
              <a:buClr>
                <a:schemeClr val="accent6"/>
              </a:buClr>
              <a:buSzPts val="1400"/>
              <a:buNone/>
              <a:defRPr sz="1400">
                <a:solidFill>
                  <a:schemeClr val="accent6"/>
                </a:solidFill>
              </a:defRPr>
            </a:lvl8pPr>
            <a:lvl9pPr lvl="8" rtl="0">
              <a:spcBef>
                <a:spcPts val="0"/>
              </a:spcBef>
              <a:spcAft>
                <a:spcPts val="0"/>
              </a:spcAft>
              <a:buClr>
                <a:schemeClr val="accent6"/>
              </a:buClr>
              <a:buSzPts val="1400"/>
              <a:buNone/>
              <a:defRPr sz="1400">
                <a:solidFill>
                  <a:schemeClr val="accent6"/>
                </a:solidFill>
              </a:defRPr>
            </a:lvl9pPr>
          </a:lstStyle>
          <a:p>
            <a:endParaRPr/>
          </a:p>
        </p:txBody>
      </p:sp>
      <p:sp>
        <p:nvSpPr>
          <p:cNvPr id="81" name="Google Shape;81;p12"/>
          <p:cNvSpPr txBox="1">
            <a:spLocks noGrp="1"/>
          </p:cNvSpPr>
          <p:nvPr>
            <p:ph type="subTitle" idx="15"/>
          </p:nvPr>
        </p:nvSpPr>
        <p:spPr>
          <a:xfrm>
            <a:off x="7141750" y="3890201"/>
            <a:ext cx="1456800" cy="10032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100"/>
              <a:buNone/>
              <a:defRPr sz="900"/>
            </a:lvl1pPr>
            <a:lvl2pPr lvl="1" rtl="0">
              <a:lnSpc>
                <a:spcPct val="100000"/>
              </a:lnSpc>
              <a:spcBef>
                <a:spcPts val="0"/>
              </a:spcBef>
              <a:spcAft>
                <a:spcPts val="0"/>
              </a:spcAft>
              <a:buSzPts val="1100"/>
              <a:buNone/>
              <a:defRPr sz="1100"/>
            </a:lvl2pPr>
            <a:lvl3pPr lvl="2" rtl="0">
              <a:lnSpc>
                <a:spcPct val="100000"/>
              </a:lnSpc>
              <a:spcBef>
                <a:spcPts val="0"/>
              </a:spcBef>
              <a:spcAft>
                <a:spcPts val="0"/>
              </a:spcAft>
              <a:buSzPts val="1100"/>
              <a:buNone/>
              <a:defRPr sz="1100"/>
            </a:lvl3pPr>
            <a:lvl4pPr lvl="3" rtl="0">
              <a:lnSpc>
                <a:spcPct val="100000"/>
              </a:lnSpc>
              <a:spcBef>
                <a:spcPts val="0"/>
              </a:spcBef>
              <a:spcAft>
                <a:spcPts val="0"/>
              </a:spcAft>
              <a:buSzPts val="1100"/>
              <a:buNone/>
              <a:defRPr sz="1100"/>
            </a:lvl4pPr>
            <a:lvl5pPr lvl="4" rtl="0">
              <a:lnSpc>
                <a:spcPct val="100000"/>
              </a:lnSpc>
              <a:spcBef>
                <a:spcPts val="0"/>
              </a:spcBef>
              <a:spcAft>
                <a:spcPts val="0"/>
              </a:spcAft>
              <a:buSzPts val="1100"/>
              <a:buNone/>
              <a:defRPr sz="1100"/>
            </a:lvl5pPr>
            <a:lvl6pPr lvl="5" rtl="0">
              <a:lnSpc>
                <a:spcPct val="100000"/>
              </a:lnSpc>
              <a:spcBef>
                <a:spcPts val="0"/>
              </a:spcBef>
              <a:spcAft>
                <a:spcPts val="0"/>
              </a:spcAft>
              <a:buSzPts val="1100"/>
              <a:buNone/>
              <a:defRPr sz="1100"/>
            </a:lvl6pPr>
            <a:lvl7pPr lvl="6" rtl="0">
              <a:lnSpc>
                <a:spcPct val="100000"/>
              </a:lnSpc>
              <a:spcBef>
                <a:spcPts val="0"/>
              </a:spcBef>
              <a:spcAft>
                <a:spcPts val="0"/>
              </a:spcAft>
              <a:buSzPts val="1100"/>
              <a:buNone/>
              <a:defRPr sz="1100"/>
            </a:lvl7pPr>
            <a:lvl8pPr lvl="7" rtl="0">
              <a:lnSpc>
                <a:spcPct val="100000"/>
              </a:lnSpc>
              <a:spcBef>
                <a:spcPts val="0"/>
              </a:spcBef>
              <a:spcAft>
                <a:spcPts val="0"/>
              </a:spcAft>
              <a:buSzPts val="1100"/>
              <a:buNone/>
              <a:defRPr sz="1100"/>
            </a:lvl8pPr>
            <a:lvl9pPr lvl="8" rtl="0">
              <a:lnSpc>
                <a:spcPct val="100000"/>
              </a:lnSpc>
              <a:spcBef>
                <a:spcPts val="0"/>
              </a:spcBef>
              <a:spcAft>
                <a:spcPts val="0"/>
              </a:spcAft>
              <a:buSzPts val="1100"/>
              <a:buNone/>
              <a:defRPr sz="1100"/>
            </a:lvl9pPr>
          </a:lstStyle>
          <a:p>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wo Columns">
  <p:cSld name="CUSTOM_25_1">
    <p:bg>
      <p:bgPr>
        <a:blipFill>
          <a:blip r:embed="rId2">
            <a:alphaModFix/>
          </a:blip>
          <a:stretch>
            <a:fillRect/>
          </a:stretch>
        </a:blipFill>
        <a:effectLst/>
      </p:bgPr>
    </p:bg>
    <p:spTree>
      <p:nvGrpSpPr>
        <p:cNvPr id="1" name="Shape 82"/>
        <p:cNvGrpSpPr/>
        <p:nvPr/>
      </p:nvGrpSpPr>
      <p:grpSpPr>
        <a:xfrm>
          <a:off x="0" y="0"/>
          <a:ext cx="0" cy="0"/>
          <a:chOff x="0" y="0"/>
          <a:chExt cx="0" cy="0"/>
        </a:xfrm>
      </p:grpSpPr>
      <p:sp>
        <p:nvSpPr>
          <p:cNvPr id="83" name="Google Shape;83;p13"/>
          <p:cNvSpPr txBox="1">
            <a:spLocks noGrp="1"/>
          </p:cNvSpPr>
          <p:nvPr>
            <p:ph type="ctrTitle"/>
          </p:nvPr>
        </p:nvSpPr>
        <p:spPr>
          <a:xfrm>
            <a:off x="1964851" y="352850"/>
            <a:ext cx="5214300" cy="9462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400"/>
              <a:buNone/>
              <a:defRPr sz="2400"/>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sp>
        <p:nvSpPr>
          <p:cNvPr id="84" name="Google Shape;84;p13"/>
          <p:cNvSpPr txBox="1">
            <a:spLocks noGrp="1"/>
          </p:cNvSpPr>
          <p:nvPr>
            <p:ph type="ctrTitle" idx="2"/>
          </p:nvPr>
        </p:nvSpPr>
        <p:spPr>
          <a:xfrm>
            <a:off x="1741950" y="2846700"/>
            <a:ext cx="1257900" cy="427500"/>
          </a:xfrm>
          <a:prstGeom prst="rect">
            <a:avLst/>
          </a:prstGeom>
        </p:spPr>
        <p:txBody>
          <a:bodyPr spcFirstLastPara="1" wrap="square" lIns="91425" tIns="91425" rIns="91425" bIns="91425" anchor="b" anchorCtr="0">
            <a:noAutofit/>
          </a:bodyPr>
          <a:lstStyle>
            <a:lvl1pPr lvl="0" rtl="0">
              <a:spcBef>
                <a:spcPts val="0"/>
              </a:spcBef>
              <a:spcAft>
                <a:spcPts val="0"/>
              </a:spcAft>
              <a:buSzPts val="2000"/>
              <a:buNone/>
              <a:defRPr sz="1400"/>
            </a:lvl1pPr>
            <a:lvl2pPr lvl="1" rtl="0">
              <a:spcBef>
                <a:spcPts val="0"/>
              </a:spcBef>
              <a:spcAft>
                <a:spcPts val="0"/>
              </a:spcAft>
              <a:buSzPts val="2000"/>
              <a:buNone/>
              <a:defRPr sz="2000"/>
            </a:lvl2pPr>
            <a:lvl3pPr lvl="2" rtl="0">
              <a:spcBef>
                <a:spcPts val="0"/>
              </a:spcBef>
              <a:spcAft>
                <a:spcPts val="0"/>
              </a:spcAft>
              <a:buSzPts val="2000"/>
              <a:buNone/>
              <a:defRPr sz="2000"/>
            </a:lvl3pPr>
            <a:lvl4pPr lvl="3" rtl="0">
              <a:spcBef>
                <a:spcPts val="0"/>
              </a:spcBef>
              <a:spcAft>
                <a:spcPts val="0"/>
              </a:spcAft>
              <a:buSzPts val="2000"/>
              <a:buNone/>
              <a:defRPr sz="2000"/>
            </a:lvl4pPr>
            <a:lvl5pPr lvl="4" rtl="0">
              <a:spcBef>
                <a:spcPts val="0"/>
              </a:spcBef>
              <a:spcAft>
                <a:spcPts val="0"/>
              </a:spcAft>
              <a:buSzPts val="2000"/>
              <a:buNone/>
              <a:defRPr sz="2000"/>
            </a:lvl5pPr>
            <a:lvl6pPr lvl="5" rtl="0">
              <a:spcBef>
                <a:spcPts val="0"/>
              </a:spcBef>
              <a:spcAft>
                <a:spcPts val="0"/>
              </a:spcAft>
              <a:buSzPts val="2000"/>
              <a:buNone/>
              <a:defRPr sz="2000"/>
            </a:lvl6pPr>
            <a:lvl7pPr lvl="6" rtl="0">
              <a:spcBef>
                <a:spcPts val="0"/>
              </a:spcBef>
              <a:spcAft>
                <a:spcPts val="0"/>
              </a:spcAft>
              <a:buSzPts val="2000"/>
              <a:buNone/>
              <a:defRPr sz="2000"/>
            </a:lvl7pPr>
            <a:lvl8pPr lvl="7" rtl="0">
              <a:spcBef>
                <a:spcPts val="0"/>
              </a:spcBef>
              <a:spcAft>
                <a:spcPts val="0"/>
              </a:spcAft>
              <a:buSzPts val="2000"/>
              <a:buNone/>
              <a:defRPr sz="2000"/>
            </a:lvl8pPr>
            <a:lvl9pPr lvl="8" rtl="0">
              <a:spcBef>
                <a:spcPts val="0"/>
              </a:spcBef>
              <a:spcAft>
                <a:spcPts val="0"/>
              </a:spcAft>
              <a:buSzPts val="2000"/>
              <a:buNone/>
              <a:defRPr sz="2000"/>
            </a:lvl9pPr>
          </a:lstStyle>
          <a:p>
            <a:endParaRPr/>
          </a:p>
        </p:txBody>
      </p:sp>
      <p:sp>
        <p:nvSpPr>
          <p:cNvPr id="85" name="Google Shape;85;p13"/>
          <p:cNvSpPr txBox="1">
            <a:spLocks noGrp="1"/>
          </p:cNvSpPr>
          <p:nvPr>
            <p:ph type="subTitle" idx="1"/>
          </p:nvPr>
        </p:nvSpPr>
        <p:spPr>
          <a:xfrm>
            <a:off x="1741950" y="1650025"/>
            <a:ext cx="2157300" cy="1003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100"/>
              <a:buNone/>
              <a:defRPr sz="1300"/>
            </a:lvl1pPr>
            <a:lvl2pPr lvl="1" rtl="0">
              <a:lnSpc>
                <a:spcPct val="100000"/>
              </a:lnSpc>
              <a:spcBef>
                <a:spcPts val="0"/>
              </a:spcBef>
              <a:spcAft>
                <a:spcPts val="0"/>
              </a:spcAft>
              <a:buSzPts val="1100"/>
              <a:buNone/>
              <a:defRPr sz="1100"/>
            </a:lvl2pPr>
            <a:lvl3pPr lvl="2" rtl="0">
              <a:lnSpc>
                <a:spcPct val="100000"/>
              </a:lnSpc>
              <a:spcBef>
                <a:spcPts val="0"/>
              </a:spcBef>
              <a:spcAft>
                <a:spcPts val="0"/>
              </a:spcAft>
              <a:buSzPts val="1100"/>
              <a:buNone/>
              <a:defRPr sz="1100"/>
            </a:lvl3pPr>
            <a:lvl4pPr lvl="3" rtl="0">
              <a:lnSpc>
                <a:spcPct val="100000"/>
              </a:lnSpc>
              <a:spcBef>
                <a:spcPts val="0"/>
              </a:spcBef>
              <a:spcAft>
                <a:spcPts val="0"/>
              </a:spcAft>
              <a:buSzPts val="1100"/>
              <a:buNone/>
              <a:defRPr sz="1100"/>
            </a:lvl4pPr>
            <a:lvl5pPr lvl="4" rtl="0">
              <a:lnSpc>
                <a:spcPct val="100000"/>
              </a:lnSpc>
              <a:spcBef>
                <a:spcPts val="0"/>
              </a:spcBef>
              <a:spcAft>
                <a:spcPts val="0"/>
              </a:spcAft>
              <a:buSzPts val="1100"/>
              <a:buNone/>
              <a:defRPr sz="1100"/>
            </a:lvl5pPr>
            <a:lvl6pPr lvl="5" rtl="0">
              <a:lnSpc>
                <a:spcPct val="100000"/>
              </a:lnSpc>
              <a:spcBef>
                <a:spcPts val="0"/>
              </a:spcBef>
              <a:spcAft>
                <a:spcPts val="0"/>
              </a:spcAft>
              <a:buSzPts val="1100"/>
              <a:buNone/>
              <a:defRPr sz="1100"/>
            </a:lvl6pPr>
            <a:lvl7pPr lvl="6" rtl="0">
              <a:lnSpc>
                <a:spcPct val="100000"/>
              </a:lnSpc>
              <a:spcBef>
                <a:spcPts val="0"/>
              </a:spcBef>
              <a:spcAft>
                <a:spcPts val="0"/>
              </a:spcAft>
              <a:buSzPts val="1100"/>
              <a:buNone/>
              <a:defRPr sz="1100"/>
            </a:lvl7pPr>
            <a:lvl8pPr lvl="7" rtl="0">
              <a:lnSpc>
                <a:spcPct val="100000"/>
              </a:lnSpc>
              <a:spcBef>
                <a:spcPts val="0"/>
              </a:spcBef>
              <a:spcAft>
                <a:spcPts val="0"/>
              </a:spcAft>
              <a:buSzPts val="1100"/>
              <a:buNone/>
              <a:defRPr sz="1100"/>
            </a:lvl8pPr>
            <a:lvl9pPr lvl="8" rtl="0">
              <a:lnSpc>
                <a:spcPct val="100000"/>
              </a:lnSpc>
              <a:spcBef>
                <a:spcPts val="0"/>
              </a:spcBef>
              <a:spcAft>
                <a:spcPts val="0"/>
              </a:spcAft>
              <a:buSzPts val="1100"/>
              <a:buNone/>
              <a:defRPr sz="1100"/>
            </a:lvl9pPr>
          </a:lstStyle>
          <a:p>
            <a:endParaRPr/>
          </a:p>
        </p:txBody>
      </p:sp>
      <p:sp>
        <p:nvSpPr>
          <p:cNvPr id="86" name="Google Shape;86;p13"/>
          <p:cNvSpPr txBox="1">
            <a:spLocks noGrp="1"/>
          </p:cNvSpPr>
          <p:nvPr>
            <p:ph type="ctrTitle" idx="3"/>
          </p:nvPr>
        </p:nvSpPr>
        <p:spPr>
          <a:xfrm>
            <a:off x="5633751" y="3635300"/>
            <a:ext cx="1780500" cy="427500"/>
          </a:xfrm>
          <a:prstGeom prst="rect">
            <a:avLst/>
          </a:prstGeom>
        </p:spPr>
        <p:txBody>
          <a:bodyPr spcFirstLastPara="1" wrap="square" lIns="91425" tIns="91425" rIns="91425" bIns="91425" anchor="b" anchorCtr="0">
            <a:noAutofit/>
          </a:bodyPr>
          <a:lstStyle>
            <a:lvl1pPr lvl="0" algn="r" rtl="0">
              <a:spcBef>
                <a:spcPts val="0"/>
              </a:spcBef>
              <a:spcAft>
                <a:spcPts val="0"/>
              </a:spcAft>
              <a:buSzPts val="2000"/>
              <a:buNone/>
              <a:defRPr sz="1400"/>
            </a:lvl1pPr>
            <a:lvl2pPr lvl="1" rtl="0">
              <a:spcBef>
                <a:spcPts val="0"/>
              </a:spcBef>
              <a:spcAft>
                <a:spcPts val="0"/>
              </a:spcAft>
              <a:buSzPts val="2000"/>
              <a:buNone/>
              <a:defRPr sz="2000"/>
            </a:lvl2pPr>
            <a:lvl3pPr lvl="2" rtl="0">
              <a:spcBef>
                <a:spcPts val="0"/>
              </a:spcBef>
              <a:spcAft>
                <a:spcPts val="0"/>
              </a:spcAft>
              <a:buSzPts val="2000"/>
              <a:buNone/>
              <a:defRPr sz="2000"/>
            </a:lvl3pPr>
            <a:lvl4pPr lvl="3" rtl="0">
              <a:spcBef>
                <a:spcPts val="0"/>
              </a:spcBef>
              <a:spcAft>
                <a:spcPts val="0"/>
              </a:spcAft>
              <a:buSzPts val="2000"/>
              <a:buNone/>
              <a:defRPr sz="2000"/>
            </a:lvl4pPr>
            <a:lvl5pPr lvl="4" rtl="0">
              <a:spcBef>
                <a:spcPts val="0"/>
              </a:spcBef>
              <a:spcAft>
                <a:spcPts val="0"/>
              </a:spcAft>
              <a:buSzPts val="2000"/>
              <a:buNone/>
              <a:defRPr sz="2000"/>
            </a:lvl5pPr>
            <a:lvl6pPr lvl="5" rtl="0">
              <a:spcBef>
                <a:spcPts val="0"/>
              </a:spcBef>
              <a:spcAft>
                <a:spcPts val="0"/>
              </a:spcAft>
              <a:buSzPts val="2000"/>
              <a:buNone/>
              <a:defRPr sz="2000"/>
            </a:lvl6pPr>
            <a:lvl7pPr lvl="6" rtl="0">
              <a:spcBef>
                <a:spcPts val="0"/>
              </a:spcBef>
              <a:spcAft>
                <a:spcPts val="0"/>
              </a:spcAft>
              <a:buSzPts val="2000"/>
              <a:buNone/>
              <a:defRPr sz="2000"/>
            </a:lvl7pPr>
            <a:lvl8pPr lvl="7" rtl="0">
              <a:spcBef>
                <a:spcPts val="0"/>
              </a:spcBef>
              <a:spcAft>
                <a:spcPts val="0"/>
              </a:spcAft>
              <a:buSzPts val="2000"/>
              <a:buNone/>
              <a:defRPr sz="2000"/>
            </a:lvl8pPr>
            <a:lvl9pPr lvl="8" rtl="0">
              <a:spcBef>
                <a:spcPts val="0"/>
              </a:spcBef>
              <a:spcAft>
                <a:spcPts val="0"/>
              </a:spcAft>
              <a:buSzPts val="2000"/>
              <a:buNone/>
              <a:defRPr sz="2000"/>
            </a:lvl9pPr>
          </a:lstStyle>
          <a:p>
            <a:endParaRPr/>
          </a:p>
        </p:txBody>
      </p:sp>
      <p:sp>
        <p:nvSpPr>
          <p:cNvPr id="87" name="Google Shape;87;p13"/>
          <p:cNvSpPr txBox="1">
            <a:spLocks noGrp="1"/>
          </p:cNvSpPr>
          <p:nvPr>
            <p:ph type="subTitle" idx="4"/>
          </p:nvPr>
        </p:nvSpPr>
        <p:spPr>
          <a:xfrm>
            <a:off x="5256958" y="2440056"/>
            <a:ext cx="2157300" cy="10032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100"/>
              <a:buNone/>
              <a:defRPr sz="1300"/>
            </a:lvl1pPr>
            <a:lvl2pPr lvl="1" rtl="0">
              <a:lnSpc>
                <a:spcPct val="100000"/>
              </a:lnSpc>
              <a:spcBef>
                <a:spcPts val="0"/>
              </a:spcBef>
              <a:spcAft>
                <a:spcPts val="0"/>
              </a:spcAft>
              <a:buSzPts val="1100"/>
              <a:buNone/>
              <a:defRPr sz="1100"/>
            </a:lvl2pPr>
            <a:lvl3pPr lvl="2" rtl="0">
              <a:lnSpc>
                <a:spcPct val="100000"/>
              </a:lnSpc>
              <a:spcBef>
                <a:spcPts val="0"/>
              </a:spcBef>
              <a:spcAft>
                <a:spcPts val="0"/>
              </a:spcAft>
              <a:buSzPts val="1100"/>
              <a:buNone/>
              <a:defRPr sz="1100"/>
            </a:lvl3pPr>
            <a:lvl4pPr lvl="3" rtl="0">
              <a:lnSpc>
                <a:spcPct val="100000"/>
              </a:lnSpc>
              <a:spcBef>
                <a:spcPts val="0"/>
              </a:spcBef>
              <a:spcAft>
                <a:spcPts val="0"/>
              </a:spcAft>
              <a:buSzPts val="1100"/>
              <a:buNone/>
              <a:defRPr sz="1100"/>
            </a:lvl4pPr>
            <a:lvl5pPr lvl="4" rtl="0">
              <a:lnSpc>
                <a:spcPct val="100000"/>
              </a:lnSpc>
              <a:spcBef>
                <a:spcPts val="0"/>
              </a:spcBef>
              <a:spcAft>
                <a:spcPts val="0"/>
              </a:spcAft>
              <a:buSzPts val="1100"/>
              <a:buNone/>
              <a:defRPr sz="1100"/>
            </a:lvl5pPr>
            <a:lvl6pPr lvl="5" rtl="0">
              <a:lnSpc>
                <a:spcPct val="100000"/>
              </a:lnSpc>
              <a:spcBef>
                <a:spcPts val="0"/>
              </a:spcBef>
              <a:spcAft>
                <a:spcPts val="0"/>
              </a:spcAft>
              <a:buSzPts val="1100"/>
              <a:buNone/>
              <a:defRPr sz="1100"/>
            </a:lvl6pPr>
            <a:lvl7pPr lvl="6" rtl="0">
              <a:lnSpc>
                <a:spcPct val="100000"/>
              </a:lnSpc>
              <a:spcBef>
                <a:spcPts val="0"/>
              </a:spcBef>
              <a:spcAft>
                <a:spcPts val="0"/>
              </a:spcAft>
              <a:buSzPts val="1100"/>
              <a:buNone/>
              <a:defRPr sz="1100"/>
            </a:lvl7pPr>
            <a:lvl8pPr lvl="7" rtl="0">
              <a:lnSpc>
                <a:spcPct val="100000"/>
              </a:lnSpc>
              <a:spcBef>
                <a:spcPts val="0"/>
              </a:spcBef>
              <a:spcAft>
                <a:spcPts val="0"/>
              </a:spcAft>
              <a:buSzPts val="1100"/>
              <a:buNone/>
              <a:defRPr sz="1100"/>
            </a:lvl8pPr>
            <a:lvl9pPr lvl="8" rtl="0">
              <a:lnSpc>
                <a:spcPct val="100000"/>
              </a:lnSpc>
              <a:spcBef>
                <a:spcPts val="0"/>
              </a:spcBef>
              <a:spcAft>
                <a:spcPts val="0"/>
              </a:spcAft>
              <a:buSzPts val="1100"/>
              <a:buNone/>
              <a:defRPr sz="1100"/>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 Design 2">
  <p:cSld name="CUSTOM_15_1">
    <p:bg>
      <p:bgPr>
        <a:blipFill>
          <a:blip r:embed="rId2">
            <a:alphaModFix/>
          </a:blip>
          <a:stretch>
            <a:fillRect/>
          </a:stretch>
        </a:blipFill>
        <a:effectLst/>
      </p:bgPr>
    </p:bg>
    <p:spTree>
      <p:nvGrpSpPr>
        <p:cNvPr id="1" name="Shape 88"/>
        <p:cNvGrpSpPr/>
        <p:nvPr/>
      </p:nvGrpSpPr>
      <p:grpSpPr>
        <a:xfrm>
          <a:off x="0" y="0"/>
          <a:ext cx="0" cy="0"/>
          <a:chOff x="0" y="0"/>
          <a:chExt cx="0" cy="0"/>
        </a:xfrm>
      </p:grpSpPr>
      <p:sp>
        <p:nvSpPr>
          <p:cNvPr id="89" name="Google Shape;89;p14"/>
          <p:cNvSpPr txBox="1">
            <a:spLocks noGrp="1"/>
          </p:cNvSpPr>
          <p:nvPr>
            <p:ph type="ctrTitle"/>
          </p:nvPr>
        </p:nvSpPr>
        <p:spPr>
          <a:xfrm>
            <a:off x="1964851" y="352850"/>
            <a:ext cx="5214300" cy="9462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400"/>
              <a:buNone/>
              <a:defRPr sz="2400"/>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Section 4">
  <p:cSld name="CUSTOM_27">
    <p:bg>
      <p:bgPr>
        <a:blipFill>
          <a:blip r:embed="rId2">
            <a:alphaModFix/>
          </a:blip>
          <a:stretch>
            <a:fillRect/>
          </a:stretch>
        </a:blipFill>
        <a:effectLst/>
      </p:bgPr>
    </p:bg>
    <p:spTree>
      <p:nvGrpSpPr>
        <p:cNvPr id="1" name="Shape 90"/>
        <p:cNvGrpSpPr/>
        <p:nvPr/>
      </p:nvGrpSpPr>
      <p:grpSpPr>
        <a:xfrm>
          <a:off x="0" y="0"/>
          <a:ext cx="0" cy="0"/>
          <a:chOff x="0" y="0"/>
          <a:chExt cx="0" cy="0"/>
        </a:xfrm>
      </p:grpSpPr>
      <p:sp>
        <p:nvSpPr>
          <p:cNvPr id="91" name="Google Shape;91;p15"/>
          <p:cNvSpPr txBox="1">
            <a:spLocks noGrp="1"/>
          </p:cNvSpPr>
          <p:nvPr>
            <p:ph type="ctrTitle"/>
          </p:nvPr>
        </p:nvSpPr>
        <p:spPr>
          <a:xfrm flipH="1">
            <a:off x="1180003" y="1347038"/>
            <a:ext cx="5195700" cy="1921200"/>
          </a:xfrm>
          <a:prstGeom prst="rect">
            <a:avLst/>
          </a:prstGeom>
        </p:spPr>
        <p:txBody>
          <a:bodyPr spcFirstLastPara="1" wrap="square" lIns="91425" tIns="91425" rIns="91425" bIns="91425" anchor="ctr" anchorCtr="0">
            <a:noAutofit/>
          </a:bodyPr>
          <a:lstStyle>
            <a:lvl1pPr lvl="0" rtl="0">
              <a:spcBef>
                <a:spcPts val="0"/>
              </a:spcBef>
              <a:spcAft>
                <a:spcPts val="0"/>
              </a:spcAft>
              <a:buClr>
                <a:srgbClr val="000000"/>
              </a:buClr>
              <a:buSzPts val="3600"/>
              <a:buNone/>
              <a:defRPr sz="3600"/>
            </a:lvl1pPr>
            <a:lvl2pPr lvl="1" rtl="0">
              <a:spcBef>
                <a:spcPts val="0"/>
              </a:spcBef>
              <a:spcAft>
                <a:spcPts val="0"/>
              </a:spcAft>
              <a:buClr>
                <a:schemeClr val="lt1"/>
              </a:buClr>
              <a:buSzPts val="6500"/>
              <a:buNone/>
              <a:defRPr sz="6500">
                <a:solidFill>
                  <a:schemeClr val="lt1"/>
                </a:solidFill>
              </a:defRPr>
            </a:lvl2pPr>
            <a:lvl3pPr lvl="2" rtl="0">
              <a:spcBef>
                <a:spcPts val="0"/>
              </a:spcBef>
              <a:spcAft>
                <a:spcPts val="0"/>
              </a:spcAft>
              <a:buClr>
                <a:schemeClr val="lt1"/>
              </a:buClr>
              <a:buSzPts val="6500"/>
              <a:buNone/>
              <a:defRPr sz="6500">
                <a:solidFill>
                  <a:schemeClr val="lt1"/>
                </a:solidFill>
              </a:defRPr>
            </a:lvl3pPr>
            <a:lvl4pPr lvl="3" rtl="0">
              <a:spcBef>
                <a:spcPts val="0"/>
              </a:spcBef>
              <a:spcAft>
                <a:spcPts val="0"/>
              </a:spcAft>
              <a:buClr>
                <a:schemeClr val="lt1"/>
              </a:buClr>
              <a:buSzPts val="6500"/>
              <a:buNone/>
              <a:defRPr sz="6500">
                <a:solidFill>
                  <a:schemeClr val="lt1"/>
                </a:solidFill>
              </a:defRPr>
            </a:lvl4pPr>
            <a:lvl5pPr lvl="4" rtl="0">
              <a:spcBef>
                <a:spcPts val="0"/>
              </a:spcBef>
              <a:spcAft>
                <a:spcPts val="0"/>
              </a:spcAft>
              <a:buClr>
                <a:schemeClr val="lt1"/>
              </a:buClr>
              <a:buSzPts val="6500"/>
              <a:buNone/>
              <a:defRPr sz="6500">
                <a:solidFill>
                  <a:schemeClr val="lt1"/>
                </a:solidFill>
              </a:defRPr>
            </a:lvl5pPr>
            <a:lvl6pPr lvl="5" rtl="0">
              <a:spcBef>
                <a:spcPts val="0"/>
              </a:spcBef>
              <a:spcAft>
                <a:spcPts val="0"/>
              </a:spcAft>
              <a:buClr>
                <a:schemeClr val="lt1"/>
              </a:buClr>
              <a:buSzPts val="6500"/>
              <a:buNone/>
              <a:defRPr sz="6500">
                <a:solidFill>
                  <a:schemeClr val="lt1"/>
                </a:solidFill>
              </a:defRPr>
            </a:lvl6pPr>
            <a:lvl7pPr lvl="6" rtl="0">
              <a:spcBef>
                <a:spcPts val="0"/>
              </a:spcBef>
              <a:spcAft>
                <a:spcPts val="0"/>
              </a:spcAft>
              <a:buClr>
                <a:schemeClr val="lt1"/>
              </a:buClr>
              <a:buSzPts val="6500"/>
              <a:buNone/>
              <a:defRPr sz="6500">
                <a:solidFill>
                  <a:schemeClr val="lt1"/>
                </a:solidFill>
              </a:defRPr>
            </a:lvl7pPr>
            <a:lvl8pPr lvl="7" rtl="0">
              <a:spcBef>
                <a:spcPts val="0"/>
              </a:spcBef>
              <a:spcAft>
                <a:spcPts val="0"/>
              </a:spcAft>
              <a:buClr>
                <a:schemeClr val="lt1"/>
              </a:buClr>
              <a:buSzPts val="6500"/>
              <a:buNone/>
              <a:defRPr sz="6500">
                <a:solidFill>
                  <a:schemeClr val="lt1"/>
                </a:solidFill>
              </a:defRPr>
            </a:lvl8pPr>
            <a:lvl9pPr lvl="8" rtl="0">
              <a:spcBef>
                <a:spcPts val="0"/>
              </a:spcBef>
              <a:spcAft>
                <a:spcPts val="0"/>
              </a:spcAft>
              <a:buClr>
                <a:schemeClr val="lt1"/>
              </a:buClr>
              <a:buSzPts val="6500"/>
              <a:buNone/>
              <a:defRPr sz="6500">
                <a:solidFill>
                  <a:schemeClr val="lt1"/>
                </a:solidFill>
              </a:defRPr>
            </a:lvl9pPr>
          </a:lstStyle>
          <a:p>
            <a:endParaRPr/>
          </a:p>
        </p:txBody>
      </p:sp>
      <p:sp>
        <p:nvSpPr>
          <p:cNvPr id="92" name="Google Shape;92;p15"/>
          <p:cNvSpPr txBox="1">
            <a:spLocks noGrp="1"/>
          </p:cNvSpPr>
          <p:nvPr>
            <p:ph type="title" idx="2" hasCustomPrompt="1"/>
          </p:nvPr>
        </p:nvSpPr>
        <p:spPr>
          <a:xfrm flipH="1">
            <a:off x="1180003" y="1035213"/>
            <a:ext cx="2979300" cy="754500"/>
          </a:xfrm>
          <a:prstGeom prst="rect">
            <a:avLst/>
          </a:prstGeom>
        </p:spPr>
        <p:txBody>
          <a:bodyPr spcFirstLastPara="1" wrap="square" lIns="91425" tIns="91425" rIns="91425" bIns="91425" anchor="ctr" anchorCtr="0">
            <a:noAutofit/>
          </a:bodyPr>
          <a:lstStyle>
            <a:lvl1pPr lvl="0" rtl="0">
              <a:spcBef>
                <a:spcPts val="0"/>
              </a:spcBef>
              <a:spcAft>
                <a:spcPts val="0"/>
              </a:spcAft>
              <a:buClr>
                <a:srgbClr val="000000"/>
              </a:buClr>
              <a:buSzPts val="9600"/>
              <a:buNone/>
              <a:defRPr sz="9600"/>
            </a:lvl1pPr>
            <a:lvl2pPr lvl="1"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2pPr>
            <a:lvl3pPr lvl="2"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3pPr>
            <a:lvl4pPr lvl="3"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4pPr>
            <a:lvl5pPr lvl="4"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5pPr>
            <a:lvl6pPr lvl="5"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6pPr>
            <a:lvl7pPr lvl="6"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7pPr>
            <a:lvl8pPr lvl="7"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8pPr>
            <a:lvl9pPr lvl="8"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9pPr>
          </a:lstStyle>
          <a:p>
            <a:r>
              <a:t>xx%</a:t>
            </a:r>
          </a:p>
        </p:txBody>
      </p:sp>
      <p:sp>
        <p:nvSpPr>
          <p:cNvPr id="93" name="Google Shape;93;p15"/>
          <p:cNvSpPr txBox="1">
            <a:spLocks noGrp="1"/>
          </p:cNvSpPr>
          <p:nvPr>
            <p:ph type="subTitle" idx="1"/>
          </p:nvPr>
        </p:nvSpPr>
        <p:spPr>
          <a:xfrm>
            <a:off x="1180003" y="2742989"/>
            <a:ext cx="4224900" cy="5367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200"/>
              <a:buNone/>
              <a:defRPr sz="1100"/>
            </a:lvl1pPr>
            <a:lvl2pPr lvl="1" algn="r" rtl="0">
              <a:lnSpc>
                <a:spcPct val="100000"/>
              </a:lnSpc>
              <a:spcBef>
                <a:spcPts val="0"/>
              </a:spcBef>
              <a:spcAft>
                <a:spcPts val="0"/>
              </a:spcAft>
              <a:buSzPts val="1200"/>
              <a:buNone/>
              <a:defRPr/>
            </a:lvl2pPr>
            <a:lvl3pPr lvl="2" algn="r" rtl="0">
              <a:lnSpc>
                <a:spcPct val="100000"/>
              </a:lnSpc>
              <a:spcBef>
                <a:spcPts val="0"/>
              </a:spcBef>
              <a:spcAft>
                <a:spcPts val="0"/>
              </a:spcAft>
              <a:buSzPts val="1200"/>
              <a:buNone/>
              <a:defRPr/>
            </a:lvl3pPr>
            <a:lvl4pPr lvl="3" algn="r" rtl="0">
              <a:lnSpc>
                <a:spcPct val="100000"/>
              </a:lnSpc>
              <a:spcBef>
                <a:spcPts val="0"/>
              </a:spcBef>
              <a:spcAft>
                <a:spcPts val="0"/>
              </a:spcAft>
              <a:buSzPts val="1200"/>
              <a:buNone/>
              <a:defRPr/>
            </a:lvl4pPr>
            <a:lvl5pPr lvl="4" algn="r" rtl="0">
              <a:lnSpc>
                <a:spcPct val="100000"/>
              </a:lnSpc>
              <a:spcBef>
                <a:spcPts val="0"/>
              </a:spcBef>
              <a:spcAft>
                <a:spcPts val="0"/>
              </a:spcAft>
              <a:buSzPts val="1200"/>
              <a:buNone/>
              <a:defRPr/>
            </a:lvl5pPr>
            <a:lvl6pPr lvl="5" algn="r" rtl="0">
              <a:lnSpc>
                <a:spcPct val="100000"/>
              </a:lnSpc>
              <a:spcBef>
                <a:spcPts val="0"/>
              </a:spcBef>
              <a:spcAft>
                <a:spcPts val="0"/>
              </a:spcAft>
              <a:buSzPts val="1200"/>
              <a:buNone/>
              <a:defRPr/>
            </a:lvl6pPr>
            <a:lvl7pPr lvl="6" algn="r" rtl="0">
              <a:lnSpc>
                <a:spcPct val="100000"/>
              </a:lnSpc>
              <a:spcBef>
                <a:spcPts val="0"/>
              </a:spcBef>
              <a:spcAft>
                <a:spcPts val="0"/>
              </a:spcAft>
              <a:buSzPts val="1200"/>
              <a:buNone/>
              <a:defRPr/>
            </a:lvl7pPr>
            <a:lvl8pPr lvl="7" algn="r" rtl="0">
              <a:lnSpc>
                <a:spcPct val="100000"/>
              </a:lnSpc>
              <a:spcBef>
                <a:spcPts val="0"/>
              </a:spcBef>
              <a:spcAft>
                <a:spcPts val="0"/>
              </a:spcAft>
              <a:buSzPts val="1200"/>
              <a:buNone/>
              <a:defRPr/>
            </a:lvl8pPr>
            <a:lvl9pPr lvl="8" algn="r" rtl="0">
              <a:lnSpc>
                <a:spcPct val="100000"/>
              </a:lnSpc>
              <a:spcBef>
                <a:spcPts val="0"/>
              </a:spcBef>
              <a:spcAft>
                <a:spcPts val="0"/>
              </a:spcAft>
              <a:buSzPts val="1200"/>
              <a:buNone/>
              <a:defRPr/>
            </a:lvl9pPr>
          </a:lstStyle>
          <a:p>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Four Columns">
  <p:cSld name="CUSTOM_28">
    <p:bg>
      <p:bgPr>
        <a:blipFill>
          <a:blip r:embed="rId2">
            <a:alphaModFix/>
          </a:blip>
          <a:stretch>
            <a:fillRect/>
          </a:stretch>
        </a:blipFill>
        <a:effectLst/>
      </p:bgPr>
    </p:bg>
    <p:spTree>
      <p:nvGrpSpPr>
        <p:cNvPr id="1" name="Shape 94"/>
        <p:cNvGrpSpPr/>
        <p:nvPr/>
      </p:nvGrpSpPr>
      <p:grpSpPr>
        <a:xfrm>
          <a:off x="0" y="0"/>
          <a:ext cx="0" cy="0"/>
          <a:chOff x="0" y="0"/>
          <a:chExt cx="0" cy="0"/>
        </a:xfrm>
      </p:grpSpPr>
      <p:sp>
        <p:nvSpPr>
          <p:cNvPr id="95" name="Google Shape;95;p16"/>
          <p:cNvSpPr txBox="1">
            <a:spLocks noGrp="1"/>
          </p:cNvSpPr>
          <p:nvPr>
            <p:ph type="ctrTitle"/>
          </p:nvPr>
        </p:nvSpPr>
        <p:spPr>
          <a:xfrm>
            <a:off x="1964851" y="352850"/>
            <a:ext cx="5214300" cy="9462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400"/>
              <a:buNone/>
              <a:defRPr sz="2400"/>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sp>
        <p:nvSpPr>
          <p:cNvPr id="96" name="Google Shape;96;p16"/>
          <p:cNvSpPr txBox="1">
            <a:spLocks noGrp="1"/>
          </p:cNvSpPr>
          <p:nvPr>
            <p:ph type="ctrTitle" idx="2"/>
          </p:nvPr>
        </p:nvSpPr>
        <p:spPr>
          <a:xfrm>
            <a:off x="2285760" y="1652042"/>
            <a:ext cx="1793100" cy="427500"/>
          </a:xfrm>
          <a:prstGeom prst="rect">
            <a:avLst/>
          </a:prstGeom>
        </p:spPr>
        <p:txBody>
          <a:bodyPr spcFirstLastPara="1" wrap="square" lIns="91425" tIns="91425" rIns="91425" bIns="91425" anchor="b" anchorCtr="0">
            <a:noAutofit/>
          </a:bodyPr>
          <a:lstStyle>
            <a:lvl1pPr lvl="0" rtl="0">
              <a:spcBef>
                <a:spcPts val="0"/>
              </a:spcBef>
              <a:spcAft>
                <a:spcPts val="0"/>
              </a:spcAft>
              <a:buSzPts val="1400"/>
              <a:buNone/>
              <a:defRPr sz="1400"/>
            </a:lvl1pPr>
            <a:lvl2pPr lvl="1" rtl="0">
              <a:spcBef>
                <a:spcPts val="0"/>
              </a:spcBef>
              <a:spcAft>
                <a:spcPts val="0"/>
              </a:spcAft>
              <a:buClr>
                <a:schemeClr val="accent6"/>
              </a:buClr>
              <a:buSzPts val="1400"/>
              <a:buNone/>
              <a:defRPr sz="1400">
                <a:solidFill>
                  <a:schemeClr val="accent6"/>
                </a:solidFill>
              </a:defRPr>
            </a:lvl2pPr>
            <a:lvl3pPr lvl="2" rtl="0">
              <a:spcBef>
                <a:spcPts val="0"/>
              </a:spcBef>
              <a:spcAft>
                <a:spcPts val="0"/>
              </a:spcAft>
              <a:buClr>
                <a:schemeClr val="accent6"/>
              </a:buClr>
              <a:buSzPts val="1400"/>
              <a:buNone/>
              <a:defRPr sz="1400">
                <a:solidFill>
                  <a:schemeClr val="accent6"/>
                </a:solidFill>
              </a:defRPr>
            </a:lvl3pPr>
            <a:lvl4pPr lvl="3" rtl="0">
              <a:spcBef>
                <a:spcPts val="0"/>
              </a:spcBef>
              <a:spcAft>
                <a:spcPts val="0"/>
              </a:spcAft>
              <a:buClr>
                <a:schemeClr val="accent6"/>
              </a:buClr>
              <a:buSzPts val="1400"/>
              <a:buNone/>
              <a:defRPr sz="1400">
                <a:solidFill>
                  <a:schemeClr val="accent6"/>
                </a:solidFill>
              </a:defRPr>
            </a:lvl4pPr>
            <a:lvl5pPr lvl="4" rtl="0">
              <a:spcBef>
                <a:spcPts val="0"/>
              </a:spcBef>
              <a:spcAft>
                <a:spcPts val="0"/>
              </a:spcAft>
              <a:buClr>
                <a:schemeClr val="accent6"/>
              </a:buClr>
              <a:buSzPts val="1400"/>
              <a:buNone/>
              <a:defRPr sz="1400">
                <a:solidFill>
                  <a:schemeClr val="accent6"/>
                </a:solidFill>
              </a:defRPr>
            </a:lvl5pPr>
            <a:lvl6pPr lvl="5" rtl="0">
              <a:spcBef>
                <a:spcPts val="0"/>
              </a:spcBef>
              <a:spcAft>
                <a:spcPts val="0"/>
              </a:spcAft>
              <a:buClr>
                <a:schemeClr val="accent6"/>
              </a:buClr>
              <a:buSzPts val="1400"/>
              <a:buNone/>
              <a:defRPr sz="1400">
                <a:solidFill>
                  <a:schemeClr val="accent6"/>
                </a:solidFill>
              </a:defRPr>
            </a:lvl6pPr>
            <a:lvl7pPr lvl="6" rtl="0">
              <a:spcBef>
                <a:spcPts val="0"/>
              </a:spcBef>
              <a:spcAft>
                <a:spcPts val="0"/>
              </a:spcAft>
              <a:buClr>
                <a:schemeClr val="accent6"/>
              </a:buClr>
              <a:buSzPts val="1400"/>
              <a:buNone/>
              <a:defRPr sz="1400">
                <a:solidFill>
                  <a:schemeClr val="accent6"/>
                </a:solidFill>
              </a:defRPr>
            </a:lvl7pPr>
            <a:lvl8pPr lvl="7" rtl="0">
              <a:spcBef>
                <a:spcPts val="0"/>
              </a:spcBef>
              <a:spcAft>
                <a:spcPts val="0"/>
              </a:spcAft>
              <a:buClr>
                <a:schemeClr val="accent6"/>
              </a:buClr>
              <a:buSzPts val="1400"/>
              <a:buNone/>
              <a:defRPr sz="1400">
                <a:solidFill>
                  <a:schemeClr val="accent6"/>
                </a:solidFill>
              </a:defRPr>
            </a:lvl8pPr>
            <a:lvl9pPr lvl="8" rtl="0">
              <a:spcBef>
                <a:spcPts val="0"/>
              </a:spcBef>
              <a:spcAft>
                <a:spcPts val="0"/>
              </a:spcAft>
              <a:buClr>
                <a:schemeClr val="accent6"/>
              </a:buClr>
              <a:buSzPts val="1400"/>
              <a:buNone/>
              <a:defRPr sz="1400">
                <a:solidFill>
                  <a:schemeClr val="accent6"/>
                </a:solidFill>
              </a:defRPr>
            </a:lvl9pPr>
          </a:lstStyle>
          <a:p>
            <a:endParaRPr/>
          </a:p>
        </p:txBody>
      </p:sp>
      <p:sp>
        <p:nvSpPr>
          <p:cNvPr id="97" name="Google Shape;97;p16"/>
          <p:cNvSpPr txBox="1">
            <a:spLocks noGrp="1"/>
          </p:cNvSpPr>
          <p:nvPr>
            <p:ph type="subTitle" idx="1"/>
          </p:nvPr>
        </p:nvSpPr>
        <p:spPr>
          <a:xfrm>
            <a:off x="2285760" y="1946292"/>
            <a:ext cx="1708200" cy="1003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100"/>
              <a:buNone/>
              <a:defRPr sz="1100"/>
            </a:lvl1pPr>
            <a:lvl2pPr lvl="1" rtl="0">
              <a:lnSpc>
                <a:spcPct val="100000"/>
              </a:lnSpc>
              <a:spcBef>
                <a:spcPts val="0"/>
              </a:spcBef>
              <a:spcAft>
                <a:spcPts val="0"/>
              </a:spcAft>
              <a:buSzPts val="1100"/>
              <a:buNone/>
              <a:defRPr sz="1100"/>
            </a:lvl2pPr>
            <a:lvl3pPr lvl="2" rtl="0">
              <a:lnSpc>
                <a:spcPct val="100000"/>
              </a:lnSpc>
              <a:spcBef>
                <a:spcPts val="0"/>
              </a:spcBef>
              <a:spcAft>
                <a:spcPts val="0"/>
              </a:spcAft>
              <a:buSzPts val="1100"/>
              <a:buNone/>
              <a:defRPr sz="1100"/>
            </a:lvl3pPr>
            <a:lvl4pPr lvl="3" rtl="0">
              <a:lnSpc>
                <a:spcPct val="100000"/>
              </a:lnSpc>
              <a:spcBef>
                <a:spcPts val="0"/>
              </a:spcBef>
              <a:spcAft>
                <a:spcPts val="0"/>
              </a:spcAft>
              <a:buSzPts val="1100"/>
              <a:buNone/>
              <a:defRPr sz="1100"/>
            </a:lvl4pPr>
            <a:lvl5pPr lvl="4" rtl="0">
              <a:lnSpc>
                <a:spcPct val="100000"/>
              </a:lnSpc>
              <a:spcBef>
                <a:spcPts val="0"/>
              </a:spcBef>
              <a:spcAft>
                <a:spcPts val="0"/>
              </a:spcAft>
              <a:buSzPts val="1100"/>
              <a:buNone/>
              <a:defRPr sz="1100"/>
            </a:lvl5pPr>
            <a:lvl6pPr lvl="5" rtl="0">
              <a:lnSpc>
                <a:spcPct val="100000"/>
              </a:lnSpc>
              <a:spcBef>
                <a:spcPts val="0"/>
              </a:spcBef>
              <a:spcAft>
                <a:spcPts val="0"/>
              </a:spcAft>
              <a:buSzPts val="1100"/>
              <a:buNone/>
              <a:defRPr sz="1100"/>
            </a:lvl6pPr>
            <a:lvl7pPr lvl="6" rtl="0">
              <a:lnSpc>
                <a:spcPct val="100000"/>
              </a:lnSpc>
              <a:spcBef>
                <a:spcPts val="0"/>
              </a:spcBef>
              <a:spcAft>
                <a:spcPts val="0"/>
              </a:spcAft>
              <a:buSzPts val="1100"/>
              <a:buNone/>
              <a:defRPr sz="1100"/>
            </a:lvl7pPr>
            <a:lvl8pPr lvl="7" rtl="0">
              <a:lnSpc>
                <a:spcPct val="100000"/>
              </a:lnSpc>
              <a:spcBef>
                <a:spcPts val="0"/>
              </a:spcBef>
              <a:spcAft>
                <a:spcPts val="0"/>
              </a:spcAft>
              <a:buSzPts val="1100"/>
              <a:buNone/>
              <a:defRPr sz="1100"/>
            </a:lvl8pPr>
            <a:lvl9pPr lvl="8" rtl="0">
              <a:lnSpc>
                <a:spcPct val="100000"/>
              </a:lnSpc>
              <a:spcBef>
                <a:spcPts val="0"/>
              </a:spcBef>
              <a:spcAft>
                <a:spcPts val="0"/>
              </a:spcAft>
              <a:buSzPts val="1100"/>
              <a:buNone/>
              <a:defRPr sz="1100"/>
            </a:lvl9pPr>
          </a:lstStyle>
          <a:p>
            <a:endParaRPr/>
          </a:p>
        </p:txBody>
      </p:sp>
      <p:sp>
        <p:nvSpPr>
          <p:cNvPr id="98" name="Google Shape;98;p16"/>
          <p:cNvSpPr txBox="1">
            <a:spLocks noGrp="1"/>
          </p:cNvSpPr>
          <p:nvPr>
            <p:ph type="ctrTitle" idx="3"/>
          </p:nvPr>
        </p:nvSpPr>
        <p:spPr>
          <a:xfrm>
            <a:off x="2285760" y="3570573"/>
            <a:ext cx="1793100" cy="427500"/>
          </a:xfrm>
          <a:prstGeom prst="rect">
            <a:avLst/>
          </a:prstGeom>
        </p:spPr>
        <p:txBody>
          <a:bodyPr spcFirstLastPara="1" wrap="square" lIns="91425" tIns="91425" rIns="91425" bIns="91425" anchor="b" anchorCtr="0">
            <a:noAutofit/>
          </a:bodyPr>
          <a:lstStyle>
            <a:lvl1pPr lvl="0" rtl="0">
              <a:spcBef>
                <a:spcPts val="0"/>
              </a:spcBef>
              <a:spcAft>
                <a:spcPts val="0"/>
              </a:spcAft>
              <a:buSzPts val="1400"/>
              <a:buNone/>
              <a:defRPr sz="1400"/>
            </a:lvl1pPr>
            <a:lvl2pPr lvl="1" rtl="0">
              <a:spcBef>
                <a:spcPts val="0"/>
              </a:spcBef>
              <a:spcAft>
                <a:spcPts val="0"/>
              </a:spcAft>
              <a:buClr>
                <a:schemeClr val="accent6"/>
              </a:buClr>
              <a:buSzPts val="1400"/>
              <a:buNone/>
              <a:defRPr sz="1400">
                <a:solidFill>
                  <a:schemeClr val="accent6"/>
                </a:solidFill>
              </a:defRPr>
            </a:lvl2pPr>
            <a:lvl3pPr lvl="2" rtl="0">
              <a:spcBef>
                <a:spcPts val="0"/>
              </a:spcBef>
              <a:spcAft>
                <a:spcPts val="0"/>
              </a:spcAft>
              <a:buClr>
                <a:schemeClr val="accent6"/>
              </a:buClr>
              <a:buSzPts val="1400"/>
              <a:buNone/>
              <a:defRPr sz="1400">
                <a:solidFill>
                  <a:schemeClr val="accent6"/>
                </a:solidFill>
              </a:defRPr>
            </a:lvl3pPr>
            <a:lvl4pPr lvl="3" rtl="0">
              <a:spcBef>
                <a:spcPts val="0"/>
              </a:spcBef>
              <a:spcAft>
                <a:spcPts val="0"/>
              </a:spcAft>
              <a:buClr>
                <a:schemeClr val="accent6"/>
              </a:buClr>
              <a:buSzPts val="1400"/>
              <a:buNone/>
              <a:defRPr sz="1400">
                <a:solidFill>
                  <a:schemeClr val="accent6"/>
                </a:solidFill>
              </a:defRPr>
            </a:lvl4pPr>
            <a:lvl5pPr lvl="4" rtl="0">
              <a:spcBef>
                <a:spcPts val="0"/>
              </a:spcBef>
              <a:spcAft>
                <a:spcPts val="0"/>
              </a:spcAft>
              <a:buClr>
                <a:schemeClr val="accent6"/>
              </a:buClr>
              <a:buSzPts val="1400"/>
              <a:buNone/>
              <a:defRPr sz="1400">
                <a:solidFill>
                  <a:schemeClr val="accent6"/>
                </a:solidFill>
              </a:defRPr>
            </a:lvl5pPr>
            <a:lvl6pPr lvl="5" rtl="0">
              <a:spcBef>
                <a:spcPts val="0"/>
              </a:spcBef>
              <a:spcAft>
                <a:spcPts val="0"/>
              </a:spcAft>
              <a:buClr>
                <a:schemeClr val="accent6"/>
              </a:buClr>
              <a:buSzPts val="1400"/>
              <a:buNone/>
              <a:defRPr sz="1400">
                <a:solidFill>
                  <a:schemeClr val="accent6"/>
                </a:solidFill>
              </a:defRPr>
            </a:lvl6pPr>
            <a:lvl7pPr lvl="6" rtl="0">
              <a:spcBef>
                <a:spcPts val="0"/>
              </a:spcBef>
              <a:spcAft>
                <a:spcPts val="0"/>
              </a:spcAft>
              <a:buClr>
                <a:schemeClr val="accent6"/>
              </a:buClr>
              <a:buSzPts val="1400"/>
              <a:buNone/>
              <a:defRPr sz="1400">
                <a:solidFill>
                  <a:schemeClr val="accent6"/>
                </a:solidFill>
              </a:defRPr>
            </a:lvl7pPr>
            <a:lvl8pPr lvl="7" rtl="0">
              <a:spcBef>
                <a:spcPts val="0"/>
              </a:spcBef>
              <a:spcAft>
                <a:spcPts val="0"/>
              </a:spcAft>
              <a:buClr>
                <a:schemeClr val="accent6"/>
              </a:buClr>
              <a:buSzPts val="1400"/>
              <a:buNone/>
              <a:defRPr sz="1400">
                <a:solidFill>
                  <a:schemeClr val="accent6"/>
                </a:solidFill>
              </a:defRPr>
            </a:lvl8pPr>
            <a:lvl9pPr lvl="8" rtl="0">
              <a:spcBef>
                <a:spcPts val="0"/>
              </a:spcBef>
              <a:spcAft>
                <a:spcPts val="0"/>
              </a:spcAft>
              <a:buClr>
                <a:schemeClr val="accent6"/>
              </a:buClr>
              <a:buSzPts val="1400"/>
              <a:buNone/>
              <a:defRPr sz="1400">
                <a:solidFill>
                  <a:schemeClr val="accent6"/>
                </a:solidFill>
              </a:defRPr>
            </a:lvl9pPr>
          </a:lstStyle>
          <a:p>
            <a:endParaRPr/>
          </a:p>
        </p:txBody>
      </p:sp>
      <p:sp>
        <p:nvSpPr>
          <p:cNvPr id="99" name="Google Shape;99;p16"/>
          <p:cNvSpPr txBox="1">
            <a:spLocks noGrp="1"/>
          </p:cNvSpPr>
          <p:nvPr>
            <p:ph type="subTitle" idx="4"/>
          </p:nvPr>
        </p:nvSpPr>
        <p:spPr>
          <a:xfrm>
            <a:off x="2285760" y="3864823"/>
            <a:ext cx="1708200" cy="1003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100"/>
              <a:buNone/>
              <a:defRPr sz="1100"/>
            </a:lvl1pPr>
            <a:lvl2pPr lvl="1" rtl="0">
              <a:lnSpc>
                <a:spcPct val="100000"/>
              </a:lnSpc>
              <a:spcBef>
                <a:spcPts val="0"/>
              </a:spcBef>
              <a:spcAft>
                <a:spcPts val="0"/>
              </a:spcAft>
              <a:buSzPts val="1100"/>
              <a:buNone/>
              <a:defRPr sz="1100"/>
            </a:lvl2pPr>
            <a:lvl3pPr lvl="2" rtl="0">
              <a:lnSpc>
                <a:spcPct val="100000"/>
              </a:lnSpc>
              <a:spcBef>
                <a:spcPts val="0"/>
              </a:spcBef>
              <a:spcAft>
                <a:spcPts val="0"/>
              </a:spcAft>
              <a:buSzPts val="1100"/>
              <a:buNone/>
              <a:defRPr sz="1100"/>
            </a:lvl3pPr>
            <a:lvl4pPr lvl="3" rtl="0">
              <a:lnSpc>
                <a:spcPct val="100000"/>
              </a:lnSpc>
              <a:spcBef>
                <a:spcPts val="0"/>
              </a:spcBef>
              <a:spcAft>
                <a:spcPts val="0"/>
              </a:spcAft>
              <a:buSzPts val="1100"/>
              <a:buNone/>
              <a:defRPr sz="1100"/>
            </a:lvl4pPr>
            <a:lvl5pPr lvl="4" rtl="0">
              <a:lnSpc>
                <a:spcPct val="100000"/>
              </a:lnSpc>
              <a:spcBef>
                <a:spcPts val="0"/>
              </a:spcBef>
              <a:spcAft>
                <a:spcPts val="0"/>
              </a:spcAft>
              <a:buSzPts val="1100"/>
              <a:buNone/>
              <a:defRPr sz="1100"/>
            </a:lvl5pPr>
            <a:lvl6pPr lvl="5" rtl="0">
              <a:lnSpc>
                <a:spcPct val="100000"/>
              </a:lnSpc>
              <a:spcBef>
                <a:spcPts val="0"/>
              </a:spcBef>
              <a:spcAft>
                <a:spcPts val="0"/>
              </a:spcAft>
              <a:buSzPts val="1100"/>
              <a:buNone/>
              <a:defRPr sz="1100"/>
            </a:lvl6pPr>
            <a:lvl7pPr lvl="6" rtl="0">
              <a:lnSpc>
                <a:spcPct val="100000"/>
              </a:lnSpc>
              <a:spcBef>
                <a:spcPts val="0"/>
              </a:spcBef>
              <a:spcAft>
                <a:spcPts val="0"/>
              </a:spcAft>
              <a:buSzPts val="1100"/>
              <a:buNone/>
              <a:defRPr sz="1100"/>
            </a:lvl7pPr>
            <a:lvl8pPr lvl="7" rtl="0">
              <a:lnSpc>
                <a:spcPct val="100000"/>
              </a:lnSpc>
              <a:spcBef>
                <a:spcPts val="0"/>
              </a:spcBef>
              <a:spcAft>
                <a:spcPts val="0"/>
              </a:spcAft>
              <a:buSzPts val="1100"/>
              <a:buNone/>
              <a:defRPr sz="1100"/>
            </a:lvl8pPr>
            <a:lvl9pPr lvl="8" rtl="0">
              <a:lnSpc>
                <a:spcPct val="100000"/>
              </a:lnSpc>
              <a:spcBef>
                <a:spcPts val="0"/>
              </a:spcBef>
              <a:spcAft>
                <a:spcPts val="0"/>
              </a:spcAft>
              <a:buSzPts val="1100"/>
              <a:buNone/>
              <a:defRPr sz="1100"/>
            </a:lvl9pPr>
          </a:lstStyle>
          <a:p>
            <a:endParaRPr/>
          </a:p>
        </p:txBody>
      </p:sp>
      <p:sp>
        <p:nvSpPr>
          <p:cNvPr id="100" name="Google Shape;100;p16"/>
          <p:cNvSpPr txBox="1">
            <a:spLocks noGrp="1"/>
          </p:cNvSpPr>
          <p:nvPr>
            <p:ph type="ctrTitle" idx="5"/>
          </p:nvPr>
        </p:nvSpPr>
        <p:spPr>
          <a:xfrm>
            <a:off x="5047297" y="1652042"/>
            <a:ext cx="1793100" cy="427500"/>
          </a:xfrm>
          <a:prstGeom prst="rect">
            <a:avLst/>
          </a:prstGeom>
        </p:spPr>
        <p:txBody>
          <a:bodyPr spcFirstLastPara="1" wrap="square" lIns="91425" tIns="91425" rIns="91425" bIns="91425" anchor="b" anchorCtr="0">
            <a:noAutofit/>
          </a:bodyPr>
          <a:lstStyle>
            <a:lvl1pPr lvl="0" algn="r" rtl="0">
              <a:spcBef>
                <a:spcPts val="0"/>
              </a:spcBef>
              <a:spcAft>
                <a:spcPts val="0"/>
              </a:spcAft>
              <a:buSzPts val="1400"/>
              <a:buNone/>
              <a:defRPr sz="1400"/>
            </a:lvl1pPr>
            <a:lvl2pPr lvl="1" algn="r" rtl="0">
              <a:spcBef>
                <a:spcPts val="0"/>
              </a:spcBef>
              <a:spcAft>
                <a:spcPts val="0"/>
              </a:spcAft>
              <a:buClr>
                <a:schemeClr val="accent6"/>
              </a:buClr>
              <a:buSzPts val="1400"/>
              <a:buNone/>
              <a:defRPr sz="1400">
                <a:solidFill>
                  <a:schemeClr val="accent6"/>
                </a:solidFill>
              </a:defRPr>
            </a:lvl2pPr>
            <a:lvl3pPr lvl="2" algn="r" rtl="0">
              <a:spcBef>
                <a:spcPts val="0"/>
              </a:spcBef>
              <a:spcAft>
                <a:spcPts val="0"/>
              </a:spcAft>
              <a:buClr>
                <a:schemeClr val="accent6"/>
              </a:buClr>
              <a:buSzPts val="1400"/>
              <a:buNone/>
              <a:defRPr sz="1400">
                <a:solidFill>
                  <a:schemeClr val="accent6"/>
                </a:solidFill>
              </a:defRPr>
            </a:lvl3pPr>
            <a:lvl4pPr lvl="3" algn="r" rtl="0">
              <a:spcBef>
                <a:spcPts val="0"/>
              </a:spcBef>
              <a:spcAft>
                <a:spcPts val="0"/>
              </a:spcAft>
              <a:buClr>
                <a:schemeClr val="accent6"/>
              </a:buClr>
              <a:buSzPts val="1400"/>
              <a:buNone/>
              <a:defRPr sz="1400">
                <a:solidFill>
                  <a:schemeClr val="accent6"/>
                </a:solidFill>
              </a:defRPr>
            </a:lvl4pPr>
            <a:lvl5pPr lvl="4" algn="r" rtl="0">
              <a:spcBef>
                <a:spcPts val="0"/>
              </a:spcBef>
              <a:spcAft>
                <a:spcPts val="0"/>
              </a:spcAft>
              <a:buClr>
                <a:schemeClr val="accent6"/>
              </a:buClr>
              <a:buSzPts val="1400"/>
              <a:buNone/>
              <a:defRPr sz="1400">
                <a:solidFill>
                  <a:schemeClr val="accent6"/>
                </a:solidFill>
              </a:defRPr>
            </a:lvl5pPr>
            <a:lvl6pPr lvl="5" algn="r" rtl="0">
              <a:spcBef>
                <a:spcPts val="0"/>
              </a:spcBef>
              <a:spcAft>
                <a:spcPts val="0"/>
              </a:spcAft>
              <a:buClr>
                <a:schemeClr val="accent6"/>
              </a:buClr>
              <a:buSzPts val="1400"/>
              <a:buNone/>
              <a:defRPr sz="1400">
                <a:solidFill>
                  <a:schemeClr val="accent6"/>
                </a:solidFill>
              </a:defRPr>
            </a:lvl6pPr>
            <a:lvl7pPr lvl="6" algn="r" rtl="0">
              <a:spcBef>
                <a:spcPts val="0"/>
              </a:spcBef>
              <a:spcAft>
                <a:spcPts val="0"/>
              </a:spcAft>
              <a:buClr>
                <a:schemeClr val="accent6"/>
              </a:buClr>
              <a:buSzPts val="1400"/>
              <a:buNone/>
              <a:defRPr sz="1400">
                <a:solidFill>
                  <a:schemeClr val="accent6"/>
                </a:solidFill>
              </a:defRPr>
            </a:lvl7pPr>
            <a:lvl8pPr lvl="7" algn="r" rtl="0">
              <a:spcBef>
                <a:spcPts val="0"/>
              </a:spcBef>
              <a:spcAft>
                <a:spcPts val="0"/>
              </a:spcAft>
              <a:buClr>
                <a:schemeClr val="accent6"/>
              </a:buClr>
              <a:buSzPts val="1400"/>
              <a:buNone/>
              <a:defRPr sz="1400">
                <a:solidFill>
                  <a:schemeClr val="accent6"/>
                </a:solidFill>
              </a:defRPr>
            </a:lvl8pPr>
            <a:lvl9pPr lvl="8" algn="r" rtl="0">
              <a:spcBef>
                <a:spcPts val="0"/>
              </a:spcBef>
              <a:spcAft>
                <a:spcPts val="0"/>
              </a:spcAft>
              <a:buClr>
                <a:schemeClr val="accent6"/>
              </a:buClr>
              <a:buSzPts val="1400"/>
              <a:buNone/>
              <a:defRPr sz="1400">
                <a:solidFill>
                  <a:schemeClr val="accent6"/>
                </a:solidFill>
              </a:defRPr>
            </a:lvl9pPr>
          </a:lstStyle>
          <a:p>
            <a:endParaRPr/>
          </a:p>
        </p:txBody>
      </p:sp>
      <p:sp>
        <p:nvSpPr>
          <p:cNvPr id="101" name="Google Shape;101;p16"/>
          <p:cNvSpPr txBox="1">
            <a:spLocks noGrp="1"/>
          </p:cNvSpPr>
          <p:nvPr>
            <p:ph type="subTitle" idx="6"/>
          </p:nvPr>
        </p:nvSpPr>
        <p:spPr>
          <a:xfrm>
            <a:off x="5047299" y="1946292"/>
            <a:ext cx="1793100" cy="10032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100"/>
              <a:buNone/>
              <a:defRPr sz="1100"/>
            </a:lvl1pPr>
            <a:lvl2pPr lvl="1" algn="r" rtl="0">
              <a:lnSpc>
                <a:spcPct val="100000"/>
              </a:lnSpc>
              <a:spcBef>
                <a:spcPts val="0"/>
              </a:spcBef>
              <a:spcAft>
                <a:spcPts val="0"/>
              </a:spcAft>
              <a:buSzPts val="1100"/>
              <a:buNone/>
              <a:defRPr sz="1100"/>
            </a:lvl2pPr>
            <a:lvl3pPr lvl="2" algn="r" rtl="0">
              <a:lnSpc>
                <a:spcPct val="100000"/>
              </a:lnSpc>
              <a:spcBef>
                <a:spcPts val="0"/>
              </a:spcBef>
              <a:spcAft>
                <a:spcPts val="0"/>
              </a:spcAft>
              <a:buSzPts val="1100"/>
              <a:buNone/>
              <a:defRPr sz="1100"/>
            </a:lvl3pPr>
            <a:lvl4pPr lvl="3" algn="r" rtl="0">
              <a:lnSpc>
                <a:spcPct val="100000"/>
              </a:lnSpc>
              <a:spcBef>
                <a:spcPts val="0"/>
              </a:spcBef>
              <a:spcAft>
                <a:spcPts val="0"/>
              </a:spcAft>
              <a:buSzPts val="1100"/>
              <a:buNone/>
              <a:defRPr sz="1100"/>
            </a:lvl4pPr>
            <a:lvl5pPr lvl="4" algn="r" rtl="0">
              <a:lnSpc>
                <a:spcPct val="100000"/>
              </a:lnSpc>
              <a:spcBef>
                <a:spcPts val="0"/>
              </a:spcBef>
              <a:spcAft>
                <a:spcPts val="0"/>
              </a:spcAft>
              <a:buSzPts val="1100"/>
              <a:buNone/>
              <a:defRPr sz="1100"/>
            </a:lvl5pPr>
            <a:lvl6pPr lvl="5" algn="r" rtl="0">
              <a:lnSpc>
                <a:spcPct val="100000"/>
              </a:lnSpc>
              <a:spcBef>
                <a:spcPts val="0"/>
              </a:spcBef>
              <a:spcAft>
                <a:spcPts val="0"/>
              </a:spcAft>
              <a:buSzPts val="1100"/>
              <a:buNone/>
              <a:defRPr sz="1100"/>
            </a:lvl6pPr>
            <a:lvl7pPr lvl="6" algn="r" rtl="0">
              <a:lnSpc>
                <a:spcPct val="100000"/>
              </a:lnSpc>
              <a:spcBef>
                <a:spcPts val="0"/>
              </a:spcBef>
              <a:spcAft>
                <a:spcPts val="0"/>
              </a:spcAft>
              <a:buSzPts val="1100"/>
              <a:buNone/>
              <a:defRPr sz="1100"/>
            </a:lvl7pPr>
            <a:lvl8pPr lvl="7" algn="r" rtl="0">
              <a:lnSpc>
                <a:spcPct val="100000"/>
              </a:lnSpc>
              <a:spcBef>
                <a:spcPts val="0"/>
              </a:spcBef>
              <a:spcAft>
                <a:spcPts val="0"/>
              </a:spcAft>
              <a:buSzPts val="1100"/>
              <a:buNone/>
              <a:defRPr sz="1100"/>
            </a:lvl8pPr>
            <a:lvl9pPr lvl="8" algn="r" rtl="0">
              <a:lnSpc>
                <a:spcPct val="100000"/>
              </a:lnSpc>
              <a:spcBef>
                <a:spcPts val="0"/>
              </a:spcBef>
              <a:spcAft>
                <a:spcPts val="0"/>
              </a:spcAft>
              <a:buSzPts val="1100"/>
              <a:buNone/>
              <a:defRPr sz="1100"/>
            </a:lvl9pPr>
          </a:lstStyle>
          <a:p>
            <a:endParaRPr/>
          </a:p>
        </p:txBody>
      </p:sp>
      <p:sp>
        <p:nvSpPr>
          <p:cNvPr id="102" name="Google Shape;102;p16"/>
          <p:cNvSpPr txBox="1">
            <a:spLocks noGrp="1"/>
          </p:cNvSpPr>
          <p:nvPr>
            <p:ph type="ctrTitle" idx="7"/>
          </p:nvPr>
        </p:nvSpPr>
        <p:spPr>
          <a:xfrm>
            <a:off x="5047297" y="3570573"/>
            <a:ext cx="1793100" cy="427500"/>
          </a:xfrm>
          <a:prstGeom prst="rect">
            <a:avLst/>
          </a:prstGeom>
        </p:spPr>
        <p:txBody>
          <a:bodyPr spcFirstLastPara="1" wrap="square" lIns="91425" tIns="91425" rIns="91425" bIns="91425" anchor="b" anchorCtr="0">
            <a:noAutofit/>
          </a:bodyPr>
          <a:lstStyle>
            <a:lvl1pPr lvl="0" algn="r" rtl="0">
              <a:spcBef>
                <a:spcPts val="0"/>
              </a:spcBef>
              <a:spcAft>
                <a:spcPts val="0"/>
              </a:spcAft>
              <a:buSzPts val="1400"/>
              <a:buNone/>
              <a:defRPr sz="1400"/>
            </a:lvl1pPr>
            <a:lvl2pPr lvl="1" algn="r" rtl="0">
              <a:spcBef>
                <a:spcPts val="0"/>
              </a:spcBef>
              <a:spcAft>
                <a:spcPts val="0"/>
              </a:spcAft>
              <a:buClr>
                <a:schemeClr val="accent6"/>
              </a:buClr>
              <a:buSzPts val="1400"/>
              <a:buNone/>
              <a:defRPr sz="1400">
                <a:solidFill>
                  <a:schemeClr val="accent6"/>
                </a:solidFill>
              </a:defRPr>
            </a:lvl2pPr>
            <a:lvl3pPr lvl="2" algn="r" rtl="0">
              <a:spcBef>
                <a:spcPts val="0"/>
              </a:spcBef>
              <a:spcAft>
                <a:spcPts val="0"/>
              </a:spcAft>
              <a:buClr>
                <a:schemeClr val="accent6"/>
              </a:buClr>
              <a:buSzPts val="1400"/>
              <a:buNone/>
              <a:defRPr sz="1400">
                <a:solidFill>
                  <a:schemeClr val="accent6"/>
                </a:solidFill>
              </a:defRPr>
            </a:lvl3pPr>
            <a:lvl4pPr lvl="3" algn="r" rtl="0">
              <a:spcBef>
                <a:spcPts val="0"/>
              </a:spcBef>
              <a:spcAft>
                <a:spcPts val="0"/>
              </a:spcAft>
              <a:buClr>
                <a:schemeClr val="accent6"/>
              </a:buClr>
              <a:buSzPts val="1400"/>
              <a:buNone/>
              <a:defRPr sz="1400">
                <a:solidFill>
                  <a:schemeClr val="accent6"/>
                </a:solidFill>
              </a:defRPr>
            </a:lvl4pPr>
            <a:lvl5pPr lvl="4" algn="r" rtl="0">
              <a:spcBef>
                <a:spcPts val="0"/>
              </a:spcBef>
              <a:spcAft>
                <a:spcPts val="0"/>
              </a:spcAft>
              <a:buClr>
                <a:schemeClr val="accent6"/>
              </a:buClr>
              <a:buSzPts val="1400"/>
              <a:buNone/>
              <a:defRPr sz="1400">
                <a:solidFill>
                  <a:schemeClr val="accent6"/>
                </a:solidFill>
              </a:defRPr>
            </a:lvl5pPr>
            <a:lvl6pPr lvl="5" algn="r" rtl="0">
              <a:spcBef>
                <a:spcPts val="0"/>
              </a:spcBef>
              <a:spcAft>
                <a:spcPts val="0"/>
              </a:spcAft>
              <a:buClr>
                <a:schemeClr val="accent6"/>
              </a:buClr>
              <a:buSzPts val="1400"/>
              <a:buNone/>
              <a:defRPr sz="1400">
                <a:solidFill>
                  <a:schemeClr val="accent6"/>
                </a:solidFill>
              </a:defRPr>
            </a:lvl6pPr>
            <a:lvl7pPr lvl="6" algn="r" rtl="0">
              <a:spcBef>
                <a:spcPts val="0"/>
              </a:spcBef>
              <a:spcAft>
                <a:spcPts val="0"/>
              </a:spcAft>
              <a:buClr>
                <a:schemeClr val="accent6"/>
              </a:buClr>
              <a:buSzPts val="1400"/>
              <a:buNone/>
              <a:defRPr sz="1400">
                <a:solidFill>
                  <a:schemeClr val="accent6"/>
                </a:solidFill>
              </a:defRPr>
            </a:lvl7pPr>
            <a:lvl8pPr lvl="7" algn="r" rtl="0">
              <a:spcBef>
                <a:spcPts val="0"/>
              </a:spcBef>
              <a:spcAft>
                <a:spcPts val="0"/>
              </a:spcAft>
              <a:buClr>
                <a:schemeClr val="accent6"/>
              </a:buClr>
              <a:buSzPts val="1400"/>
              <a:buNone/>
              <a:defRPr sz="1400">
                <a:solidFill>
                  <a:schemeClr val="accent6"/>
                </a:solidFill>
              </a:defRPr>
            </a:lvl8pPr>
            <a:lvl9pPr lvl="8" algn="r" rtl="0">
              <a:spcBef>
                <a:spcPts val="0"/>
              </a:spcBef>
              <a:spcAft>
                <a:spcPts val="0"/>
              </a:spcAft>
              <a:buClr>
                <a:schemeClr val="accent6"/>
              </a:buClr>
              <a:buSzPts val="1400"/>
              <a:buNone/>
              <a:defRPr sz="1400">
                <a:solidFill>
                  <a:schemeClr val="accent6"/>
                </a:solidFill>
              </a:defRPr>
            </a:lvl9pPr>
          </a:lstStyle>
          <a:p>
            <a:endParaRPr/>
          </a:p>
        </p:txBody>
      </p:sp>
      <p:sp>
        <p:nvSpPr>
          <p:cNvPr id="103" name="Google Shape;103;p16"/>
          <p:cNvSpPr txBox="1">
            <a:spLocks noGrp="1"/>
          </p:cNvSpPr>
          <p:nvPr>
            <p:ph type="subTitle" idx="8"/>
          </p:nvPr>
        </p:nvSpPr>
        <p:spPr>
          <a:xfrm>
            <a:off x="5047299" y="3864823"/>
            <a:ext cx="1793100" cy="10032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100"/>
              <a:buNone/>
              <a:defRPr sz="1100"/>
            </a:lvl1pPr>
            <a:lvl2pPr lvl="1" algn="r" rtl="0">
              <a:lnSpc>
                <a:spcPct val="100000"/>
              </a:lnSpc>
              <a:spcBef>
                <a:spcPts val="0"/>
              </a:spcBef>
              <a:spcAft>
                <a:spcPts val="0"/>
              </a:spcAft>
              <a:buSzPts val="1100"/>
              <a:buNone/>
              <a:defRPr sz="1100"/>
            </a:lvl2pPr>
            <a:lvl3pPr lvl="2" algn="r" rtl="0">
              <a:lnSpc>
                <a:spcPct val="100000"/>
              </a:lnSpc>
              <a:spcBef>
                <a:spcPts val="0"/>
              </a:spcBef>
              <a:spcAft>
                <a:spcPts val="0"/>
              </a:spcAft>
              <a:buSzPts val="1100"/>
              <a:buNone/>
              <a:defRPr sz="1100"/>
            </a:lvl3pPr>
            <a:lvl4pPr lvl="3" algn="r" rtl="0">
              <a:lnSpc>
                <a:spcPct val="100000"/>
              </a:lnSpc>
              <a:spcBef>
                <a:spcPts val="0"/>
              </a:spcBef>
              <a:spcAft>
                <a:spcPts val="0"/>
              </a:spcAft>
              <a:buSzPts val="1100"/>
              <a:buNone/>
              <a:defRPr sz="1100"/>
            </a:lvl4pPr>
            <a:lvl5pPr lvl="4" algn="r" rtl="0">
              <a:lnSpc>
                <a:spcPct val="100000"/>
              </a:lnSpc>
              <a:spcBef>
                <a:spcPts val="0"/>
              </a:spcBef>
              <a:spcAft>
                <a:spcPts val="0"/>
              </a:spcAft>
              <a:buSzPts val="1100"/>
              <a:buNone/>
              <a:defRPr sz="1100"/>
            </a:lvl5pPr>
            <a:lvl6pPr lvl="5" algn="r" rtl="0">
              <a:lnSpc>
                <a:spcPct val="100000"/>
              </a:lnSpc>
              <a:spcBef>
                <a:spcPts val="0"/>
              </a:spcBef>
              <a:spcAft>
                <a:spcPts val="0"/>
              </a:spcAft>
              <a:buSzPts val="1100"/>
              <a:buNone/>
              <a:defRPr sz="1100"/>
            </a:lvl6pPr>
            <a:lvl7pPr lvl="6" algn="r" rtl="0">
              <a:lnSpc>
                <a:spcPct val="100000"/>
              </a:lnSpc>
              <a:spcBef>
                <a:spcPts val="0"/>
              </a:spcBef>
              <a:spcAft>
                <a:spcPts val="0"/>
              </a:spcAft>
              <a:buSzPts val="1100"/>
              <a:buNone/>
              <a:defRPr sz="1100"/>
            </a:lvl7pPr>
            <a:lvl8pPr lvl="7" algn="r" rtl="0">
              <a:lnSpc>
                <a:spcPct val="100000"/>
              </a:lnSpc>
              <a:spcBef>
                <a:spcPts val="0"/>
              </a:spcBef>
              <a:spcAft>
                <a:spcPts val="0"/>
              </a:spcAft>
              <a:buSzPts val="1100"/>
              <a:buNone/>
              <a:defRPr sz="1100"/>
            </a:lvl8pPr>
            <a:lvl9pPr lvl="8" algn="r" rtl="0">
              <a:lnSpc>
                <a:spcPct val="100000"/>
              </a:lnSpc>
              <a:spcBef>
                <a:spcPts val="0"/>
              </a:spcBef>
              <a:spcAft>
                <a:spcPts val="0"/>
              </a:spcAft>
              <a:buSzPts val="1100"/>
              <a:buNone/>
              <a:defRPr sz="1100"/>
            </a:lvl9pPr>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Big title">
  <p:cSld name="CUSTOM_29">
    <p:spTree>
      <p:nvGrpSpPr>
        <p:cNvPr id="1" name="Shape 104"/>
        <p:cNvGrpSpPr/>
        <p:nvPr/>
      </p:nvGrpSpPr>
      <p:grpSpPr>
        <a:xfrm>
          <a:off x="0" y="0"/>
          <a:ext cx="0" cy="0"/>
          <a:chOff x="0" y="0"/>
          <a:chExt cx="0" cy="0"/>
        </a:xfrm>
      </p:grpSpPr>
      <p:sp>
        <p:nvSpPr>
          <p:cNvPr id="105" name="Google Shape;105;p17"/>
          <p:cNvSpPr txBox="1">
            <a:spLocks noGrp="1"/>
          </p:cNvSpPr>
          <p:nvPr>
            <p:ph type="ctrTitle"/>
          </p:nvPr>
        </p:nvSpPr>
        <p:spPr>
          <a:xfrm flipH="1">
            <a:off x="1193529" y="1611150"/>
            <a:ext cx="5195700" cy="1921200"/>
          </a:xfrm>
          <a:prstGeom prst="rect">
            <a:avLst/>
          </a:prstGeom>
        </p:spPr>
        <p:txBody>
          <a:bodyPr spcFirstLastPara="1" wrap="square" lIns="91425" tIns="91425" rIns="91425" bIns="91425" anchor="ctr" anchorCtr="0">
            <a:noAutofit/>
          </a:bodyPr>
          <a:lstStyle>
            <a:lvl1pPr lvl="0" rtl="0">
              <a:spcBef>
                <a:spcPts val="0"/>
              </a:spcBef>
              <a:spcAft>
                <a:spcPts val="0"/>
              </a:spcAft>
              <a:buSzPts val="3600"/>
              <a:buNone/>
              <a:defRPr sz="3600"/>
            </a:lvl1pPr>
            <a:lvl2pPr lvl="1" rtl="0">
              <a:spcBef>
                <a:spcPts val="0"/>
              </a:spcBef>
              <a:spcAft>
                <a:spcPts val="0"/>
              </a:spcAft>
              <a:buSzPts val="6500"/>
              <a:buNone/>
              <a:defRPr sz="6500"/>
            </a:lvl2pPr>
            <a:lvl3pPr lvl="2" rtl="0">
              <a:spcBef>
                <a:spcPts val="0"/>
              </a:spcBef>
              <a:spcAft>
                <a:spcPts val="0"/>
              </a:spcAft>
              <a:buSzPts val="6500"/>
              <a:buNone/>
              <a:defRPr sz="6500"/>
            </a:lvl3pPr>
            <a:lvl4pPr lvl="3" rtl="0">
              <a:spcBef>
                <a:spcPts val="0"/>
              </a:spcBef>
              <a:spcAft>
                <a:spcPts val="0"/>
              </a:spcAft>
              <a:buSzPts val="6500"/>
              <a:buNone/>
              <a:defRPr sz="6500"/>
            </a:lvl4pPr>
            <a:lvl5pPr lvl="4" rtl="0">
              <a:spcBef>
                <a:spcPts val="0"/>
              </a:spcBef>
              <a:spcAft>
                <a:spcPts val="0"/>
              </a:spcAft>
              <a:buSzPts val="6500"/>
              <a:buNone/>
              <a:defRPr sz="6500"/>
            </a:lvl5pPr>
            <a:lvl6pPr lvl="5" rtl="0">
              <a:spcBef>
                <a:spcPts val="0"/>
              </a:spcBef>
              <a:spcAft>
                <a:spcPts val="0"/>
              </a:spcAft>
              <a:buSzPts val="6500"/>
              <a:buNone/>
              <a:defRPr sz="6500"/>
            </a:lvl6pPr>
            <a:lvl7pPr lvl="6" rtl="0">
              <a:spcBef>
                <a:spcPts val="0"/>
              </a:spcBef>
              <a:spcAft>
                <a:spcPts val="0"/>
              </a:spcAft>
              <a:buSzPts val="6500"/>
              <a:buNone/>
              <a:defRPr sz="6500"/>
            </a:lvl7pPr>
            <a:lvl8pPr lvl="7" rtl="0">
              <a:spcBef>
                <a:spcPts val="0"/>
              </a:spcBef>
              <a:spcAft>
                <a:spcPts val="0"/>
              </a:spcAft>
              <a:buSzPts val="6500"/>
              <a:buNone/>
              <a:defRPr sz="6500"/>
            </a:lvl8pPr>
            <a:lvl9pPr lvl="8" rtl="0">
              <a:spcBef>
                <a:spcPts val="0"/>
              </a:spcBef>
              <a:spcAft>
                <a:spcPts val="0"/>
              </a:spcAft>
              <a:buSzPts val="6500"/>
              <a:buNone/>
              <a:defRPr sz="6500"/>
            </a:lvl9p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Section 5">
  <p:cSld name="CUSTOM_30">
    <p:bg>
      <p:bgPr>
        <a:blipFill>
          <a:blip r:embed="rId2">
            <a:alphaModFix/>
          </a:blip>
          <a:stretch>
            <a:fillRect/>
          </a:stretch>
        </a:blipFill>
        <a:effectLst/>
      </p:bgPr>
    </p:bg>
    <p:spTree>
      <p:nvGrpSpPr>
        <p:cNvPr id="1" name="Shape 106"/>
        <p:cNvGrpSpPr/>
        <p:nvPr/>
      </p:nvGrpSpPr>
      <p:grpSpPr>
        <a:xfrm>
          <a:off x="0" y="0"/>
          <a:ext cx="0" cy="0"/>
          <a:chOff x="0" y="0"/>
          <a:chExt cx="0" cy="0"/>
        </a:xfrm>
      </p:grpSpPr>
      <p:sp>
        <p:nvSpPr>
          <p:cNvPr id="107" name="Google Shape;107;p18"/>
          <p:cNvSpPr txBox="1">
            <a:spLocks noGrp="1"/>
          </p:cNvSpPr>
          <p:nvPr>
            <p:ph type="ctrTitle"/>
          </p:nvPr>
        </p:nvSpPr>
        <p:spPr>
          <a:xfrm flipH="1">
            <a:off x="2260329" y="2193805"/>
            <a:ext cx="5195700" cy="1921200"/>
          </a:xfrm>
          <a:prstGeom prst="rect">
            <a:avLst/>
          </a:prstGeom>
        </p:spPr>
        <p:txBody>
          <a:bodyPr spcFirstLastPara="1" wrap="square" lIns="91425" tIns="91425" rIns="91425" bIns="91425" anchor="ctr" anchorCtr="0">
            <a:noAutofit/>
          </a:bodyPr>
          <a:lstStyle>
            <a:lvl1pPr lvl="0" rtl="0">
              <a:spcBef>
                <a:spcPts val="0"/>
              </a:spcBef>
              <a:spcAft>
                <a:spcPts val="0"/>
              </a:spcAft>
              <a:buClr>
                <a:srgbClr val="000000"/>
              </a:buClr>
              <a:buSzPts val="3600"/>
              <a:buNone/>
              <a:defRPr sz="3600"/>
            </a:lvl1pPr>
            <a:lvl2pPr lvl="1" rtl="0">
              <a:spcBef>
                <a:spcPts val="0"/>
              </a:spcBef>
              <a:spcAft>
                <a:spcPts val="0"/>
              </a:spcAft>
              <a:buClr>
                <a:schemeClr val="lt1"/>
              </a:buClr>
              <a:buSzPts val="6500"/>
              <a:buNone/>
              <a:defRPr sz="6500">
                <a:solidFill>
                  <a:schemeClr val="lt1"/>
                </a:solidFill>
              </a:defRPr>
            </a:lvl2pPr>
            <a:lvl3pPr lvl="2" rtl="0">
              <a:spcBef>
                <a:spcPts val="0"/>
              </a:spcBef>
              <a:spcAft>
                <a:spcPts val="0"/>
              </a:spcAft>
              <a:buClr>
                <a:schemeClr val="lt1"/>
              </a:buClr>
              <a:buSzPts val="6500"/>
              <a:buNone/>
              <a:defRPr sz="6500">
                <a:solidFill>
                  <a:schemeClr val="lt1"/>
                </a:solidFill>
              </a:defRPr>
            </a:lvl3pPr>
            <a:lvl4pPr lvl="3" rtl="0">
              <a:spcBef>
                <a:spcPts val="0"/>
              </a:spcBef>
              <a:spcAft>
                <a:spcPts val="0"/>
              </a:spcAft>
              <a:buClr>
                <a:schemeClr val="lt1"/>
              </a:buClr>
              <a:buSzPts val="6500"/>
              <a:buNone/>
              <a:defRPr sz="6500">
                <a:solidFill>
                  <a:schemeClr val="lt1"/>
                </a:solidFill>
              </a:defRPr>
            </a:lvl4pPr>
            <a:lvl5pPr lvl="4" rtl="0">
              <a:spcBef>
                <a:spcPts val="0"/>
              </a:spcBef>
              <a:spcAft>
                <a:spcPts val="0"/>
              </a:spcAft>
              <a:buClr>
                <a:schemeClr val="lt1"/>
              </a:buClr>
              <a:buSzPts val="6500"/>
              <a:buNone/>
              <a:defRPr sz="6500">
                <a:solidFill>
                  <a:schemeClr val="lt1"/>
                </a:solidFill>
              </a:defRPr>
            </a:lvl5pPr>
            <a:lvl6pPr lvl="5" rtl="0">
              <a:spcBef>
                <a:spcPts val="0"/>
              </a:spcBef>
              <a:spcAft>
                <a:spcPts val="0"/>
              </a:spcAft>
              <a:buClr>
                <a:schemeClr val="lt1"/>
              </a:buClr>
              <a:buSzPts val="6500"/>
              <a:buNone/>
              <a:defRPr sz="6500">
                <a:solidFill>
                  <a:schemeClr val="lt1"/>
                </a:solidFill>
              </a:defRPr>
            </a:lvl6pPr>
            <a:lvl7pPr lvl="6" rtl="0">
              <a:spcBef>
                <a:spcPts val="0"/>
              </a:spcBef>
              <a:spcAft>
                <a:spcPts val="0"/>
              </a:spcAft>
              <a:buClr>
                <a:schemeClr val="lt1"/>
              </a:buClr>
              <a:buSzPts val="6500"/>
              <a:buNone/>
              <a:defRPr sz="6500">
                <a:solidFill>
                  <a:schemeClr val="lt1"/>
                </a:solidFill>
              </a:defRPr>
            </a:lvl7pPr>
            <a:lvl8pPr lvl="7" rtl="0">
              <a:spcBef>
                <a:spcPts val="0"/>
              </a:spcBef>
              <a:spcAft>
                <a:spcPts val="0"/>
              </a:spcAft>
              <a:buClr>
                <a:schemeClr val="lt1"/>
              </a:buClr>
              <a:buSzPts val="6500"/>
              <a:buNone/>
              <a:defRPr sz="6500">
                <a:solidFill>
                  <a:schemeClr val="lt1"/>
                </a:solidFill>
              </a:defRPr>
            </a:lvl8pPr>
            <a:lvl9pPr lvl="8" rtl="0">
              <a:spcBef>
                <a:spcPts val="0"/>
              </a:spcBef>
              <a:spcAft>
                <a:spcPts val="0"/>
              </a:spcAft>
              <a:buClr>
                <a:schemeClr val="lt1"/>
              </a:buClr>
              <a:buSzPts val="6500"/>
              <a:buNone/>
              <a:defRPr sz="6500">
                <a:solidFill>
                  <a:schemeClr val="lt1"/>
                </a:solidFill>
              </a:defRPr>
            </a:lvl9pPr>
          </a:lstStyle>
          <a:p>
            <a:endParaRPr/>
          </a:p>
        </p:txBody>
      </p:sp>
      <p:sp>
        <p:nvSpPr>
          <p:cNvPr id="108" name="Google Shape;108;p18"/>
          <p:cNvSpPr txBox="1">
            <a:spLocks noGrp="1"/>
          </p:cNvSpPr>
          <p:nvPr>
            <p:ph type="title" idx="2" hasCustomPrompt="1"/>
          </p:nvPr>
        </p:nvSpPr>
        <p:spPr>
          <a:xfrm flipH="1">
            <a:off x="2260329" y="1881980"/>
            <a:ext cx="2979300" cy="754500"/>
          </a:xfrm>
          <a:prstGeom prst="rect">
            <a:avLst/>
          </a:prstGeom>
        </p:spPr>
        <p:txBody>
          <a:bodyPr spcFirstLastPara="1" wrap="square" lIns="91425" tIns="91425" rIns="91425" bIns="91425" anchor="ctr" anchorCtr="0">
            <a:noAutofit/>
          </a:bodyPr>
          <a:lstStyle>
            <a:lvl1pPr lvl="0" rtl="0">
              <a:spcBef>
                <a:spcPts val="0"/>
              </a:spcBef>
              <a:spcAft>
                <a:spcPts val="0"/>
              </a:spcAft>
              <a:buClr>
                <a:srgbClr val="000000"/>
              </a:buClr>
              <a:buSzPts val="9600"/>
              <a:buNone/>
              <a:defRPr sz="9600"/>
            </a:lvl1pPr>
            <a:lvl2pPr lvl="1"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2pPr>
            <a:lvl3pPr lvl="2"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3pPr>
            <a:lvl4pPr lvl="3"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4pPr>
            <a:lvl5pPr lvl="4"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5pPr>
            <a:lvl6pPr lvl="5"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6pPr>
            <a:lvl7pPr lvl="6"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7pPr>
            <a:lvl8pPr lvl="7"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8pPr>
            <a:lvl9pPr lvl="8"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9pPr>
          </a:lstStyle>
          <a:p>
            <a:r>
              <a:t>xx%</a:t>
            </a:r>
          </a:p>
        </p:txBody>
      </p:sp>
      <p:sp>
        <p:nvSpPr>
          <p:cNvPr id="109" name="Google Shape;109;p18"/>
          <p:cNvSpPr txBox="1">
            <a:spLocks noGrp="1"/>
          </p:cNvSpPr>
          <p:nvPr>
            <p:ph type="subTitle" idx="1"/>
          </p:nvPr>
        </p:nvSpPr>
        <p:spPr>
          <a:xfrm>
            <a:off x="2260329" y="3476054"/>
            <a:ext cx="4224900" cy="5367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sz="1100"/>
            </a:lvl1pPr>
            <a:lvl2pPr lvl="1" rtl="0">
              <a:lnSpc>
                <a:spcPct val="100000"/>
              </a:lnSpc>
              <a:spcBef>
                <a:spcPts val="0"/>
              </a:spcBef>
              <a:spcAft>
                <a:spcPts val="0"/>
              </a:spcAft>
              <a:buSzPts val="1200"/>
              <a:buNone/>
              <a:defRPr/>
            </a:lvl2pPr>
            <a:lvl3pPr lvl="2" rtl="0">
              <a:lnSpc>
                <a:spcPct val="100000"/>
              </a:lnSpc>
              <a:spcBef>
                <a:spcPts val="0"/>
              </a:spcBef>
              <a:spcAft>
                <a:spcPts val="0"/>
              </a:spcAft>
              <a:buSzPts val="1200"/>
              <a:buNone/>
              <a:defRPr/>
            </a:lvl3pPr>
            <a:lvl4pPr lvl="3" rtl="0">
              <a:lnSpc>
                <a:spcPct val="100000"/>
              </a:lnSpc>
              <a:spcBef>
                <a:spcPts val="0"/>
              </a:spcBef>
              <a:spcAft>
                <a:spcPts val="0"/>
              </a:spcAft>
              <a:buSzPts val="1200"/>
              <a:buNone/>
              <a:defRPr/>
            </a:lvl4pPr>
            <a:lvl5pPr lvl="4" rtl="0">
              <a:lnSpc>
                <a:spcPct val="100000"/>
              </a:lnSpc>
              <a:spcBef>
                <a:spcPts val="0"/>
              </a:spcBef>
              <a:spcAft>
                <a:spcPts val="0"/>
              </a:spcAft>
              <a:buSzPts val="1200"/>
              <a:buNone/>
              <a:defRPr/>
            </a:lvl5pPr>
            <a:lvl6pPr lvl="5" rtl="0">
              <a:lnSpc>
                <a:spcPct val="100000"/>
              </a:lnSpc>
              <a:spcBef>
                <a:spcPts val="0"/>
              </a:spcBef>
              <a:spcAft>
                <a:spcPts val="0"/>
              </a:spcAft>
              <a:buSzPts val="1200"/>
              <a:buNone/>
              <a:defRPr/>
            </a:lvl6pPr>
            <a:lvl7pPr lvl="6" rtl="0">
              <a:lnSpc>
                <a:spcPct val="100000"/>
              </a:lnSpc>
              <a:spcBef>
                <a:spcPts val="0"/>
              </a:spcBef>
              <a:spcAft>
                <a:spcPts val="0"/>
              </a:spcAft>
              <a:buSzPts val="1200"/>
              <a:buNone/>
              <a:defRPr/>
            </a:lvl7pPr>
            <a:lvl8pPr lvl="7" rtl="0">
              <a:lnSpc>
                <a:spcPct val="100000"/>
              </a:lnSpc>
              <a:spcBef>
                <a:spcPts val="0"/>
              </a:spcBef>
              <a:spcAft>
                <a:spcPts val="0"/>
              </a:spcAft>
              <a:buSzPts val="1200"/>
              <a:buNone/>
              <a:defRPr/>
            </a:lvl8pPr>
            <a:lvl9pPr lvl="8" rtl="0">
              <a:lnSpc>
                <a:spcPct val="100000"/>
              </a:lnSpc>
              <a:spcBef>
                <a:spcPts val="0"/>
              </a:spcBef>
              <a:spcAft>
                <a:spcPts val="0"/>
              </a:spcAft>
              <a:buSzPts val="1200"/>
              <a:buNone/>
              <a:defRPr/>
            </a:lvl9pPr>
          </a:lstStyle>
          <a:p>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 Design 3">
  <p:cSld name="CUSTOM_15_1_1">
    <p:bg>
      <p:bgPr>
        <a:blipFill>
          <a:blip r:embed="rId2">
            <a:alphaModFix/>
          </a:blip>
          <a:stretch>
            <a:fillRect/>
          </a:stretch>
        </a:blipFill>
        <a:effectLst/>
      </p:bgPr>
    </p:bg>
    <p:spTree>
      <p:nvGrpSpPr>
        <p:cNvPr id="1" name="Shape 110"/>
        <p:cNvGrpSpPr/>
        <p:nvPr/>
      </p:nvGrpSpPr>
      <p:grpSpPr>
        <a:xfrm>
          <a:off x="0" y="0"/>
          <a:ext cx="0" cy="0"/>
          <a:chOff x="0" y="0"/>
          <a:chExt cx="0" cy="0"/>
        </a:xfrm>
      </p:grpSpPr>
      <p:sp>
        <p:nvSpPr>
          <p:cNvPr id="111" name="Google Shape;111;p19"/>
          <p:cNvSpPr txBox="1">
            <a:spLocks noGrp="1"/>
          </p:cNvSpPr>
          <p:nvPr>
            <p:ph type="ctrTitle"/>
          </p:nvPr>
        </p:nvSpPr>
        <p:spPr>
          <a:xfrm>
            <a:off x="1964851" y="352850"/>
            <a:ext cx="5214300" cy="9462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400"/>
              <a:buNone/>
              <a:defRPr sz="2400"/>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 Design 4">
  <p:cSld name="CUSTOM_15_1_1_1">
    <p:bg>
      <p:bgPr>
        <a:blipFill>
          <a:blip r:embed="rId2">
            <a:alphaModFix/>
          </a:blip>
          <a:stretch>
            <a:fillRect/>
          </a:stretch>
        </a:blipFill>
        <a:effectLst/>
      </p:bgPr>
    </p:bg>
    <p:spTree>
      <p:nvGrpSpPr>
        <p:cNvPr id="1" name="Shape 112"/>
        <p:cNvGrpSpPr/>
        <p:nvPr/>
      </p:nvGrpSpPr>
      <p:grpSpPr>
        <a:xfrm>
          <a:off x="0" y="0"/>
          <a:ext cx="0" cy="0"/>
          <a:chOff x="0" y="0"/>
          <a:chExt cx="0" cy="0"/>
        </a:xfrm>
      </p:grpSpPr>
      <p:sp>
        <p:nvSpPr>
          <p:cNvPr id="113" name="Google Shape;113;p20"/>
          <p:cNvSpPr txBox="1">
            <a:spLocks noGrp="1"/>
          </p:cNvSpPr>
          <p:nvPr>
            <p:ph type="ctrTitle"/>
          </p:nvPr>
        </p:nvSpPr>
        <p:spPr>
          <a:xfrm>
            <a:off x="1964851" y="352850"/>
            <a:ext cx="5214300" cy="9462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400"/>
              <a:buNone/>
              <a:defRPr sz="2400"/>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Section 6">
  <p:cSld name="CUSTOM_31">
    <p:bg>
      <p:bgPr>
        <a:blipFill>
          <a:blip r:embed="rId2">
            <a:alphaModFix/>
          </a:blip>
          <a:stretch>
            <a:fillRect/>
          </a:stretch>
        </a:blipFill>
        <a:effectLst/>
      </p:bgPr>
    </p:bg>
    <p:spTree>
      <p:nvGrpSpPr>
        <p:cNvPr id="1" name="Shape 114"/>
        <p:cNvGrpSpPr/>
        <p:nvPr/>
      </p:nvGrpSpPr>
      <p:grpSpPr>
        <a:xfrm>
          <a:off x="0" y="0"/>
          <a:ext cx="0" cy="0"/>
          <a:chOff x="0" y="0"/>
          <a:chExt cx="0" cy="0"/>
        </a:xfrm>
      </p:grpSpPr>
      <p:sp>
        <p:nvSpPr>
          <p:cNvPr id="115" name="Google Shape;115;p21"/>
          <p:cNvSpPr txBox="1">
            <a:spLocks noGrp="1"/>
          </p:cNvSpPr>
          <p:nvPr>
            <p:ph type="ctrTitle"/>
          </p:nvPr>
        </p:nvSpPr>
        <p:spPr>
          <a:xfrm flipH="1">
            <a:off x="1698072" y="2178475"/>
            <a:ext cx="5195700" cy="1921200"/>
          </a:xfrm>
          <a:prstGeom prst="rect">
            <a:avLst/>
          </a:prstGeom>
        </p:spPr>
        <p:txBody>
          <a:bodyPr spcFirstLastPara="1" wrap="square" lIns="91425" tIns="91425" rIns="91425" bIns="91425" anchor="ctr" anchorCtr="0">
            <a:noAutofit/>
          </a:bodyPr>
          <a:lstStyle>
            <a:lvl1pPr lvl="0" algn="r" rtl="0">
              <a:spcBef>
                <a:spcPts val="0"/>
              </a:spcBef>
              <a:spcAft>
                <a:spcPts val="0"/>
              </a:spcAft>
              <a:buClr>
                <a:srgbClr val="000000"/>
              </a:buClr>
              <a:buSzPts val="3600"/>
              <a:buNone/>
              <a:defRPr sz="3600"/>
            </a:lvl1pPr>
            <a:lvl2pPr lvl="1" algn="r" rtl="0">
              <a:spcBef>
                <a:spcPts val="0"/>
              </a:spcBef>
              <a:spcAft>
                <a:spcPts val="0"/>
              </a:spcAft>
              <a:buClr>
                <a:schemeClr val="lt1"/>
              </a:buClr>
              <a:buSzPts val="6500"/>
              <a:buNone/>
              <a:defRPr sz="6500">
                <a:solidFill>
                  <a:schemeClr val="lt1"/>
                </a:solidFill>
              </a:defRPr>
            </a:lvl2pPr>
            <a:lvl3pPr lvl="2" algn="r" rtl="0">
              <a:spcBef>
                <a:spcPts val="0"/>
              </a:spcBef>
              <a:spcAft>
                <a:spcPts val="0"/>
              </a:spcAft>
              <a:buClr>
                <a:schemeClr val="lt1"/>
              </a:buClr>
              <a:buSzPts val="6500"/>
              <a:buNone/>
              <a:defRPr sz="6500">
                <a:solidFill>
                  <a:schemeClr val="lt1"/>
                </a:solidFill>
              </a:defRPr>
            </a:lvl3pPr>
            <a:lvl4pPr lvl="3" algn="r" rtl="0">
              <a:spcBef>
                <a:spcPts val="0"/>
              </a:spcBef>
              <a:spcAft>
                <a:spcPts val="0"/>
              </a:spcAft>
              <a:buClr>
                <a:schemeClr val="lt1"/>
              </a:buClr>
              <a:buSzPts val="6500"/>
              <a:buNone/>
              <a:defRPr sz="6500">
                <a:solidFill>
                  <a:schemeClr val="lt1"/>
                </a:solidFill>
              </a:defRPr>
            </a:lvl4pPr>
            <a:lvl5pPr lvl="4" algn="r" rtl="0">
              <a:spcBef>
                <a:spcPts val="0"/>
              </a:spcBef>
              <a:spcAft>
                <a:spcPts val="0"/>
              </a:spcAft>
              <a:buClr>
                <a:schemeClr val="lt1"/>
              </a:buClr>
              <a:buSzPts val="6500"/>
              <a:buNone/>
              <a:defRPr sz="6500">
                <a:solidFill>
                  <a:schemeClr val="lt1"/>
                </a:solidFill>
              </a:defRPr>
            </a:lvl5pPr>
            <a:lvl6pPr lvl="5" algn="r" rtl="0">
              <a:spcBef>
                <a:spcPts val="0"/>
              </a:spcBef>
              <a:spcAft>
                <a:spcPts val="0"/>
              </a:spcAft>
              <a:buClr>
                <a:schemeClr val="lt1"/>
              </a:buClr>
              <a:buSzPts val="6500"/>
              <a:buNone/>
              <a:defRPr sz="6500">
                <a:solidFill>
                  <a:schemeClr val="lt1"/>
                </a:solidFill>
              </a:defRPr>
            </a:lvl6pPr>
            <a:lvl7pPr lvl="6" algn="r" rtl="0">
              <a:spcBef>
                <a:spcPts val="0"/>
              </a:spcBef>
              <a:spcAft>
                <a:spcPts val="0"/>
              </a:spcAft>
              <a:buClr>
                <a:schemeClr val="lt1"/>
              </a:buClr>
              <a:buSzPts val="6500"/>
              <a:buNone/>
              <a:defRPr sz="6500">
                <a:solidFill>
                  <a:schemeClr val="lt1"/>
                </a:solidFill>
              </a:defRPr>
            </a:lvl7pPr>
            <a:lvl8pPr lvl="7" algn="r" rtl="0">
              <a:spcBef>
                <a:spcPts val="0"/>
              </a:spcBef>
              <a:spcAft>
                <a:spcPts val="0"/>
              </a:spcAft>
              <a:buClr>
                <a:schemeClr val="lt1"/>
              </a:buClr>
              <a:buSzPts val="6500"/>
              <a:buNone/>
              <a:defRPr sz="6500">
                <a:solidFill>
                  <a:schemeClr val="lt1"/>
                </a:solidFill>
              </a:defRPr>
            </a:lvl8pPr>
            <a:lvl9pPr lvl="8" algn="r" rtl="0">
              <a:spcBef>
                <a:spcPts val="0"/>
              </a:spcBef>
              <a:spcAft>
                <a:spcPts val="0"/>
              </a:spcAft>
              <a:buClr>
                <a:schemeClr val="lt1"/>
              </a:buClr>
              <a:buSzPts val="6500"/>
              <a:buNone/>
              <a:defRPr sz="6500">
                <a:solidFill>
                  <a:schemeClr val="lt1"/>
                </a:solidFill>
              </a:defRPr>
            </a:lvl9pPr>
          </a:lstStyle>
          <a:p>
            <a:endParaRPr/>
          </a:p>
        </p:txBody>
      </p:sp>
      <p:sp>
        <p:nvSpPr>
          <p:cNvPr id="116" name="Google Shape;116;p21"/>
          <p:cNvSpPr txBox="1">
            <a:spLocks noGrp="1"/>
          </p:cNvSpPr>
          <p:nvPr>
            <p:ph type="title" idx="2" hasCustomPrompt="1"/>
          </p:nvPr>
        </p:nvSpPr>
        <p:spPr>
          <a:xfrm flipH="1">
            <a:off x="3914472" y="1866650"/>
            <a:ext cx="2979300" cy="754500"/>
          </a:xfrm>
          <a:prstGeom prst="rect">
            <a:avLst/>
          </a:prstGeom>
        </p:spPr>
        <p:txBody>
          <a:bodyPr spcFirstLastPara="1" wrap="square" lIns="91425" tIns="91425" rIns="91425" bIns="91425" anchor="ctr" anchorCtr="0">
            <a:noAutofit/>
          </a:bodyPr>
          <a:lstStyle>
            <a:lvl1pPr lvl="0" algn="r" rtl="0">
              <a:spcBef>
                <a:spcPts val="0"/>
              </a:spcBef>
              <a:spcAft>
                <a:spcPts val="0"/>
              </a:spcAft>
              <a:buClr>
                <a:srgbClr val="000000"/>
              </a:buClr>
              <a:buSzPts val="9600"/>
              <a:buNone/>
              <a:defRPr sz="9600"/>
            </a:lvl1pPr>
            <a:lvl2pPr lvl="1" algn="r"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2pPr>
            <a:lvl3pPr lvl="2" algn="r"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3pPr>
            <a:lvl4pPr lvl="3" algn="r"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4pPr>
            <a:lvl5pPr lvl="4" algn="r"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5pPr>
            <a:lvl6pPr lvl="5" algn="r"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6pPr>
            <a:lvl7pPr lvl="6" algn="r"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7pPr>
            <a:lvl8pPr lvl="7" algn="r"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8pPr>
            <a:lvl9pPr lvl="8" algn="r" rtl="0">
              <a:spcBef>
                <a:spcPts val="0"/>
              </a:spcBef>
              <a:spcAft>
                <a:spcPts val="0"/>
              </a:spcAft>
              <a:buClr>
                <a:schemeClr val="lt1"/>
              </a:buClr>
              <a:buSzPts val="6000"/>
              <a:buFont typeface="Fira Sans Extra Condensed Medium"/>
              <a:buNone/>
              <a:defRPr sz="6000">
                <a:solidFill>
                  <a:schemeClr val="lt1"/>
                </a:solidFill>
                <a:latin typeface="Fira Sans Extra Condensed Medium"/>
                <a:ea typeface="Fira Sans Extra Condensed Medium"/>
                <a:cs typeface="Fira Sans Extra Condensed Medium"/>
                <a:sym typeface="Fira Sans Extra Condensed Medium"/>
              </a:defRPr>
            </a:lvl9pPr>
          </a:lstStyle>
          <a:p>
            <a:r>
              <a:t>xx%</a:t>
            </a:r>
          </a:p>
        </p:txBody>
      </p:sp>
      <p:sp>
        <p:nvSpPr>
          <p:cNvPr id="117" name="Google Shape;117;p21"/>
          <p:cNvSpPr txBox="1">
            <a:spLocks noGrp="1"/>
          </p:cNvSpPr>
          <p:nvPr>
            <p:ph type="subTitle" idx="1"/>
          </p:nvPr>
        </p:nvSpPr>
        <p:spPr>
          <a:xfrm>
            <a:off x="2668872" y="3476054"/>
            <a:ext cx="4224900" cy="5367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sz="1100"/>
            </a:lvl1pPr>
            <a:lvl2pPr lvl="1" rtl="0">
              <a:lnSpc>
                <a:spcPct val="100000"/>
              </a:lnSpc>
              <a:spcBef>
                <a:spcPts val="0"/>
              </a:spcBef>
              <a:spcAft>
                <a:spcPts val="0"/>
              </a:spcAft>
              <a:buSzPts val="1200"/>
              <a:buNone/>
              <a:defRPr/>
            </a:lvl2pPr>
            <a:lvl3pPr lvl="2" rtl="0">
              <a:lnSpc>
                <a:spcPct val="100000"/>
              </a:lnSpc>
              <a:spcBef>
                <a:spcPts val="0"/>
              </a:spcBef>
              <a:spcAft>
                <a:spcPts val="0"/>
              </a:spcAft>
              <a:buSzPts val="1200"/>
              <a:buNone/>
              <a:defRPr/>
            </a:lvl3pPr>
            <a:lvl4pPr lvl="3" rtl="0">
              <a:lnSpc>
                <a:spcPct val="100000"/>
              </a:lnSpc>
              <a:spcBef>
                <a:spcPts val="0"/>
              </a:spcBef>
              <a:spcAft>
                <a:spcPts val="0"/>
              </a:spcAft>
              <a:buSzPts val="1200"/>
              <a:buNone/>
              <a:defRPr/>
            </a:lvl4pPr>
            <a:lvl5pPr lvl="4" rtl="0">
              <a:lnSpc>
                <a:spcPct val="100000"/>
              </a:lnSpc>
              <a:spcBef>
                <a:spcPts val="0"/>
              </a:spcBef>
              <a:spcAft>
                <a:spcPts val="0"/>
              </a:spcAft>
              <a:buSzPts val="1200"/>
              <a:buNone/>
              <a:defRPr/>
            </a:lvl5pPr>
            <a:lvl6pPr lvl="5" rtl="0">
              <a:lnSpc>
                <a:spcPct val="100000"/>
              </a:lnSpc>
              <a:spcBef>
                <a:spcPts val="0"/>
              </a:spcBef>
              <a:spcAft>
                <a:spcPts val="0"/>
              </a:spcAft>
              <a:buSzPts val="1200"/>
              <a:buNone/>
              <a:defRPr/>
            </a:lvl6pPr>
            <a:lvl7pPr lvl="6" rtl="0">
              <a:lnSpc>
                <a:spcPct val="100000"/>
              </a:lnSpc>
              <a:spcBef>
                <a:spcPts val="0"/>
              </a:spcBef>
              <a:spcAft>
                <a:spcPts val="0"/>
              </a:spcAft>
              <a:buSzPts val="1200"/>
              <a:buNone/>
              <a:defRPr/>
            </a:lvl7pPr>
            <a:lvl8pPr lvl="7" rtl="0">
              <a:lnSpc>
                <a:spcPct val="100000"/>
              </a:lnSpc>
              <a:spcBef>
                <a:spcPts val="0"/>
              </a:spcBef>
              <a:spcAft>
                <a:spcPts val="0"/>
              </a:spcAft>
              <a:buSzPts val="1200"/>
              <a:buNone/>
              <a:defRPr/>
            </a:lvl8pPr>
            <a:lvl9pPr lvl="8" rtl="0">
              <a:lnSpc>
                <a:spcPct val="100000"/>
              </a:lnSpc>
              <a:spcBef>
                <a:spcPts val="0"/>
              </a:spcBef>
              <a:spcAft>
                <a:spcPts val="0"/>
              </a:spcAft>
              <a:buSzPts val="1200"/>
              <a:buNone/>
              <a:defRPr/>
            </a:lvl9pPr>
          </a:lstStyle>
          <a:p>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 Design 5">
  <p:cSld name="CUSTOM_15_1_1_1_1">
    <p:bg>
      <p:bgPr>
        <a:blipFill>
          <a:blip r:embed="rId2">
            <a:alphaModFix/>
          </a:blip>
          <a:stretch>
            <a:fillRect/>
          </a:stretch>
        </a:blipFill>
        <a:effectLst/>
      </p:bgPr>
    </p:bg>
    <p:spTree>
      <p:nvGrpSpPr>
        <p:cNvPr id="1" name="Shape 118"/>
        <p:cNvGrpSpPr/>
        <p:nvPr/>
      </p:nvGrpSpPr>
      <p:grpSpPr>
        <a:xfrm>
          <a:off x="0" y="0"/>
          <a:ext cx="0" cy="0"/>
          <a:chOff x="0" y="0"/>
          <a:chExt cx="0" cy="0"/>
        </a:xfrm>
      </p:grpSpPr>
      <p:sp>
        <p:nvSpPr>
          <p:cNvPr id="119" name="Google Shape;119;p22"/>
          <p:cNvSpPr txBox="1">
            <a:spLocks noGrp="1"/>
          </p:cNvSpPr>
          <p:nvPr>
            <p:ph type="ctrTitle"/>
          </p:nvPr>
        </p:nvSpPr>
        <p:spPr>
          <a:xfrm>
            <a:off x="1964851" y="352850"/>
            <a:ext cx="5214300" cy="9462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400"/>
              <a:buNone/>
              <a:defRPr sz="2400"/>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 text">
  <p:cSld name="CUSTOM_14">
    <p:bg>
      <p:bgPr>
        <a:blipFill>
          <a:blip r:embed="rId2">
            <a:alphaModFix/>
          </a:blip>
          <a:stretch>
            <a:fillRect/>
          </a:stretch>
        </a:blipFill>
        <a:effectLst/>
      </p:bgPr>
    </p:bg>
    <p:spTree>
      <p:nvGrpSpPr>
        <p:cNvPr id="1" name="Shape 124"/>
        <p:cNvGrpSpPr/>
        <p:nvPr/>
      </p:nvGrpSpPr>
      <p:grpSpPr>
        <a:xfrm>
          <a:off x="0" y="0"/>
          <a:ext cx="0" cy="0"/>
          <a:chOff x="0" y="0"/>
          <a:chExt cx="0" cy="0"/>
        </a:xfrm>
      </p:grpSpPr>
      <p:sp>
        <p:nvSpPr>
          <p:cNvPr id="125" name="Google Shape;125;p24"/>
          <p:cNvSpPr txBox="1">
            <a:spLocks noGrp="1"/>
          </p:cNvSpPr>
          <p:nvPr>
            <p:ph type="body" idx="1"/>
          </p:nvPr>
        </p:nvSpPr>
        <p:spPr>
          <a:xfrm>
            <a:off x="642050" y="2134800"/>
            <a:ext cx="5308200" cy="1476000"/>
          </a:xfrm>
          <a:prstGeom prst="rect">
            <a:avLst/>
          </a:prstGeom>
        </p:spPr>
        <p:txBody>
          <a:bodyPr spcFirstLastPara="1" wrap="square" lIns="91425" tIns="91425" rIns="91425" bIns="91425" anchor="t" anchorCtr="0">
            <a:noAutofit/>
          </a:bodyPr>
          <a:lstStyle>
            <a:lvl1pPr marL="457200" lvl="0" indent="-304800" rtl="0">
              <a:spcBef>
                <a:spcPts val="0"/>
              </a:spcBef>
              <a:spcAft>
                <a:spcPts val="0"/>
              </a:spcAft>
              <a:buSzPts val="1200"/>
              <a:buChar char="●"/>
              <a:defRPr/>
            </a:lvl1pPr>
            <a:lvl2pPr marL="914400" lvl="1" indent="-304800" rtl="0">
              <a:spcBef>
                <a:spcPts val="1600"/>
              </a:spcBef>
              <a:spcAft>
                <a:spcPts val="0"/>
              </a:spcAft>
              <a:buSzPts val="1200"/>
              <a:buChar char="○"/>
              <a:defRPr/>
            </a:lvl2pPr>
            <a:lvl3pPr marL="1371600" lvl="2" indent="-304800" rtl="0">
              <a:spcBef>
                <a:spcPts val="1600"/>
              </a:spcBef>
              <a:spcAft>
                <a:spcPts val="0"/>
              </a:spcAft>
              <a:buSzPts val="1200"/>
              <a:buChar char="■"/>
              <a:defRPr/>
            </a:lvl3pPr>
            <a:lvl4pPr marL="1828800" lvl="3" indent="-304800" rtl="0">
              <a:spcBef>
                <a:spcPts val="1600"/>
              </a:spcBef>
              <a:spcAft>
                <a:spcPts val="0"/>
              </a:spcAft>
              <a:buSzPts val="1200"/>
              <a:buChar char="●"/>
              <a:defRPr/>
            </a:lvl4pPr>
            <a:lvl5pPr marL="2286000" lvl="4" indent="-304800" rtl="0">
              <a:spcBef>
                <a:spcPts val="1600"/>
              </a:spcBef>
              <a:spcAft>
                <a:spcPts val="0"/>
              </a:spcAft>
              <a:buSzPts val="1200"/>
              <a:buChar char="○"/>
              <a:defRPr/>
            </a:lvl5pPr>
            <a:lvl6pPr marL="2743200" lvl="5" indent="-304800" rtl="0">
              <a:spcBef>
                <a:spcPts val="1600"/>
              </a:spcBef>
              <a:spcAft>
                <a:spcPts val="0"/>
              </a:spcAft>
              <a:buSzPts val="1200"/>
              <a:buChar char="■"/>
              <a:defRPr/>
            </a:lvl6pPr>
            <a:lvl7pPr marL="3200400" lvl="6" indent="-304800" rtl="0">
              <a:spcBef>
                <a:spcPts val="1600"/>
              </a:spcBef>
              <a:spcAft>
                <a:spcPts val="0"/>
              </a:spcAft>
              <a:buSzPts val="1200"/>
              <a:buChar char="●"/>
              <a:defRPr/>
            </a:lvl7pPr>
            <a:lvl8pPr marL="3657600" lvl="7" indent="-304800" rtl="0">
              <a:spcBef>
                <a:spcPts val="1600"/>
              </a:spcBef>
              <a:spcAft>
                <a:spcPts val="0"/>
              </a:spcAft>
              <a:buSzPts val="1200"/>
              <a:buChar char="○"/>
              <a:defRPr/>
            </a:lvl8pPr>
            <a:lvl9pPr marL="4114800" lvl="8" indent="-304800" rtl="0">
              <a:spcBef>
                <a:spcPts val="1600"/>
              </a:spcBef>
              <a:spcAft>
                <a:spcPts val="1600"/>
              </a:spcAft>
              <a:buSzPts val="1200"/>
              <a:buChar char="■"/>
              <a:defRPr/>
            </a:lvl9pPr>
          </a:lstStyle>
          <a:p>
            <a:endParaRPr/>
          </a:p>
        </p:txBody>
      </p:sp>
      <p:sp>
        <p:nvSpPr>
          <p:cNvPr id="126" name="Google Shape;126;p24"/>
          <p:cNvSpPr txBox="1">
            <a:spLocks noGrp="1"/>
          </p:cNvSpPr>
          <p:nvPr>
            <p:ph type="ctrTitle"/>
          </p:nvPr>
        </p:nvSpPr>
        <p:spPr>
          <a:xfrm>
            <a:off x="1964851" y="352850"/>
            <a:ext cx="5214300" cy="9462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400"/>
              <a:buNone/>
              <a:defRPr sz="2400"/>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Blank slide">
  <p:cSld name="CUSTOM_33">
    <p:bg>
      <p:bgPr>
        <a:noFill/>
        <a:effectLst/>
      </p:bgPr>
    </p:bg>
    <p:spTree>
      <p:nvGrpSpPr>
        <p:cNvPr id="1" name="Shape 127"/>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slide" type="title">
  <p:cSld name="TITLE">
    <p:bg>
      <p:bgPr>
        <a:blipFill>
          <a:blip r:embed="rId2">
            <a:alphaModFix/>
          </a:blip>
          <a:stretch>
            <a:fillRect/>
          </a:stretch>
        </a:blipFill>
        <a:effectLst/>
      </p:bgPr>
    </p:bg>
    <p:spTree>
      <p:nvGrpSpPr>
        <p:cNvPr id="1" name="Shape 128"/>
        <p:cNvGrpSpPr/>
        <p:nvPr/>
      </p:nvGrpSpPr>
      <p:grpSpPr>
        <a:xfrm>
          <a:off x="0" y="0"/>
          <a:ext cx="0" cy="0"/>
          <a:chOff x="0" y="0"/>
          <a:chExt cx="0" cy="0"/>
        </a:xfrm>
      </p:grpSpPr>
      <p:sp>
        <p:nvSpPr>
          <p:cNvPr id="129" name="Google Shape;129;p26"/>
          <p:cNvSpPr txBox="1">
            <a:spLocks noGrp="1"/>
          </p:cNvSpPr>
          <p:nvPr>
            <p:ph type="ctrTitle"/>
          </p:nvPr>
        </p:nvSpPr>
        <p:spPr>
          <a:xfrm>
            <a:off x="1135981" y="1393699"/>
            <a:ext cx="6886800" cy="1782300"/>
          </a:xfrm>
          <a:prstGeom prst="rect">
            <a:avLst/>
          </a:prstGeom>
        </p:spPr>
        <p:txBody>
          <a:bodyPr spcFirstLastPara="1" wrap="square" lIns="91425" tIns="91425" rIns="91425" bIns="91425" anchor="b" anchorCtr="0">
            <a:noAutofit/>
          </a:bodyPr>
          <a:lstStyle>
            <a:lvl1pPr lvl="0" algn="r" rtl="0">
              <a:spcBef>
                <a:spcPts val="0"/>
              </a:spcBef>
              <a:spcAft>
                <a:spcPts val="0"/>
              </a:spcAft>
              <a:buSzPts val="6000"/>
              <a:buNone/>
              <a:defRPr sz="4800"/>
            </a:lvl1pPr>
            <a:lvl2pPr lvl="1" rtl="0">
              <a:spcBef>
                <a:spcPts val="0"/>
              </a:spcBef>
              <a:spcAft>
                <a:spcPts val="0"/>
              </a:spcAft>
              <a:buSzPts val="5200"/>
              <a:buNone/>
              <a:defRPr sz="5200"/>
            </a:lvl2pPr>
            <a:lvl3pPr lvl="2" rtl="0">
              <a:spcBef>
                <a:spcPts val="0"/>
              </a:spcBef>
              <a:spcAft>
                <a:spcPts val="0"/>
              </a:spcAft>
              <a:buSzPts val="5200"/>
              <a:buNone/>
              <a:defRPr sz="5200"/>
            </a:lvl3pPr>
            <a:lvl4pPr lvl="3" rtl="0">
              <a:spcBef>
                <a:spcPts val="0"/>
              </a:spcBef>
              <a:spcAft>
                <a:spcPts val="0"/>
              </a:spcAft>
              <a:buSzPts val="5200"/>
              <a:buNone/>
              <a:defRPr sz="5200"/>
            </a:lvl4pPr>
            <a:lvl5pPr lvl="4" rtl="0">
              <a:spcBef>
                <a:spcPts val="0"/>
              </a:spcBef>
              <a:spcAft>
                <a:spcPts val="0"/>
              </a:spcAft>
              <a:buSzPts val="5200"/>
              <a:buNone/>
              <a:defRPr sz="5200"/>
            </a:lvl5pPr>
            <a:lvl6pPr lvl="5" rtl="0">
              <a:spcBef>
                <a:spcPts val="0"/>
              </a:spcBef>
              <a:spcAft>
                <a:spcPts val="0"/>
              </a:spcAft>
              <a:buSzPts val="5200"/>
              <a:buNone/>
              <a:defRPr sz="5200"/>
            </a:lvl6pPr>
            <a:lvl7pPr lvl="6" rtl="0">
              <a:spcBef>
                <a:spcPts val="0"/>
              </a:spcBef>
              <a:spcAft>
                <a:spcPts val="0"/>
              </a:spcAft>
              <a:buSzPts val="5200"/>
              <a:buNone/>
              <a:defRPr sz="5200"/>
            </a:lvl7pPr>
            <a:lvl8pPr lvl="7" rtl="0">
              <a:spcBef>
                <a:spcPts val="0"/>
              </a:spcBef>
              <a:spcAft>
                <a:spcPts val="0"/>
              </a:spcAft>
              <a:buSzPts val="5200"/>
              <a:buNone/>
              <a:defRPr sz="5200"/>
            </a:lvl8pPr>
            <a:lvl9pPr lvl="8" rtl="0">
              <a:spcBef>
                <a:spcPts val="0"/>
              </a:spcBef>
              <a:spcAft>
                <a:spcPts val="0"/>
              </a:spcAft>
              <a:buSzPts val="5200"/>
              <a:buNone/>
              <a:defRPr sz="5200"/>
            </a:lvl9pPr>
          </a:lstStyle>
          <a:p>
            <a:endParaRPr/>
          </a:p>
        </p:txBody>
      </p:sp>
      <p:sp>
        <p:nvSpPr>
          <p:cNvPr id="130" name="Google Shape;130;p26"/>
          <p:cNvSpPr txBox="1">
            <a:spLocks noGrp="1"/>
          </p:cNvSpPr>
          <p:nvPr>
            <p:ph type="subTitle" idx="1"/>
          </p:nvPr>
        </p:nvSpPr>
        <p:spPr>
          <a:xfrm>
            <a:off x="3670681" y="2933522"/>
            <a:ext cx="4352100" cy="717000"/>
          </a:xfrm>
          <a:prstGeom prst="rect">
            <a:avLst/>
          </a:prstGeom>
        </p:spPr>
        <p:txBody>
          <a:bodyPr spcFirstLastPara="1" wrap="square" lIns="91425" tIns="91425" rIns="91425" bIns="91425" anchor="b" anchorCtr="0">
            <a:noAutofit/>
          </a:bodyPr>
          <a:lstStyle>
            <a:lvl1pPr lvl="0" algn="r" rtl="0">
              <a:lnSpc>
                <a:spcPct val="100000"/>
              </a:lnSpc>
              <a:spcBef>
                <a:spcPts val="0"/>
              </a:spcBef>
              <a:spcAft>
                <a:spcPts val="0"/>
              </a:spcAft>
              <a:buSzPts val="1200"/>
              <a:buFont typeface="Roboto Condensed Light"/>
              <a:buNone/>
              <a:defRPr sz="1400">
                <a:latin typeface="Roboto Condensed Light"/>
                <a:ea typeface="Roboto Condensed Light"/>
                <a:cs typeface="Roboto Condensed Light"/>
                <a:sym typeface="Roboto Condensed Light"/>
              </a:defRPr>
            </a:lvl1pPr>
            <a:lvl2pPr lvl="1" algn="r" rtl="0">
              <a:lnSpc>
                <a:spcPct val="100000"/>
              </a:lnSpc>
              <a:spcBef>
                <a:spcPts val="0"/>
              </a:spcBef>
              <a:spcAft>
                <a:spcPts val="0"/>
              </a:spcAft>
              <a:buSzPts val="2800"/>
              <a:buNone/>
              <a:defRPr sz="2800"/>
            </a:lvl2pPr>
            <a:lvl3pPr lvl="2" algn="r" rtl="0">
              <a:lnSpc>
                <a:spcPct val="100000"/>
              </a:lnSpc>
              <a:spcBef>
                <a:spcPts val="0"/>
              </a:spcBef>
              <a:spcAft>
                <a:spcPts val="0"/>
              </a:spcAft>
              <a:buSzPts val="2800"/>
              <a:buNone/>
              <a:defRPr sz="2800"/>
            </a:lvl3pPr>
            <a:lvl4pPr lvl="3" algn="r" rtl="0">
              <a:lnSpc>
                <a:spcPct val="100000"/>
              </a:lnSpc>
              <a:spcBef>
                <a:spcPts val="0"/>
              </a:spcBef>
              <a:spcAft>
                <a:spcPts val="0"/>
              </a:spcAft>
              <a:buSzPts val="2800"/>
              <a:buNone/>
              <a:defRPr sz="2800"/>
            </a:lvl4pPr>
            <a:lvl5pPr lvl="4" algn="r" rtl="0">
              <a:lnSpc>
                <a:spcPct val="100000"/>
              </a:lnSpc>
              <a:spcBef>
                <a:spcPts val="0"/>
              </a:spcBef>
              <a:spcAft>
                <a:spcPts val="0"/>
              </a:spcAft>
              <a:buSzPts val="2800"/>
              <a:buNone/>
              <a:defRPr sz="2800"/>
            </a:lvl5pPr>
            <a:lvl6pPr lvl="5" algn="r" rtl="0">
              <a:lnSpc>
                <a:spcPct val="100000"/>
              </a:lnSpc>
              <a:spcBef>
                <a:spcPts val="0"/>
              </a:spcBef>
              <a:spcAft>
                <a:spcPts val="0"/>
              </a:spcAft>
              <a:buSzPts val="2800"/>
              <a:buNone/>
              <a:defRPr sz="2800"/>
            </a:lvl6pPr>
            <a:lvl7pPr lvl="6" algn="r" rtl="0">
              <a:lnSpc>
                <a:spcPct val="100000"/>
              </a:lnSpc>
              <a:spcBef>
                <a:spcPts val="0"/>
              </a:spcBef>
              <a:spcAft>
                <a:spcPts val="0"/>
              </a:spcAft>
              <a:buSzPts val="2800"/>
              <a:buNone/>
              <a:defRPr sz="2800"/>
            </a:lvl7pPr>
            <a:lvl8pPr lvl="7" algn="r" rtl="0">
              <a:lnSpc>
                <a:spcPct val="100000"/>
              </a:lnSpc>
              <a:spcBef>
                <a:spcPts val="0"/>
              </a:spcBef>
              <a:spcAft>
                <a:spcPts val="0"/>
              </a:spcAft>
              <a:buSzPts val="2800"/>
              <a:buNone/>
              <a:defRPr sz="2800"/>
            </a:lvl8pPr>
            <a:lvl9pPr lvl="8" algn="r" rtl="0">
              <a:lnSpc>
                <a:spcPct val="100000"/>
              </a:lnSpc>
              <a:spcBef>
                <a:spcPts val="0"/>
              </a:spcBef>
              <a:spcAft>
                <a:spcPts val="0"/>
              </a:spcAft>
              <a:buSzPts val="2800"/>
              <a:buNone/>
              <a:defRPr sz="2800"/>
            </a:lvl9pPr>
          </a:lstStyle>
          <a:p>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Section header 1">
  <p:cSld name="CUSTOM_3">
    <p:bg>
      <p:bgPr>
        <a:blipFill>
          <a:blip r:embed="rId2">
            <a:alphaModFix/>
          </a:blip>
          <a:stretch>
            <a:fillRect/>
          </a:stretch>
        </a:blipFill>
        <a:effectLst/>
      </p:bgPr>
    </p:bg>
    <p:spTree>
      <p:nvGrpSpPr>
        <p:cNvPr id="1" name="Shape 131"/>
        <p:cNvGrpSpPr/>
        <p:nvPr/>
      </p:nvGrpSpPr>
      <p:grpSpPr>
        <a:xfrm>
          <a:off x="0" y="0"/>
          <a:ext cx="0" cy="0"/>
          <a:chOff x="0" y="0"/>
          <a:chExt cx="0" cy="0"/>
        </a:xfrm>
      </p:grpSpPr>
      <p:sp>
        <p:nvSpPr>
          <p:cNvPr id="132" name="Google Shape;132;p27"/>
          <p:cNvSpPr txBox="1">
            <a:spLocks noGrp="1"/>
          </p:cNvSpPr>
          <p:nvPr>
            <p:ph type="ctrTitle"/>
          </p:nvPr>
        </p:nvSpPr>
        <p:spPr>
          <a:xfrm flipH="1">
            <a:off x="2747779" y="2635675"/>
            <a:ext cx="5195700" cy="1921200"/>
          </a:xfrm>
          <a:prstGeom prst="rect">
            <a:avLst/>
          </a:prstGeom>
        </p:spPr>
        <p:txBody>
          <a:bodyPr spcFirstLastPara="1" wrap="square" lIns="91425" tIns="91425" rIns="91425" bIns="91425" anchor="ctr" anchorCtr="0">
            <a:noAutofit/>
          </a:bodyPr>
          <a:lstStyle>
            <a:lvl1pPr lvl="0" algn="r" rtl="0">
              <a:spcBef>
                <a:spcPts val="0"/>
              </a:spcBef>
              <a:spcAft>
                <a:spcPts val="0"/>
              </a:spcAft>
              <a:buClr>
                <a:srgbClr val="000000"/>
              </a:buClr>
              <a:buSzPts val="3600"/>
              <a:buNone/>
              <a:defRPr sz="3600"/>
            </a:lvl1pPr>
            <a:lvl2pPr lvl="1" algn="r" rtl="0">
              <a:spcBef>
                <a:spcPts val="0"/>
              </a:spcBef>
              <a:spcAft>
                <a:spcPts val="0"/>
              </a:spcAft>
              <a:buClr>
                <a:srgbClr val="FFFFFF"/>
              </a:buClr>
              <a:buSzPts val="6500"/>
              <a:buNone/>
              <a:defRPr sz="6500">
                <a:solidFill>
                  <a:srgbClr val="FFFFFF"/>
                </a:solidFill>
              </a:defRPr>
            </a:lvl2pPr>
            <a:lvl3pPr lvl="2" algn="r" rtl="0">
              <a:spcBef>
                <a:spcPts val="0"/>
              </a:spcBef>
              <a:spcAft>
                <a:spcPts val="0"/>
              </a:spcAft>
              <a:buClr>
                <a:srgbClr val="FFFFFF"/>
              </a:buClr>
              <a:buSzPts val="6500"/>
              <a:buNone/>
              <a:defRPr sz="6500">
                <a:solidFill>
                  <a:srgbClr val="FFFFFF"/>
                </a:solidFill>
              </a:defRPr>
            </a:lvl3pPr>
            <a:lvl4pPr lvl="3" algn="r" rtl="0">
              <a:spcBef>
                <a:spcPts val="0"/>
              </a:spcBef>
              <a:spcAft>
                <a:spcPts val="0"/>
              </a:spcAft>
              <a:buClr>
                <a:srgbClr val="FFFFFF"/>
              </a:buClr>
              <a:buSzPts val="6500"/>
              <a:buNone/>
              <a:defRPr sz="6500">
                <a:solidFill>
                  <a:srgbClr val="FFFFFF"/>
                </a:solidFill>
              </a:defRPr>
            </a:lvl4pPr>
            <a:lvl5pPr lvl="4" algn="r" rtl="0">
              <a:spcBef>
                <a:spcPts val="0"/>
              </a:spcBef>
              <a:spcAft>
                <a:spcPts val="0"/>
              </a:spcAft>
              <a:buClr>
                <a:srgbClr val="FFFFFF"/>
              </a:buClr>
              <a:buSzPts val="6500"/>
              <a:buNone/>
              <a:defRPr sz="6500">
                <a:solidFill>
                  <a:srgbClr val="FFFFFF"/>
                </a:solidFill>
              </a:defRPr>
            </a:lvl5pPr>
            <a:lvl6pPr lvl="5" algn="r" rtl="0">
              <a:spcBef>
                <a:spcPts val="0"/>
              </a:spcBef>
              <a:spcAft>
                <a:spcPts val="0"/>
              </a:spcAft>
              <a:buClr>
                <a:srgbClr val="FFFFFF"/>
              </a:buClr>
              <a:buSzPts val="6500"/>
              <a:buNone/>
              <a:defRPr sz="6500">
                <a:solidFill>
                  <a:srgbClr val="FFFFFF"/>
                </a:solidFill>
              </a:defRPr>
            </a:lvl6pPr>
            <a:lvl7pPr lvl="6" algn="r" rtl="0">
              <a:spcBef>
                <a:spcPts val="0"/>
              </a:spcBef>
              <a:spcAft>
                <a:spcPts val="0"/>
              </a:spcAft>
              <a:buClr>
                <a:srgbClr val="FFFFFF"/>
              </a:buClr>
              <a:buSzPts val="6500"/>
              <a:buNone/>
              <a:defRPr sz="6500">
                <a:solidFill>
                  <a:srgbClr val="FFFFFF"/>
                </a:solidFill>
              </a:defRPr>
            </a:lvl7pPr>
            <a:lvl8pPr lvl="7" algn="r" rtl="0">
              <a:spcBef>
                <a:spcPts val="0"/>
              </a:spcBef>
              <a:spcAft>
                <a:spcPts val="0"/>
              </a:spcAft>
              <a:buClr>
                <a:srgbClr val="FFFFFF"/>
              </a:buClr>
              <a:buSzPts val="6500"/>
              <a:buNone/>
              <a:defRPr sz="6500">
                <a:solidFill>
                  <a:srgbClr val="FFFFFF"/>
                </a:solidFill>
              </a:defRPr>
            </a:lvl8pPr>
            <a:lvl9pPr lvl="8" algn="r" rtl="0">
              <a:spcBef>
                <a:spcPts val="0"/>
              </a:spcBef>
              <a:spcAft>
                <a:spcPts val="0"/>
              </a:spcAft>
              <a:buClr>
                <a:srgbClr val="FFFFFF"/>
              </a:buClr>
              <a:buSzPts val="6500"/>
              <a:buNone/>
              <a:defRPr sz="6500">
                <a:solidFill>
                  <a:srgbClr val="FFFFFF"/>
                </a:solidFill>
              </a:defRPr>
            </a:lvl9pPr>
          </a:lstStyle>
          <a:p>
            <a:endParaRPr/>
          </a:p>
        </p:txBody>
      </p:sp>
      <p:sp>
        <p:nvSpPr>
          <p:cNvPr id="133" name="Google Shape;133;p27"/>
          <p:cNvSpPr txBox="1">
            <a:spLocks noGrp="1"/>
          </p:cNvSpPr>
          <p:nvPr>
            <p:ph type="title" idx="2" hasCustomPrompt="1"/>
          </p:nvPr>
        </p:nvSpPr>
        <p:spPr>
          <a:xfrm flipH="1">
            <a:off x="4964179" y="2323850"/>
            <a:ext cx="2979300" cy="754500"/>
          </a:xfrm>
          <a:prstGeom prst="rect">
            <a:avLst/>
          </a:prstGeom>
        </p:spPr>
        <p:txBody>
          <a:bodyPr spcFirstLastPara="1" wrap="square" lIns="91425" tIns="91425" rIns="91425" bIns="91425" anchor="ctr" anchorCtr="0">
            <a:noAutofit/>
          </a:bodyPr>
          <a:lstStyle>
            <a:lvl1pPr lvl="0" algn="r" rtl="0">
              <a:spcBef>
                <a:spcPts val="0"/>
              </a:spcBef>
              <a:spcAft>
                <a:spcPts val="0"/>
              </a:spcAft>
              <a:buClr>
                <a:srgbClr val="000000"/>
              </a:buClr>
              <a:buSzPts val="9600"/>
              <a:buNone/>
              <a:defRPr sz="9600"/>
            </a:lvl1pPr>
            <a:lvl2pPr lvl="1" algn="r"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2pPr>
            <a:lvl3pPr lvl="2" algn="r"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3pPr>
            <a:lvl4pPr lvl="3" algn="r"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4pPr>
            <a:lvl5pPr lvl="4" algn="r"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5pPr>
            <a:lvl6pPr lvl="5" algn="r"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6pPr>
            <a:lvl7pPr lvl="6" algn="r"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7pPr>
            <a:lvl8pPr lvl="7" algn="r"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8pPr>
            <a:lvl9pPr lvl="8" algn="r"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9pPr>
          </a:lstStyle>
          <a:p>
            <a:r>
              <a:t>xx%</a:t>
            </a:r>
          </a:p>
        </p:txBody>
      </p:sp>
      <p:sp>
        <p:nvSpPr>
          <p:cNvPr id="134" name="Google Shape;134;p27"/>
          <p:cNvSpPr txBox="1">
            <a:spLocks noGrp="1"/>
          </p:cNvSpPr>
          <p:nvPr>
            <p:ph type="subTitle" idx="1"/>
          </p:nvPr>
        </p:nvSpPr>
        <p:spPr>
          <a:xfrm>
            <a:off x="3718579" y="4030481"/>
            <a:ext cx="4224900" cy="5367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200"/>
              <a:buNone/>
              <a:defRPr sz="1400"/>
            </a:lvl1pPr>
            <a:lvl2pPr lvl="1" rtl="0">
              <a:lnSpc>
                <a:spcPct val="100000"/>
              </a:lnSpc>
              <a:spcBef>
                <a:spcPts val="0"/>
              </a:spcBef>
              <a:spcAft>
                <a:spcPts val="0"/>
              </a:spcAft>
              <a:buSzPts val="1200"/>
              <a:buNone/>
              <a:defRPr/>
            </a:lvl2pPr>
            <a:lvl3pPr lvl="2" rtl="0">
              <a:lnSpc>
                <a:spcPct val="100000"/>
              </a:lnSpc>
              <a:spcBef>
                <a:spcPts val="0"/>
              </a:spcBef>
              <a:spcAft>
                <a:spcPts val="0"/>
              </a:spcAft>
              <a:buSzPts val="1200"/>
              <a:buNone/>
              <a:defRPr/>
            </a:lvl3pPr>
            <a:lvl4pPr lvl="3" rtl="0">
              <a:lnSpc>
                <a:spcPct val="100000"/>
              </a:lnSpc>
              <a:spcBef>
                <a:spcPts val="0"/>
              </a:spcBef>
              <a:spcAft>
                <a:spcPts val="0"/>
              </a:spcAft>
              <a:buSzPts val="1200"/>
              <a:buNone/>
              <a:defRPr/>
            </a:lvl4pPr>
            <a:lvl5pPr lvl="4" rtl="0">
              <a:lnSpc>
                <a:spcPct val="100000"/>
              </a:lnSpc>
              <a:spcBef>
                <a:spcPts val="0"/>
              </a:spcBef>
              <a:spcAft>
                <a:spcPts val="0"/>
              </a:spcAft>
              <a:buSzPts val="1200"/>
              <a:buNone/>
              <a:defRPr/>
            </a:lvl5pPr>
            <a:lvl6pPr lvl="5" rtl="0">
              <a:lnSpc>
                <a:spcPct val="100000"/>
              </a:lnSpc>
              <a:spcBef>
                <a:spcPts val="0"/>
              </a:spcBef>
              <a:spcAft>
                <a:spcPts val="0"/>
              </a:spcAft>
              <a:buSzPts val="1200"/>
              <a:buNone/>
              <a:defRPr/>
            </a:lvl6pPr>
            <a:lvl7pPr lvl="6" rtl="0">
              <a:lnSpc>
                <a:spcPct val="100000"/>
              </a:lnSpc>
              <a:spcBef>
                <a:spcPts val="0"/>
              </a:spcBef>
              <a:spcAft>
                <a:spcPts val="0"/>
              </a:spcAft>
              <a:buSzPts val="1200"/>
              <a:buNone/>
              <a:defRPr/>
            </a:lvl7pPr>
            <a:lvl8pPr lvl="7" rtl="0">
              <a:lnSpc>
                <a:spcPct val="100000"/>
              </a:lnSpc>
              <a:spcBef>
                <a:spcPts val="0"/>
              </a:spcBef>
              <a:spcAft>
                <a:spcPts val="0"/>
              </a:spcAft>
              <a:buSzPts val="1200"/>
              <a:buNone/>
              <a:defRPr/>
            </a:lvl8pPr>
            <a:lvl9pPr lvl="8" rtl="0">
              <a:lnSpc>
                <a:spcPct val="100000"/>
              </a:lnSpc>
              <a:spcBef>
                <a:spcPts val="0"/>
              </a:spcBef>
              <a:spcAft>
                <a:spcPts val="0"/>
              </a:spcAft>
              <a:buSzPts val="1200"/>
              <a:buNone/>
              <a:defRPr/>
            </a:lvl9pPr>
          </a:lstStyle>
          <a:p>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bg>
      <p:bgPr>
        <a:blipFill>
          <a:blip r:embed="rId2">
            <a:alphaModFix/>
          </a:blip>
          <a:stretch>
            <a:fillRect/>
          </a:stretch>
        </a:blipFill>
        <a:effectLst/>
      </p:bgPr>
    </p:bg>
    <p:spTree>
      <p:nvGrpSpPr>
        <p:cNvPr id="1" name="Shape 135"/>
        <p:cNvGrpSpPr/>
        <p:nvPr/>
      </p:nvGrpSpPr>
      <p:grpSpPr>
        <a:xfrm>
          <a:off x="0" y="0"/>
          <a:ext cx="0" cy="0"/>
          <a:chOff x="0" y="0"/>
          <a:chExt cx="0" cy="0"/>
        </a:xfrm>
      </p:grpSpPr>
      <p:sp>
        <p:nvSpPr>
          <p:cNvPr id="136" name="Google Shape;136;p28"/>
          <p:cNvSpPr txBox="1">
            <a:spLocks noGrp="1"/>
          </p:cNvSpPr>
          <p:nvPr>
            <p:ph type="ctrTitle"/>
          </p:nvPr>
        </p:nvSpPr>
        <p:spPr>
          <a:xfrm>
            <a:off x="1964851" y="352850"/>
            <a:ext cx="5214300" cy="9462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400"/>
              <a:buNone/>
              <a:defRPr sz="2400"/>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sp>
        <p:nvSpPr>
          <p:cNvPr id="137" name="Google Shape;137;p28"/>
          <p:cNvSpPr txBox="1">
            <a:spLocks noGrp="1"/>
          </p:cNvSpPr>
          <p:nvPr>
            <p:ph type="ctrTitle" idx="2"/>
          </p:nvPr>
        </p:nvSpPr>
        <p:spPr>
          <a:xfrm>
            <a:off x="1741950" y="2846700"/>
            <a:ext cx="1257900" cy="427500"/>
          </a:xfrm>
          <a:prstGeom prst="rect">
            <a:avLst/>
          </a:prstGeom>
        </p:spPr>
        <p:txBody>
          <a:bodyPr spcFirstLastPara="1" wrap="square" lIns="91425" tIns="91425" rIns="91425" bIns="91425" anchor="b" anchorCtr="0">
            <a:noAutofit/>
          </a:bodyPr>
          <a:lstStyle>
            <a:lvl1pPr lvl="0" rtl="0">
              <a:spcBef>
                <a:spcPts val="0"/>
              </a:spcBef>
              <a:spcAft>
                <a:spcPts val="0"/>
              </a:spcAft>
              <a:buSzPts val="2000"/>
              <a:buNone/>
              <a:defRPr sz="1400"/>
            </a:lvl1pPr>
            <a:lvl2pPr lvl="1" rtl="0">
              <a:spcBef>
                <a:spcPts val="0"/>
              </a:spcBef>
              <a:spcAft>
                <a:spcPts val="0"/>
              </a:spcAft>
              <a:buSzPts val="2000"/>
              <a:buNone/>
              <a:defRPr sz="2000"/>
            </a:lvl2pPr>
            <a:lvl3pPr lvl="2" rtl="0">
              <a:spcBef>
                <a:spcPts val="0"/>
              </a:spcBef>
              <a:spcAft>
                <a:spcPts val="0"/>
              </a:spcAft>
              <a:buSzPts val="2000"/>
              <a:buNone/>
              <a:defRPr sz="2000"/>
            </a:lvl3pPr>
            <a:lvl4pPr lvl="3" rtl="0">
              <a:spcBef>
                <a:spcPts val="0"/>
              </a:spcBef>
              <a:spcAft>
                <a:spcPts val="0"/>
              </a:spcAft>
              <a:buSzPts val="2000"/>
              <a:buNone/>
              <a:defRPr sz="2000"/>
            </a:lvl4pPr>
            <a:lvl5pPr lvl="4" rtl="0">
              <a:spcBef>
                <a:spcPts val="0"/>
              </a:spcBef>
              <a:spcAft>
                <a:spcPts val="0"/>
              </a:spcAft>
              <a:buSzPts val="2000"/>
              <a:buNone/>
              <a:defRPr sz="2000"/>
            </a:lvl5pPr>
            <a:lvl6pPr lvl="5" rtl="0">
              <a:spcBef>
                <a:spcPts val="0"/>
              </a:spcBef>
              <a:spcAft>
                <a:spcPts val="0"/>
              </a:spcAft>
              <a:buSzPts val="2000"/>
              <a:buNone/>
              <a:defRPr sz="2000"/>
            </a:lvl6pPr>
            <a:lvl7pPr lvl="6" rtl="0">
              <a:spcBef>
                <a:spcPts val="0"/>
              </a:spcBef>
              <a:spcAft>
                <a:spcPts val="0"/>
              </a:spcAft>
              <a:buSzPts val="2000"/>
              <a:buNone/>
              <a:defRPr sz="2000"/>
            </a:lvl7pPr>
            <a:lvl8pPr lvl="7" rtl="0">
              <a:spcBef>
                <a:spcPts val="0"/>
              </a:spcBef>
              <a:spcAft>
                <a:spcPts val="0"/>
              </a:spcAft>
              <a:buSzPts val="2000"/>
              <a:buNone/>
              <a:defRPr sz="2000"/>
            </a:lvl8pPr>
            <a:lvl9pPr lvl="8" rtl="0">
              <a:spcBef>
                <a:spcPts val="0"/>
              </a:spcBef>
              <a:spcAft>
                <a:spcPts val="0"/>
              </a:spcAft>
              <a:buSzPts val="2000"/>
              <a:buNone/>
              <a:defRPr sz="2000"/>
            </a:lvl9pPr>
          </a:lstStyle>
          <a:p>
            <a:endParaRPr/>
          </a:p>
        </p:txBody>
      </p:sp>
      <p:sp>
        <p:nvSpPr>
          <p:cNvPr id="138" name="Google Shape;138;p28"/>
          <p:cNvSpPr txBox="1">
            <a:spLocks noGrp="1"/>
          </p:cNvSpPr>
          <p:nvPr>
            <p:ph type="subTitle" idx="1"/>
          </p:nvPr>
        </p:nvSpPr>
        <p:spPr>
          <a:xfrm>
            <a:off x="1741950" y="1650025"/>
            <a:ext cx="2157300" cy="1003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100"/>
              <a:buNone/>
              <a:defRPr sz="1300"/>
            </a:lvl1pPr>
            <a:lvl2pPr lvl="1" rtl="0">
              <a:lnSpc>
                <a:spcPct val="100000"/>
              </a:lnSpc>
              <a:spcBef>
                <a:spcPts val="0"/>
              </a:spcBef>
              <a:spcAft>
                <a:spcPts val="0"/>
              </a:spcAft>
              <a:buSzPts val="1100"/>
              <a:buNone/>
              <a:defRPr sz="1100"/>
            </a:lvl2pPr>
            <a:lvl3pPr lvl="2" rtl="0">
              <a:lnSpc>
                <a:spcPct val="100000"/>
              </a:lnSpc>
              <a:spcBef>
                <a:spcPts val="0"/>
              </a:spcBef>
              <a:spcAft>
                <a:spcPts val="0"/>
              </a:spcAft>
              <a:buSzPts val="1100"/>
              <a:buNone/>
              <a:defRPr sz="1100"/>
            </a:lvl3pPr>
            <a:lvl4pPr lvl="3" rtl="0">
              <a:lnSpc>
                <a:spcPct val="100000"/>
              </a:lnSpc>
              <a:spcBef>
                <a:spcPts val="0"/>
              </a:spcBef>
              <a:spcAft>
                <a:spcPts val="0"/>
              </a:spcAft>
              <a:buSzPts val="1100"/>
              <a:buNone/>
              <a:defRPr sz="1100"/>
            </a:lvl4pPr>
            <a:lvl5pPr lvl="4" rtl="0">
              <a:lnSpc>
                <a:spcPct val="100000"/>
              </a:lnSpc>
              <a:spcBef>
                <a:spcPts val="0"/>
              </a:spcBef>
              <a:spcAft>
                <a:spcPts val="0"/>
              </a:spcAft>
              <a:buSzPts val="1100"/>
              <a:buNone/>
              <a:defRPr sz="1100"/>
            </a:lvl5pPr>
            <a:lvl6pPr lvl="5" rtl="0">
              <a:lnSpc>
                <a:spcPct val="100000"/>
              </a:lnSpc>
              <a:spcBef>
                <a:spcPts val="0"/>
              </a:spcBef>
              <a:spcAft>
                <a:spcPts val="0"/>
              </a:spcAft>
              <a:buSzPts val="1100"/>
              <a:buNone/>
              <a:defRPr sz="1100"/>
            </a:lvl6pPr>
            <a:lvl7pPr lvl="6" rtl="0">
              <a:lnSpc>
                <a:spcPct val="100000"/>
              </a:lnSpc>
              <a:spcBef>
                <a:spcPts val="0"/>
              </a:spcBef>
              <a:spcAft>
                <a:spcPts val="0"/>
              </a:spcAft>
              <a:buSzPts val="1100"/>
              <a:buNone/>
              <a:defRPr sz="1100"/>
            </a:lvl7pPr>
            <a:lvl8pPr lvl="7" rtl="0">
              <a:lnSpc>
                <a:spcPct val="100000"/>
              </a:lnSpc>
              <a:spcBef>
                <a:spcPts val="0"/>
              </a:spcBef>
              <a:spcAft>
                <a:spcPts val="0"/>
              </a:spcAft>
              <a:buSzPts val="1100"/>
              <a:buNone/>
              <a:defRPr sz="1100"/>
            </a:lvl8pPr>
            <a:lvl9pPr lvl="8" rtl="0">
              <a:lnSpc>
                <a:spcPct val="100000"/>
              </a:lnSpc>
              <a:spcBef>
                <a:spcPts val="0"/>
              </a:spcBef>
              <a:spcAft>
                <a:spcPts val="0"/>
              </a:spcAft>
              <a:buSzPts val="1100"/>
              <a:buNone/>
              <a:defRPr sz="1100"/>
            </a:lvl9pPr>
          </a:lstStyle>
          <a:p>
            <a:endParaRPr/>
          </a:p>
        </p:txBody>
      </p:sp>
      <p:sp>
        <p:nvSpPr>
          <p:cNvPr id="139" name="Google Shape;139;p28"/>
          <p:cNvSpPr txBox="1">
            <a:spLocks noGrp="1"/>
          </p:cNvSpPr>
          <p:nvPr>
            <p:ph type="ctrTitle" idx="3"/>
          </p:nvPr>
        </p:nvSpPr>
        <p:spPr>
          <a:xfrm>
            <a:off x="5633751" y="3635300"/>
            <a:ext cx="1780500" cy="427500"/>
          </a:xfrm>
          <a:prstGeom prst="rect">
            <a:avLst/>
          </a:prstGeom>
        </p:spPr>
        <p:txBody>
          <a:bodyPr spcFirstLastPara="1" wrap="square" lIns="91425" tIns="91425" rIns="91425" bIns="91425" anchor="b" anchorCtr="0">
            <a:noAutofit/>
          </a:bodyPr>
          <a:lstStyle>
            <a:lvl1pPr lvl="0" algn="r" rtl="0">
              <a:spcBef>
                <a:spcPts val="0"/>
              </a:spcBef>
              <a:spcAft>
                <a:spcPts val="0"/>
              </a:spcAft>
              <a:buSzPts val="2000"/>
              <a:buNone/>
              <a:defRPr sz="1400"/>
            </a:lvl1pPr>
            <a:lvl2pPr lvl="1" rtl="0">
              <a:spcBef>
                <a:spcPts val="0"/>
              </a:spcBef>
              <a:spcAft>
                <a:spcPts val="0"/>
              </a:spcAft>
              <a:buSzPts val="2000"/>
              <a:buNone/>
              <a:defRPr sz="2000"/>
            </a:lvl2pPr>
            <a:lvl3pPr lvl="2" rtl="0">
              <a:spcBef>
                <a:spcPts val="0"/>
              </a:spcBef>
              <a:spcAft>
                <a:spcPts val="0"/>
              </a:spcAft>
              <a:buSzPts val="2000"/>
              <a:buNone/>
              <a:defRPr sz="2000"/>
            </a:lvl3pPr>
            <a:lvl4pPr lvl="3" rtl="0">
              <a:spcBef>
                <a:spcPts val="0"/>
              </a:spcBef>
              <a:spcAft>
                <a:spcPts val="0"/>
              </a:spcAft>
              <a:buSzPts val="2000"/>
              <a:buNone/>
              <a:defRPr sz="2000"/>
            </a:lvl4pPr>
            <a:lvl5pPr lvl="4" rtl="0">
              <a:spcBef>
                <a:spcPts val="0"/>
              </a:spcBef>
              <a:spcAft>
                <a:spcPts val="0"/>
              </a:spcAft>
              <a:buSzPts val="2000"/>
              <a:buNone/>
              <a:defRPr sz="2000"/>
            </a:lvl5pPr>
            <a:lvl6pPr lvl="5" rtl="0">
              <a:spcBef>
                <a:spcPts val="0"/>
              </a:spcBef>
              <a:spcAft>
                <a:spcPts val="0"/>
              </a:spcAft>
              <a:buSzPts val="2000"/>
              <a:buNone/>
              <a:defRPr sz="2000"/>
            </a:lvl6pPr>
            <a:lvl7pPr lvl="6" rtl="0">
              <a:spcBef>
                <a:spcPts val="0"/>
              </a:spcBef>
              <a:spcAft>
                <a:spcPts val="0"/>
              </a:spcAft>
              <a:buSzPts val="2000"/>
              <a:buNone/>
              <a:defRPr sz="2000"/>
            </a:lvl7pPr>
            <a:lvl8pPr lvl="7" rtl="0">
              <a:spcBef>
                <a:spcPts val="0"/>
              </a:spcBef>
              <a:spcAft>
                <a:spcPts val="0"/>
              </a:spcAft>
              <a:buSzPts val="2000"/>
              <a:buNone/>
              <a:defRPr sz="2000"/>
            </a:lvl8pPr>
            <a:lvl9pPr lvl="8" rtl="0">
              <a:spcBef>
                <a:spcPts val="0"/>
              </a:spcBef>
              <a:spcAft>
                <a:spcPts val="0"/>
              </a:spcAft>
              <a:buSzPts val="2000"/>
              <a:buNone/>
              <a:defRPr sz="2000"/>
            </a:lvl9pPr>
          </a:lstStyle>
          <a:p>
            <a:endParaRPr/>
          </a:p>
        </p:txBody>
      </p:sp>
      <p:sp>
        <p:nvSpPr>
          <p:cNvPr id="140" name="Google Shape;140;p28"/>
          <p:cNvSpPr txBox="1">
            <a:spLocks noGrp="1"/>
          </p:cNvSpPr>
          <p:nvPr>
            <p:ph type="subTitle" idx="4"/>
          </p:nvPr>
        </p:nvSpPr>
        <p:spPr>
          <a:xfrm>
            <a:off x="5256958" y="2440056"/>
            <a:ext cx="2157300" cy="10032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100"/>
              <a:buNone/>
              <a:defRPr sz="1300"/>
            </a:lvl1pPr>
            <a:lvl2pPr lvl="1" rtl="0">
              <a:lnSpc>
                <a:spcPct val="100000"/>
              </a:lnSpc>
              <a:spcBef>
                <a:spcPts val="0"/>
              </a:spcBef>
              <a:spcAft>
                <a:spcPts val="0"/>
              </a:spcAft>
              <a:buSzPts val="1100"/>
              <a:buNone/>
              <a:defRPr sz="1100"/>
            </a:lvl2pPr>
            <a:lvl3pPr lvl="2" rtl="0">
              <a:lnSpc>
                <a:spcPct val="100000"/>
              </a:lnSpc>
              <a:spcBef>
                <a:spcPts val="0"/>
              </a:spcBef>
              <a:spcAft>
                <a:spcPts val="0"/>
              </a:spcAft>
              <a:buSzPts val="1100"/>
              <a:buNone/>
              <a:defRPr sz="1100"/>
            </a:lvl3pPr>
            <a:lvl4pPr lvl="3" rtl="0">
              <a:lnSpc>
                <a:spcPct val="100000"/>
              </a:lnSpc>
              <a:spcBef>
                <a:spcPts val="0"/>
              </a:spcBef>
              <a:spcAft>
                <a:spcPts val="0"/>
              </a:spcAft>
              <a:buSzPts val="1100"/>
              <a:buNone/>
              <a:defRPr sz="1100"/>
            </a:lvl4pPr>
            <a:lvl5pPr lvl="4" rtl="0">
              <a:lnSpc>
                <a:spcPct val="100000"/>
              </a:lnSpc>
              <a:spcBef>
                <a:spcPts val="0"/>
              </a:spcBef>
              <a:spcAft>
                <a:spcPts val="0"/>
              </a:spcAft>
              <a:buSzPts val="1100"/>
              <a:buNone/>
              <a:defRPr sz="1100"/>
            </a:lvl5pPr>
            <a:lvl6pPr lvl="5" rtl="0">
              <a:lnSpc>
                <a:spcPct val="100000"/>
              </a:lnSpc>
              <a:spcBef>
                <a:spcPts val="0"/>
              </a:spcBef>
              <a:spcAft>
                <a:spcPts val="0"/>
              </a:spcAft>
              <a:buSzPts val="1100"/>
              <a:buNone/>
              <a:defRPr sz="1100"/>
            </a:lvl6pPr>
            <a:lvl7pPr lvl="6" rtl="0">
              <a:lnSpc>
                <a:spcPct val="100000"/>
              </a:lnSpc>
              <a:spcBef>
                <a:spcPts val="0"/>
              </a:spcBef>
              <a:spcAft>
                <a:spcPts val="0"/>
              </a:spcAft>
              <a:buSzPts val="1100"/>
              <a:buNone/>
              <a:defRPr sz="1100"/>
            </a:lvl7pPr>
            <a:lvl8pPr lvl="7" rtl="0">
              <a:lnSpc>
                <a:spcPct val="100000"/>
              </a:lnSpc>
              <a:spcBef>
                <a:spcPts val="0"/>
              </a:spcBef>
              <a:spcAft>
                <a:spcPts val="0"/>
              </a:spcAft>
              <a:buSzPts val="1100"/>
              <a:buNone/>
              <a:defRPr sz="1100"/>
            </a:lvl8pPr>
            <a:lvl9pPr lvl="8" rtl="0">
              <a:lnSpc>
                <a:spcPct val="100000"/>
              </a:lnSpc>
              <a:spcBef>
                <a:spcPts val="0"/>
              </a:spcBef>
              <a:spcAft>
                <a:spcPts val="0"/>
              </a:spcAft>
              <a:buSzPts val="1100"/>
              <a:buNone/>
              <a:defRPr sz="1100"/>
            </a:lvl9pPr>
          </a:lstStyle>
          <a:p>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Title and four columns">
  <p:cSld name="CUSTOM_12_1">
    <p:bg>
      <p:bgPr>
        <a:blipFill>
          <a:blip r:embed="rId2">
            <a:alphaModFix/>
          </a:blip>
          <a:stretch>
            <a:fillRect/>
          </a:stretch>
        </a:blipFill>
        <a:effectLst/>
      </p:bgPr>
    </p:bg>
    <p:spTree>
      <p:nvGrpSpPr>
        <p:cNvPr id="1" name="Shape 141"/>
        <p:cNvGrpSpPr/>
        <p:nvPr/>
      </p:nvGrpSpPr>
      <p:grpSpPr>
        <a:xfrm>
          <a:off x="0" y="0"/>
          <a:ext cx="0" cy="0"/>
          <a:chOff x="0" y="0"/>
          <a:chExt cx="0" cy="0"/>
        </a:xfrm>
      </p:grpSpPr>
      <p:sp>
        <p:nvSpPr>
          <p:cNvPr id="142" name="Google Shape;142;p29"/>
          <p:cNvSpPr txBox="1">
            <a:spLocks noGrp="1"/>
          </p:cNvSpPr>
          <p:nvPr>
            <p:ph type="ctrTitle"/>
          </p:nvPr>
        </p:nvSpPr>
        <p:spPr>
          <a:xfrm>
            <a:off x="1964851" y="352850"/>
            <a:ext cx="5214300" cy="9462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400"/>
              <a:buNone/>
              <a:defRPr sz="2400"/>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sp>
        <p:nvSpPr>
          <p:cNvPr id="143" name="Google Shape;143;p29"/>
          <p:cNvSpPr txBox="1">
            <a:spLocks noGrp="1"/>
          </p:cNvSpPr>
          <p:nvPr>
            <p:ph type="ctrTitle" idx="2"/>
          </p:nvPr>
        </p:nvSpPr>
        <p:spPr>
          <a:xfrm>
            <a:off x="2285760" y="1652042"/>
            <a:ext cx="1793100" cy="427500"/>
          </a:xfrm>
          <a:prstGeom prst="rect">
            <a:avLst/>
          </a:prstGeom>
        </p:spPr>
        <p:txBody>
          <a:bodyPr spcFirstLastPara="1" wrap="square" lIns="91425" tIns="91425" rIns="91425" bIns="91425" anchor="b" anchorCtr="0">
            <a:noAutofit/>
          </a:bodyPr>
          <a:lstStyle>
            <a:lvl1pPr lvl="0" rtl="0">
              <a:spcBef>
                <a:spcPts val="0"/>
              </a:spcBef>
              <a:spcAft>
                <a:spcPts val="0"/>
              </a:spcAft>
              <a:buSzPts val="1400"/>
              <a:buNone/>
              <a:defRPr sz="1400"/>
            </a:lvl1pPr>
            <a:lvl2pPr lvl="1" rtl="0">
              <a:spcBef>
                <a:spcPts val="0"/>
              </a:spcBef>
              <a:spcAft>
                <a:spcPts val="0"/>
              </a:spcAft>
              <a:buClr>
                <a:srgbClr val="000000"/>
              </a:buClr>
              <a:buSzPts val="1400"/>
              <a:buNone/>
              <a:defRPr sz="1400">
                <a:solidFill>
                  <a:srgbClr val="000000"/>
                </a:solidFill>
              </a:defRPr>
            </a:lvl2pPr>
            <a:lvl3pPr lvl="2" rtl="0">
              <a:spcBef>
                <a:spcPts val="0"/>
              </a:spcBef>
              <a:spcAft>
                <a:spcPts val="0"/>
              </a:spcAft>
              <a:buClr>
                <a:srgbClr val="000000"/>
              </a:buClr>
              <a:buSzPts val="1400"/>
              <a:buNone/>
              <a:defRPr sz="1400">
                <a:solidFill>
                  <a:srgbClr val="000000"/>
                </a:solidFill>
              </a:defRPr>
            </a:lvl3pPr>
            <a:lvl4pPr lvl="3" rtl="0">
              <a:spcBef>
                <a:spcPts val="0"/>
              </a:spcBef>
              <a:spcAft>
                <a:spcPts val="0"/>
              </a:spcAft>
              <a:buClr>
                <a:srgbClr val="000000"/>
              </a:buClr>
              <a:buSzPts val="1400"/>
              <a:buNone/>
              <a:defRPr sz="1400">
                <a:solidFill>
                  <a:srgbClr val="000000"/>
                </a:solidFill>
              </a:defRPr>
            </a:lvl4pPr>
            <a:lvl5pPr lvl="4" rtl="0">
              <a:spcBef>
                <a:spcPts val="0"/>
              </a:spcBef>
              <a:spcAft>
                <a:spcPts val="0"/>
              </a:spcAft>
              <a:buClr>
                <a:srgbClr val="000000"/>
              </a:buClr>
              <a:buSzPts val="1400"/>
              <a:buNone/>
              <a:defRPr sz="1400">
                <a:solidFill>
                  <a:srgbClr val="000000"/>
                </a:solidFill>
              </a:defRPr>
            </a:lvl5pPr>
            <a:lvl6pPr lvl="5" rtl="0">
              <a:spcBef>
                <a:spcPts val="0"/>
              </a:spcBef>
              <a:spcAft>
                <a:spcPts val="0"/>
              </a:spcAft>
              <a:buClr>
                <a:srgbClr val="000000"/>
              </a:buClr>
              <a:buSzPts val="1400"/>
              <a:buNone/>
              <a:defRPr sz="1400">
                <a:solidFill>
                  <a:srgbClr val="000000"/>
                </a:solidFill>
              </a:defRPr>
            </a:lvl6pPr>
            <a:lvl7pPr lvl="6" rtl="0">
              <a:spcBef>
                <a:spcPts val="0"/>
              </a:spcBef>
              <a:spcAft>
                <a:spcPts val="0"/>
              </a:spcAft>
              <a:buClr>
                <a:srgbClr val="000000"/>
              </a:buClr>
              <a:buSzPts val="1400"/>
              <a:buNone/>
              <a:defRPr sz="1400">
                <a:solidFill>
                  <a:srgbClr val="000000"/>
                </a:solidFill>
              </a:defRPr>
            </a:lvl7pPr>
            <a:lvl8pPr lvl="7" rtl="0">
              <a:spcBef>
                <a:spcPts val="0"/>
              </a:spcBef>
              <a:spcAft>
                <a:spcPts val="0"/>
              </a:spcAft>
              <a:buClr>
                <a:srgbClr val="000000"/>
              </a:buClr>
              <a:buSzPts val="1400"/>
              <a:buNone/>
              <a:defRPr sz="1400">
                <a:solidFill>
                  <a:srgbClr val="000000"/>
                </a:solidFill>
              </a:defRPr>
            </a:lvl8pPr>
            <a:lvl9pPr lvl="8" rtl="0">
              <a:spcBef>
                <a:spcPts val="0"/>
              </a:spcBef>
              <a:spcAft>
                <a:spcPts val="0"/>
              </a:spcAft>
              <a:buClr>
                <a:srgbClr val="000000"/>
              </a:buClr>
              <a:buSzPts val="1400"/>
              <a:buNone/>
              <a:defRPr sz="1400">
                <a:solidFill>
                  <a:srgbClr val="000000"/>
                </a:solidFill>
              </a:defRPr>
            </a:lvl9pPr>
          </a:lstStyle>
          <a:p>
            <a:endParaRPr/>
          </a:p>
        </p:txBody>
      </p:sp>
      <p:sp>
        <p:nvSpPr>
          <p:cNvPr id="144" name="Google Shape;144;p29"/>
          <p:cNvSpPr txBox="1">
            <a:spLocks noGrp="1"/>
          </p:cNvSpPr>
          <p:nvPr>
            <p:ph type="subTitle" idx="1"/>
          </p:nvPr>
        </p:nvSpPr>
        <p:spPr>
          <a:xfrm>
            <a:off x="2285760" y="1946292"/>
            <a:ext cx="1708200" cy="1003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100"/>
              <a:buNone/>
              <a:defRPr/>
            </a:lvl1pPr>
            <a:lvl2pPr lvl="1" rtl="0">
              <a:lnSpc>
                <a:spcPct val="100000"/>
              </a:lnSpc>
              <a:spcBef>
                <a:spcPts val="0"/>
              </a:spcBef>
              <a:spcAft>
                <a:spcPts val="0"/>
              </a:spcAft>
              <a:buSzPts val="1100"/>
              <a:buNone/>
              <a:defRPr sz="1100"/>
            </a:lvl2pPr>
            <a:lvl3pPr lvl="2" rtl="0">
              <a:lnSpc>
                <a:spcPct val="100000"/>
              </a:lnSpc>
              <a:spcBef>
                <a:spcPts val="0"/>
              </a:spcBef>
              <a:spcAft>
                <a:spcPts val="0"/>
              </a:spcAft>
              <a:buSzPts val="1100"/>
              <a:buNone/>
              <a:defRPr sz="1100"/>
            </a:lvl3pPr>
            <a:lvl4pPr lvl="3" rtl="0">
              <a:lnSpc>
                <a:spcPct val="100000"/>
              </a:lnSpc>
              <a:spcBef>
                <a:spcPts val="0"/>
              </a:spcBef>
              <a:spcAft>
                <a:spcPts val="0"/>
              </a:spcAft>
              <a:buSzPts val="1100"/>
              <a:buNone/>
              <a:defRPr sz="1100"/>
            </a:lvl4pPr>
            <a:lvl5pPr lvl="4" rtl="0">
              <a:lnSpc>
                <a:spcPct val="100000"/>
              </a:lnSpc>
              <a:spcBef>
                <a:spcPts val="0"/>
              </a:spcBef>
              <a:spcAft>
                <a:spcPts val="0"/>
              </a:spcAft>
              <a:buSzPts val="1100"/>
              <a:buNone/>
              <a:defRPr sz="1100"/>
            </a:lvl5pPr>
            <a:lvl6pPr lvl="5" rtl="0">
              <a:lnSpc>
                <a:spcPct val="100000"/>
              </a:lnSpc>
              <a:spcBef>
                <a:spcPts val="0"/>
              </a:spcBef>
              <a:spcAft>
                <a:spcPts val="0"/>
              </a:spcAft>
              <a:buSzPts val="1100"/>
              <a:buNone/>
              <a:defRPr sz="1100"/>
            </a:lvl6pPr>
            <a:lvl7pPr lvl="6" rtl="0">
              <a:lnSpc>
                <a:spcPct val="100000"/>
              </a:lnSpc>
              <a:spcBef>
                <a:spcPts val="0"/>
              </a:spcBef>
              <a:spcAft>
                <a:spcPts val="0"/>
              </a:spcAft>
              <a:buSzPts val="1100"/>
              <a:buNone/>
              <a:defRPr sz="1100"/>
            </a:lvl7pPr>
            <a:lvl8pPr lvl="7" rtl="0">
              <a:lnSpc>
                <a:spcPct val="100000"/>
              </a:lnSpc>
              <a:spcBef>
                <a:spcPts val="0"/>
              </a:spcBef>
              <a:spcAft>
                <a:spcPts val="0"/>
              </a:spcAft>
              <a:buSzPts val="1100"/>
              <a:buNone/>
              <a:defRPr sz="1100"/>
            </a:lvl8pPr>
            <a:lvl9pPr lvl="8" rtl="0">
              <a:lnSpc>
                <a:spcPct val="100000"/>
              </a:lnSpc>
              <a:spcBef>
                <a:spcPts val="0"/>
              </a:spcBef>
              <a:spcAft>
                <a:spcPts val="0"/>
              </a:spcAft>
              <a:buSzPts val="1100"/>
              <a:buNone/>
              <a:defRPr sz="1100"/>
            </a:lvl9pPr>
          </a:lstStyle>
          <a:p>
            <a:endParaRPr/>
          </a:p>
        </p:txBody>
      </p:sp>
      <p:sp>
        <p:nvSpPr>
          <p:cNvPr id="145" name="Google Shape;145;p29"/>
          <p:cNvSpPr txBox="1">
            <a:spLocks noGrp="1"/>
          </p:cNvSpPr>
          <p:nvPr>
            <p:ph type="ctrTitle" idx="3"/>
          </p:nvPr>
        </p:nvSpPr>
        <p:spPr>
          <a:xfrm>
            <a:off x="2285760" y="3570573"/>
            <a:ext cx="1793100" cy="427500"/>
          </a:xfrm>
          <a:prstGeom prst="rect">
            <a:avLst/>
          </a:prstGeom>
        </p:spPr>
        <p:txBody>
          <a:bodyPr spcFirstLastPara="1" wrap="square" lIns="91425" tIns="91425" rIns="91425" bIns="91425" anchor="b" anchorCtr="0">
            <a:noAutofit/>
          </a:bodyPr>
          <a:lstStyle>
            <a:lvl1pPr lvl="0" rtl="0">
              <a:spcBef>
                <a:spcPts val="0"/>
              </a:spcBef>
              <a:spcAft>
                <a:spcPts val="0"/>
              </a:spcAft>
              <a:buSzPts val="1400"/>
              <a:buNone/>
              <a:defRPr sz="1400"/>
            </a:lvl1pPr>
            <a:lvl2pPr lvl="1" rtl="0">
              <a:spcBef>
                <a:spcPts val="0"/>
              </a:spcBef>
              <a:spcAft>
                <a:spcPts val="0"/>
              </a:spcAft>
              <a:buClr>
                <a:srgbClr val="000000"/>
              </a:buClr>
              <a:buSzPts val="1400"/>
              <a:buNone/>
              <a:defRPr sz="1400">
                <a:solidFill>
                  <a:srgbClr val="000000"/>
                </a:solidFill>
              </a:defRPr>
            </a:lvl2pPr>
            <a:lvl3pPr lvl="2" rtl="0">
              <a:spcBef>
                <a:spcPts val="0"/>
              </a:spcBef>
              <a:spcAft>
                <a:spcPts val="0"/>
              </a:spcAft>
              <a:buClr>
                <a:srgbClr val="000000"/>
              </a:buClr>
              <a:buSzPts val="1400"/>
              <a:buNone/>
              <a:defRPr sz="1400">
                <a:solidFill>
                  <a:srgbClr val="000000"/>
                </a:solidFill>
              </a:defRPr>
            </a:lvl3pPr>
            <a:lvl4pPr lvl="3" rtl="0">
              <a:spcBef>
                <a:spcPts val="0"/>
              </a:spcBef>
              <a:spcAft>
                <a:spcPts val="0"/>
              </a:spcAft>
              <a:buClr>
                <a:srgbClr val="000000"/>
              </a:buClr>
              <a:buSzPts val="1400"/>
              <a:buNone/>
              <a:defRPr sz="1400">
                <a:solidFill>
                  <a:srgbClr val="000000"/>
                </a:solidFill>
              </a:defRPr>
            </a:lvl4pPr>
            <a:lvl5pPr lvl="4" rtl="0">
              <a:spcBef>
                <a:spcPts val="0"/>
              </a:spcBef>
              <a:spcAft>
                <a:spcPts val="0"/>
              </a:spcAft>
              <a:buClr>
                <a:srgbClr val="000000"/>
              </a:buClr>
              <a:buSzPts val="1400"/>
              <a:buNone/>
              <a:defRPr sz="1400">
                <a:solidFill>
                  <a:srgbClr val="000000"/>
                </a:solidFill>
              </a:defRPr>
            </a:lvl5pPr>
            <a:lvl6pPr lvl="5" rtl="0">
              <a:spcBef>
                <a:spcPts val="0"/>
              </a:spcBef>
              <a:spcAft>
                <a:spcPts val="0"/>
              </a:spcAft>
              <a:buClr>
                <a:srgbClr val="000000"/>
              </a:buClr>
              <a:buSzPts val="1400"/>
              <a:buNone/>
              <a:defRPr sz="1400">
                <a:solidFill>
                  <a:srgbClr val="000000"/>
                </a:solidFill>
              </a:defRPr>
            </a:lvl6pPr>
            <a:lvl7pPr lvl="6" rtl="0">
              <a:spcBef>
                <a:spcPts val="0"/>
              </a:spcBef>
              <a:spcAft>
                <a:spcPts val="0"/>
              </a:spcAft>
              <a:buClr>
                <a:srgbClr val="000000"/>
              </a:buClr>
              <a:buSzPts val="1400"/>
              <a:buNone/>
              <a:defRPr sz="1400">
                <a:solidFill>
                  <a:srgbClr val="000000"/>
                </a:solidFill>
              </a:defRPr>
            </a:lvl7pPr>
            <a:lvl8pPr lvl="7" rtl="0">
              <a:spcBef>
                <a:spcPts val="0"/>
              </a:spcBef>
              <a:spcAft>
                <a:spcPts val="0"/>
              </a:spcAft>
              <a:buClr>
                <a:srgbClr val="000000"/>
              </a:buClr>
              <a:buSzPts val="1400"/>
              <a:buNone/>
              <a:defRPr sz="1400">
                <a:solidFill>
                  <a:srgbClr val="000000"/>
                </a:solidFill>
              </a:defRPr>
            </a:lvl8pPr>
            <a:lvl9pPr lvl="8" rtl="0">
              <a:spcBef>
                <a:spcPts val="0"/>
              </a:spcBef>
              <a:spcAft>
                <a:spcPts val="0"/>
              </a:spcAft>
              <a:buClr>
                <a:srgbClr val="000000"/>
              </a:buClr>
              <a:buSzPts val="1400"/>
              <a:buNone/>
              <a:defRPr sz="1400">
                <a:solidFill>
                  <a:srgbClr val="000000"/>
                </a:solidFill>
              </a:defRPr>
            </a:lvl9pPr>
          </a:lstStyle>
          <a:p>
            <a:endParaRPr/>
          </a:p>
        </p:txBody>
      </p:sp>
      <p:sp>
        <p:nvSpPr>
          <p:cNvPr id="146" name="Google Shape;146;p29"/>
          <p:cNvSpPr txBox="1">
            <a:spLocks noGrp="1"/>
          </p:cNvSpPr>
          <p:nvPr>
            <p:ph type="subTitle" idx="4"/>
          </p:nvPr>
        </p:nvSpPr>
        <p:spPr>
          <a:xfrm>
            <a:off x="2285760" y="3864823"/>
            <a:ext cx="1708200" cy="1003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100"/>
              <a:buNone/>
              <a:defRPr/>
            </a:lvl1pPr>
            <a:lvl2pPr lvl="1" rtl="0">
              <a:lnSpc>
                <a:spcPct val="100000"/>
              </a:lnSpc>
              <a:spcBef>
                <a:spcPts val="0"/>
              </a:spcBef>
              <a:spcAft>
                <a:spcPts val="0"/>
              </a:spcAft>
              <a:buSzPts val="1100"/>
              <a:buNone/>
              <a:defRPr sz="1100"/>
            </a:lvl2pPr>
            <a:lvl3pPr lvl="2" rtl="0">
              <a:lnSpc>
                <a:spcPct val="100000"/>
              </a:lnSpc>
              <a:spcBef>
                <a:spcPts val="0"/>
              </a:spcBef>
              <a:spcAft>
                <a:spcPts val="0"/>
              </a:spcAft>
              <a:buSzPts val="1100"/>
              <a:buNone/>
              <a:defRPr sz="1100"/>
            </a:lvl3pPr>
            <a:lvl4pPr lvl="3" rtl="0">
              <a:lnSpc>
                <a:spcPct val="100000"/>
              </a:lnSpc>
              <a:spcBef>
                <a:spcPts val="0"/>
              </a:spcBef>
              <a:spcAft>
                <a:spcPts val="0"/>
              </a:spcAft>
              <a:buSzPts val="1100"/>
              <a:buNone/>
              <a:defRPr sz="1100"/>
            </a:lvl4pPr>
            <a:lvl5pPr lvl="4" rtl="0">
              <a:lnSpc>
                <a:spcPct val="100000"/>
              </a:lnSpc>
              <a:spcBef>
                <a:spcPts val="0"/>
              </a:spcBef>
              <a:spcAft>
                <a:spcPts val="0"/>
              </a:spcAft>
              <a:buSzPts val="1100"/>
              <a:buNone/>
              <a:defRPr sz="1100"/>
            </a:lvl5pPr>
            <a:lvl6pPr lvl="5" rtl="0">
              <a:lnSpc>
                <a:spcPct val="100000"/>
              </a:lnSpc>
              <a:spcBef>
                <a:spcPts val="0"/>
              </a:spcBef>
              <a:spcAft>
                <a:spcPts val="0"/>
              </a:spcAft>
              <a:buSzPts val="1100"/>
              <a:buNone/>
              <a:defRPr sz="1100"/>
            </a:lvl6pPr>
            <a:lvl7pPr lvl="6" rtl="0">
              <a:lnSpc>
                <a:spcPct val="100000"/>
              </a:lnSpc>
              <a:spcBef>
                <a:spcPts val="0"/>
              </a:spcBef>
              <a:spcAft>
                <a:spcPts val="0"/>
              </a:spcAft>
              <a:buSzPts val="1100"/>
              <a:buNone/>
              <a:defRPr sz="1100"/>
            </a:lvl7pPr>
            <a:lvl8pPr lvl="7" rtl="0">
              <a:lnSpc>
                <a:spcPct val="100000"/>
              </a:lnSpc>
              <a:spcBef>
                <a:spcPts val="0"/>
              </a:spcBef>
              <a:spcAft>
                <a:spcPts val="0"/>
              </a:spcAft>
              <a:buSzPts val="1100"/>
              <a:buNone/>
              <a:defRPr sz="1100"/>
            </a:lvl8pPr>
            <a:lvl9pPr lvl="8" rtl="0">
              <a:lnSpc>
                <a:spcPct val="100000"/>
              </a:lnSpc>
              <a:spcBef>
                <a:spcPts val="0"/>
              </a:spcBef>
              <a:spcAft>
                <a:spcPts val="0"/>
              </a:spcAft>
              <a:buSzPts val="1100"/>
              <a:buNone/>
              <a:defRPr sz="1100"/>
            </a:lvl9pPr>
          </a:lstStyle>
          <a:p>
            <a:endParaRPr/>
          </a:p>
        </p:txBody>
      </p:sp>
      <p:sp>
        <p:nvSpPr>
          <p:cNvPr id="147" name="Google Shape;147;p29"/>
          <p:cNvSpPr txBox="1">
            <a:spLocks noGrp="1"/>
          </p:cNvSpPr>
          <p:nvPr>
            <p:ph type="ctrTitle" idx="5"/>
          </p:nvPr>
        </p:nvSpPr>
        <p:spPr>
          <a:xfrm>
            <a:off x="5047297" y="1652042"/>
            <a:ext cx="1793100" cy="427500"/>
          </a:xfrm>
          <a:prstGeom prst="rect">
            <a:avLst/>
          </a:prstGeom>
        </p:spPr>
        <p:txBody>
          <a:bodyPr spcFirstLastPara="1" wrap="square" lIns="91425" tIns="91425" rIns="91425" bIns="91425" anchor="b" anchorCtr="0">
            <a:noAutofit/>
          </a:bodyPr>
          <a:lstStyle>
            <a:lvl1pPr lvl="0" algn="r" rtl="0">
              <a:spcBef>
                <a:spcPts val="0"/>
              </a:spcBef>
              <a:spcAft>
                <a:spcPts val="0"/>
              </a:spcAft>
              <a:buSzPts val="1400"/>
              <a:buNone/>
              <a:defRPr sz="1400"/>
            </a:lvl1pPr>
            <a:lvl2pPr lvl="1" algn="r" rtl="0">
              <a:spcBef>
                <a:spcPts val="0"/>
              </a:spcBef>
              <a:spcAft>
                <a:spcPts val="0"/>
              </a:spcAft>
              <a:buClr>
                <a:srgbClr val="000000"/>
              </a:buClr>
              <a:buSzPts val="1400"/>
              <a:buNone/>
              <a:defRPr sz="1400">
                <a:solidFill>
                  <a:srgbClr val="000000"/>
                </a:solidFill>
              </a:defRPr>
            </a:lvl2pPr>
            <a:lvl3pPr lvl="2" algn="r" rtl="0">
              <a:spcBef>
                <a:spcPts val="0"/>
              </a:spcBef>
              <a:spcAft>
                <a:spcPts val="0"/>
              </a:spcAft>
              <a:buClr>
                <a:srgbClr val="000000"/>
              </a:buClr>
              <a:buSzPts val="1400"/>
              <a:buNone/>
              <a:defRPr sz="1400">
                <a:solidFill>
                  <a:srgbClr val="000000"/>
                </a:solidFill>
              </a:defRPr>
            </a:lvl3pPr>
            <a:lvl4pPr lvl="3" algn="r" rtl="0">
              <a:spcBef>
                <a:spcPts val="0"/>
              </a:spcBef>
              <a:spcAft>
                <a:spcPts val="0"/>
              </a:spcAft>
              <a:buClr>
                <a:srgbClr val="000000"/>
              </a:buClr>
              <a:buSzPts val="1400"/>
              <a:buNone/>
              <a:defRPr sz="1400">
                <a:solidFill>
                  <a:srgbClr val="000000"/>
                </a:solidFill>
              </a:defRPr>
            </a:lvl4pPr>
            <a:lvl5pPr lvl="4" algn="r" rtl="0">
              <a:spcBef>
                <a:spcPts val="0"/>
              </a:spcBef>
              <a:spcAft>
                <a:spcPts val="0"/>
              </a:spcAft>
              <a:buClr>
                <a:srgbClr val="000000"/>
              </a:buClr>
              <a:buSzPts val="1400"/>
              <a:buNone/>
              <a:defRPr sz="1400">
                <a:solidFill>
                  <a:srgbClr val="000000"/>
                </a:solidFill>
              </a:defRPr>
            </a:lvl5pPr>
            <a:lvl6pPr lvl="5" algn="r" rtl="0">
              <a:spcBef>
                <a:spcPts val="0"/>
              </a:spcBef>
              <a:spcAft>
                <a:spcPts val="0"/>
              </a:spcAft>
              <a:buClr>
                <a:srgbClr val="000000"/>
              </a:buClr>
              <a:buSzPts val="1400"/>
              <a:buNone/>
              <a:defRPr sz="1400">
                <a:solidFill>
                  <a:srgbClr val="000000"/>
                </a:solidFill>
              </a:defRPr>
            </a:lvl6pPr>
            <a:lvl7pPr lvl="6" algn="r" rtl="0">
              <a:spcBef>
                <a:spcPts val="0"/>
              </a:spcBef>
              <a:spcAft>
                <a:spcPts val="0"/>
              </a:spcAft>
              <a:buClr>
                <a:srgbClr val="000000"/>
              </a:buClr>
              <a:buSzPts val="1400"/>
              <a:buNone/>
              <a:defRPr sz="1400">
                <a:solidFill>
                  <a:srgbClr val="000000"/>
                </a:solidFill>
              </a:defRPr>
            </a:lvl7pPr>
            <a:lvl8pPr lvl="7" algn="r" rtl="0">
              <a:spcBef>
                <a:spcPts val="0"/>
              </a:spcBef>
              <a:spcAft>
                <a:spcPts val="0"/>
              </a:spcAft>
              <a:buClr>
                <a:srgbClr val="000000"/>
              </a:buClr>
              <a:buSzPts val="1400"/>
              <a:buNone/>
              <a:defRPr sz="1400">
                <a:solidFill>
                  <a:srgbClr val="000000"/>
                </a:solidFill>
              </a:defRPr>
            </a:lvl8pPr>
            <a:lvl9pPr lvl="8" algn="r" rtl="0">
              <a:spcBef>
                <a:spcPts val="0"/>
              </a:spcBef>
              <a:spcAft>
                <a:spcPts val="0"/>
              </a:spcAft>
              <a:buClr>
                <a:srgbClr val="000000"/>
              </a:buClr>
              <a:buSzPts val="1400"/>
              <a:buNone/>
              <a:defRPr sz="1400">
                <a:solidFill>
                  <a:srgbClr val="000000"/>
                </a:solidFill>
              </a:defRPr>
            </a:lvl9pPr>
          </a:lstStyle>
          <a:p>
            <a:endParaRPr/>
          </a:p>
        </p:txBody>
      </p:sp>
      <p:sp>
        <p:nvSpPr>
          <p:cNvPr id="148" name="Google Shape;148;p29"/>
          <p:cNvSpPr txBox="1">
            <a:spLocks noGrp="1"/>
          </p:cNvSpPr>
          <p:nvPr>
            <p:ph type="subTitle" idx="6"/>
          </p:nvPr>
        </p:nvSpPr>
        <p:spPr>
          <a:xfrm>
            <a:off x="5047299" y="1946292"/>
            <a:ext cx="1793100" cy="10032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100"/>
              <a:buNone/>
              <a:defRPr/>
            </a:lvl1pPr>
            <a:lvl2pPr lvl="1" algn="r" rtl="0">
              <a:lnSpc>
                <a:spcPct val="100000"/>
              </a:lnSpc>
              <a:spcBef>
                <a:spcPts val="0"/>
              </a:spcBef>
              <a:spcAft>
                <a:spcPts val="0"/>
              </a:spcAft>
              <a:buSzPts val="1100"/>
              <a:buNone/>
              <a:defRPr sz="1100"/>
            </a:lvl2pPr>
            <a:lvl3pPr lvl="2" algn="r" rtl="0">
              <a:lnSpc>
                <a:spcPct val="100000"/>
              </a:lnSpc>
              <a:spcBef>
                <a:spcPts val="0"/>
              </a:spcBef>
              <a:spcAft>
                <a:spcPts val="0"/>
              </a:spcAft>
              <a:buSzPts val="1100"/>
              <a:buNone/>
              <a:defRPr sz="1100"/>
            </a:lvl3pPr>
            <a:lvl4pPr lvl="3" algn="r" rtl="0">
              <a:lnSpc>
                <a:spcPct val="100000"/>
              </a:lnSpc>
              <a:spcBef>
                <a:spcPts val="0"/>
              </a:spcBef>
              <a:spcAft>
                <a:spcPts val="0"/>
              </a:spcAft>
              <a:buSzPts val="1100"/>
              <a:buNone/>
              <a:defRPr sz="1100"/>
            </a:lvl4pPr>
            <a:lvl5pPr lvl="4" algn="r" rtl="0">
              <a:lnSpc>
                <a:spcPct val="100000"/>
              </a:lnSpc>
              <a:spcBef>
                <a:spcPts val="0"/>
              </a:spcBef>
              <a:spcAft>
                <a:spcPts val="0"/>
              </a:spcAft>
              <a:buSzPts val="1100"/>
              <a:buNone/>
              <a:defRPr sz="1100"/>
            </a:lvl5pPr>
            <a:lvl6pPr lvl="5" algn="r" rtl="0">
              <a:lnSpc>
                <a:spcPct val="100000"/>
              </a:lnSpc>
              <a:spcBef>
                <a:spcPts val="0"/>
              </a:spcBef>
              <a:spcAft>
                <a:spcPts val="0"/>
              </a:spcAft>
              <a:buSzPts val="1100"/>
              <a:buNone/>
              <a:defRPr sz="1100"/>
            </a:lvl6pPr>
            <a:lvl7pPr lvl="6" algn="r" rtl="0">
              <a:lnSpc>
                <a:spcPct val="100000"/>
              </a:lnSpc>
              <a:spcBef>
                <a:spcPts val="0"/>
              </a:spcBef>
              <a:spcAft>
                <a:spcPts val="0"/>
              </a:spcAft>
              <a:buSzPts val="1100"/>
              <a:buNone/>
              <a:defRPr sz="1100"/>
            </a:lvl7pPr>
            <a:lvl8pPr lvl="7" algn="r" rtl="0">
              <a:lnSpc>
                <a:spcPct val="100000"/>
              </a:lnSpc>
              <a:spcBef>
                <a:spcPts val="0"/>
              </a:spcBef>
              <a:spcAft>
                <a:spcPts val="0"/>
              </a:spcAft>
              <a:buSzPts val="1100"/>
              <a:buNone/>
              <a:defRPr sz="1100"/>
            </a:lvl8pPr>
            <a:lvl9pPr lvl="8" algn="r" rtl="0">
              <a:lnSpc>
                <a:spcPct val="100000"/>
              </a:lnSpc>
              <a:spcBef>
                <a:spcPts val="0"/>
              </a:spcBef>
              <a:spcAft>
                <a:spcPts val="0"/>
              </a:spcAft>
              <a:buSzPts val="1100"/>
              <a:buNone/>
              <a:defRPr sz="1100"/>
            </a:lvl9pPr>
          </a:lstStyle>
          <a:p>
            <a:endParaRPr/>
          </a:p>
        </p:txBody>
      </p:sp>
      <p:sp>
        <p:nvSpPr>
          <p:cNvPr id="149" name="Google Shape;149;p29"/>
          <p:cNvSpPr txBox="1">
            <a:spLocks noGrp="1"/>
          </p:cNvSpPr>
          <p:nvPr>
            <p:ph type="ctrTitle" idx="7"/>
          </p:nvPr>
        </p:nvSpPr>
        <p:spPr>
          <a:xfrm>
            <a:off x="5047297" y="3570573"/>
            <a:ext cx="1793100" cy="427500"/>
          </a:xfrm>
          <a:prstGeom prst="rect">
            <a:avLst/>
          </a:prstGeom>
        </p:spPr>
        <p:txBody>
          <a:bodyPr spcFirstLastPara="1" wrap="square" lIns="91425" tIns="91425" rIns="91425" bIns="91425" anchor="b" anchorCtr="0">
            <a:noAutofit/>
          </a:bodyPr>
          <a:lstStyle>
            <a:lvl1pPr lvl="0" algn="r" rtl="0">
              <a:spcBef>
                <a:spcPts val="0"/>
              </a:spcBef>
              <a:spcAft>
                <a:spcPts val="0"/>
              </a:spcAft>
              <a:buSzPts val="1400"/>
              <a:buNone/>
              <a:defRPr sz="1400"/>
            </a:lvl1pPr>
            <a:lvl2pPr lvl="1" algn="r" rtl="0">
              <a:spcBef>
                <a:spcPts val="0"/>
              </a:spcBef>
              <a:spcAft>
                <a:spcPts val="0"/>
              </a:spcAft>
              <a:buClr>
                <a:srgbClr val="000000"/>
              </a:buClr>
              <a:buSzPts val="1400"/>
              <a:buNone/>
              <a:defRPr sz="1400">
                <a:solidFill>
                  <a:srgbClr val="000000"/>
                </a:solidFill>
              </a:defRPr>
            </a:lvl2pPr>
            <a:lvl3pPr lvl="2" algn="r" rtl="0">
              <a:spcBef>
                <a:spcPts val="0"/>
              </a:spcBef>
              <a:spcAft>
                <a:spcPts val="0"/>
              </a:spcAft>
              <a:buClr>
                <a:srgbClr val="000000"/>
              </a:buClr>
              <a:buSzPts val="1400"/>
              <a:buNone/>
              <a:defRPr sz="1400">
                <a:solidFill>
                  <a:srgbClr val="000000"/>
                </a:solidFill>
              </a:defRPr>
            </a:lvl3pPr>
            <a:lvl4pPr lvl="3" algn="r" rtl="0">
              <a:spcBef>
                <a:spcPts val="0"/>
              </a:spcBef>
              <a:spcAft>
                <a:spcPts val="0"/>
              </a:spcAft>
              <a:buClr>
                <a:srgbClr val="000000"/>
              </a:buClr>
              <a:buSzPts val="1400"/>
              <a:buNone/>
              <a:defRPr sz="1400">
                <a:solidFill>
                  <a:srgbClr val="000000"/>
                </a:solidFill>
              </a:defRPr>
            </a:lvl4pPr>
            <a:lvl5pPr lvl="4" algn="r" rtl="0">
              <a:spcBef>
                <a:spcPts val="0"/>
              </a:spcBef>
              <a:spcAft>
                <a:spcPts val="0"/>
              </a:spcAft>
              <a:buClr>
                <a:srgbClr val="000000"/>
              </a:buClr>
              <a:buSzPts val="1400"/>
              <a:buNone/>
              <a:defRPr sz="1400">
                <a:solidFill>
                  <a:srgbClr val="000000"/>
                </a:solidFill>
              </a:defRPr>
            </a:lvl5pPr>
            <a:lvl6pPr lvl="5" algn="r" rtl="0">
              <a:spcBef>
                <a:spcPts val="0"/>
              </a:spcBef>
              <a:spcAft>
                <a:spcPts val="0"/>
              </a:spcAft>
              <a:buClr>
                <a:srgbClr val="000000"/>
              </a:buClr>
              <a:buSzPts val="1400"/>
              <a:buNone/>
              <a:defRPr sz="1400">
                <a:solidFill>
                  <a:srgbClr val="000000"/>
                </a:solidFill>
              </a:defRPr>
            </a:lvl6pPr>
            <a:lvl7pPr lvl="6" algn="r" rtl="0">
              <a:spcBef>
                <a:spcPts val="0"/>
              </a:spcBef>
              <a:spcAft>
                <a:spcPts val="0"/>
              </a:spcAft>
              <a:buClr>
                <a:srgbClr val="000000"/>
              </a:buClr>
              <a:buSzPts val="1400"/>
              <a:buNone/>
              <a:defRPr sz="1400">
                <a:solidFill>
                  <a:srgbClr val="000000"/>
                </a:solidFill>
              </a:defRPr>
            </a:lvl7pPr>
            <a:lvl8pPr lvl="7" algn="r" rtl="0">
              <a:spcBef>
                <a:spcPts val="0"/>
              </a:spcBef>
              <a:spcAft>
                <a:spcPts val="0"/>
              </a:spcAft>
              <a:buClr>
                <a:srgbClr val="000000"/>
              </a:buClr>
              <a:buSzPts val="1400"/>
              <a:buNone/>
              <a:defRPr sz="1400">
                <a:solidFill>
                  <a:srgbClr val="000000"/>
                </a:solidFill>
              </a:defRPr>
            </a:lvl8pPr>
            <a:lvl9pPr lvl="8" algn="r" rtl="0">
              <a:spcBef>
                <a:spcPts val="0"/>
              </a:spcBef>
              <a:spcAft>
                <a:spcPts val="0"/>
              </a:spcAft>
              <a:buClr>
                <a:srgbClr val="000000"/>
              </a:buClr>
              <a:buSzPts val="1400"/>
              <a:buNone/>
              <a:defRPr sz="1400">
                <a:solidFill>
                  <a:srgbClr val="000000"/>
                </a:solidFill>
              </a:defRPr>
            </a:lvl9pPr>
          </a:lstStyle>
          <a:p>
            <a:endParaRPr/>
          </a:p>
        </p:txBody>
      </p:sp>
      <p:sp>
        <p:nvSpPr>
          <p:cNvPr id="150" name="Google Shape;150;p29"/>
          <p:cNvSpPr txBox="1">
            <a:spLocks noGrp="1"/>
          </p:cNvSpPr>
          <p:nvPr>
            <p:ph type="subTitle" idx="8"/>
          </p:nvPr>
        </p:nvSpPr>
        <p:spPr>
          <a:xfrm>
            <a:off x="5047299" y="3864823"/>
            <a:ext cx="1793100" cy="10032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100"/>
              <a:buNone/>
              <a:defRPr/>
            </a:lvl1pPr>
            <a:lvl2pPr lvl="1" algn="r" rtl="0">
              <a:lnSpc>
                <a:spcPct val="100000"/>
              </a:lnSpc>
              <a:spcBef>
                <a:spcPts val="0"/>
              </a:spcBef>
              <a:spcAft>
                <a:spcPts val="0"/>
              </a:spcAft>
              <a:buSzPts val="1100"/>
              <a:buNone/>
              <a:defRPr sz="1100"/>
            </a:lvl2pPr>
            <a:lvl3pPr lvl="2" algn="r" rtl="0">
              <a:lnSpc>
                <a:spcPct val="100000"/>
              </a:lnSpc>
              <a:spcBef>
                <a:spcPts val="0"/>
              </a:spcBef>
              <a:spcAft>
                <a:spcPts val="0"/>
              </a:spcAft>
              <a:buSzPts val="1100"/>
              <a:buNone/>
              <a:defRPr sz="1100"/>
            </a:lvl3pPr>
            <a:lvl4pPr lvl="3" algn="r" rtl="0">
              <a:lnSpc>
                <a:spcPct val="100000"/>
              </a:lnSpc>
              <a:spcBef>
                <a:spcPts val="0"/>
              </a:spcBef>
              <a:spcAft>
                <a:spcPts val="0"/>
              </a:spcAft>
              <a:buSzPts val="1100"/>
              <a:buNone/>
              <a:defRPr sz="1100"/>
            </a:lvl4pPr>
            <a:lvl5pPr lvl="4" algn="r" rtl="0">
              <a:lnSpc>
                <a:spcPct val="100000"/>
              </a:lnSpc>
              <a:spcBef>
                <a:spcPts val="0"/>
              </a:spcBef>
              <a:spcAft>
                <a:spcPts val="0"/>
              </a:spcAft>
              <a:buSzPts val="1100"/>
              <a:buNone/>
              <a:defRPr sz="1100"/>
            </a:lvl5pPr>
            <a:lvl6pPr lvl="5" algn="r" rtl="0">
              <a:lnSpc>
                <a:spcPct val="100000"/>
              </a:lnSpc>
              <a:spcBef>
                <a:spcPts val="0"/>
              </a:spcBef>
              <a:spcAft>
                <a:spcPts val="0"/>
              </a:spcAft>
              <a:buSzPts val="1100"/>
              <a:buNone/>
              <a:defRPr sz="1100"/>
            </a:lvl6pPr>
            <a:lvl7pPr lvl="6" algn="r" rtl="0">
              <a:lnSpc>
                <a:spcPct val="100000"/>
              </a:lnSpc>
              <a:spcBef>
                <a:spcPts val="0"/>
              </a:spcBef>
              <a:spcAft>
                <a:spcPts val="0"/>
              </a:spcAft>
              <a:buSzPts val="1100"/>
              <a:buNone/>
              <a:defRPr sz="1100"/>
            </a:lvl7pPr>
            <a:lvl8pPr lvl="7" algn="r" rtl="0">
              <a:lnSpc>
                <a:spcPct val="100000"/>
              </a:lnSpc>
              <a:spcBef>
                <a:spcPts val="0"/>
              </a:spcBef>
              <a:spcAft>
                <a:spcPts val="0"/>
              </a:spcAft>
              <a:buSzPts val="1100"/>
              <a:buNone/>
              <a:defRPr sz="1100"/>
            </a:lvl8pPr>
            <a:lvl9pPr lvl="8" algn="r" rtl="0">
              <a:lnSpc>
                <a:spcPct val="100000"/>
              </a:lnSpc>
              <a:spcBef>
                <a:spcPts val="0"/>
              </a:spcBef>
              <a:spcAft>
                <a:spcPts val="0"/>
              </a:spcAft>
              <a:buSzPts val="1100"/>
              <a:buNone/>
              <a:defRPr sz="1100"/>
            </a:lvl9pPr>
          </a:lstStyle>
          <a:p>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Table of contents 1">
  <p:cSld name="CUSTOM_34">
    <p:bg>
      <p:bgPr>
        <a:blipFill>
          <a:blip r:embed="rId2">
            <a:alphaModFix/>
          </a:blip>
          <a:stretch>
            <a:fillRect/>
          </a:stretch>
        </a:blipFill>
        <a:effectLst/>
      </p:bgPr>
    </p:bg>
    <p:spTree>
      <p:nvGrpSpPr>
        <p:cNvPr id="1" name="Shape 151"/>
        <p:cNvGrpSpPr/>
        <p:nvPr/>
      </p:nvGrpSpPr>
      <p:grpSpPr>
        <a:xfrm>
          <a:off x="0" y="0"/>
          <a:ext cx="0" cy="0"/>
          <a:chOff x="0" y="0"/>
          <a:chExt cx="0" cy="0"/>
        </a:xfrm>
      </p:grpSpPr>
      <p:sp>
        <p:nvSpPr>
          <p:cNvPr id="152" name="Google Shape;152;p30"/>
          <p:cNvSpPr txBox="1">
            <a:spLocks noGrp="1"/>
          </p:cNvSpPr>
          <p:nvPr>
            <p:ph type="ctrTitle"/>
          </p:nvPr>
        </p:nvSpPr>
        <p:spPr>
          <a:xfrm>
            <a:off x="3385875" y="2098650"/>
            <a:ext cx="2372400" cy="9462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600"/>
              <a:buNone/>
              <a:defRPr sz="3000"/>
            </a:lvl1pPr>
            <a:lvl2pPr lvl="1" algn="r" rtl="0">
              <a:spcBef>
                <a:spcPts val="0"/>
              </a:spcBef>
              <a:spcAft>
                <a:spcPts val="0"/>
              </a:spcAft>
              <a:buSzPts val="1800"/>
              <a:buNone/>
              <a:defRPr sz="1800"/>
            </a:lvl2pPr>
            <a:lvl3pPr lvl="2" algn="r" rtl="0">
              <a:spcBef>
                <a:spcPts val="0"/>
              </a:spcBef>
              <a:spcAft>
                <a:spcPts val="0"/>
              </a:spcAft>
              <a:buSzPts val="1800"/>
              <a:buNone/>
              <a:defRPr sz="1800"/>
            </a:lvl3pPr>
            <a:lvl4pPr lvl="3" algn="r" rtl="0">
              <a:spcBef>
                <a:spcPts val="0"/>
              </a:spcBef>
              <a:spcAft>
                <a:spcPts val="0"/>
              </a:spcAft>
              <a:buSzPts val="1800"/>
              <a:buNone/>
              <a:defRPr sz="1800"/>
            </a:lvl4pPr>
            <a:lvl5pPr lvl="4" algn="r" rtl="0">
              <a:spcBef>
                <a:spcPts val="0"/>
              </a:spcBef>
              <a:spcAft>
                <a:spcPts val="0"/>
              </a:spcAft>
              <a:buSzPts val="1800"/>
              <a:buNone/>
              <a:defRPr sz="1800"/>
            </a:lvl5pPr>
            <a:lvl6pPr lvl="5" algn="r" rtl="0">
              <a:spcBef>
                <a:spcPts val="0"/>
              </a:spcBef>
              <a:spcAft>
                <a:spcPts val="0"/>
              </a:spcAft>
              <a:buSzPts val="1800"/>
              <a:buNone/>
              <a:defRPr sz="1800"/>
            </a:lvl6pPr>
            <a:lvl7pPr lvl="6" algn="r" rtl="0">
              <a:spcBef>
                <a:spcPts val="0"/>
              </a:spcBef>
              <a:spcAft>
                <a:spcPts val="0"/>
              </a:spcAft>
              <a:buSzPts val="1800"/>
              <a:buNone/>
              <a:defRPr sz="1800"/>
            </a:lvl7pPr>
            <a:lvl8pPr lvl="7" algn="r" rtl="0">
              <a:spcBef>
                <a:spcPts val="0"/>
              </a:spcBef>
              <a:spcAft>
                <a:spcPts val="0"/>
              </a:spcAft>
              <a:buSzPts val="1800"/>
              <a:buNone/>
              <a:defRPr sz="1800"/>
            </a:lvl8pPr>
            <a:lvl9pPr lvl="8" algn="r" rtl="0">
              <a:spcBef>
                <a:spcPts val="0"/>
              </a:spcBef>
              <a:spcAft>
                <a:spcPts val="0"/>
              </a:spcAft>
              <a:buSzPts val="1800"/>
              <a:buNone/>
              <a:defRPr sz="1800"/>
            </a:lvl9pPr>
          </a:lstStyle>
          <a:p>
            <a:endParaRPr/>
          </a:p>
        </p:txBody>
      </p:sp>
      <p:sp>
        <p:nvSpPr>
          <p:cNvPr id="153" name="Google Shape;153;p30"/>
          <p:cNvSpPr txBox="1">
            <a:spLocks noGrp="1"/>
          </p:cNvSpPr>
          <p:nvPr>
            <p:ph type="ctrTitle" idx="2"/>
          </p:nvPr>
        </p:nvSpPr>
        <p:spPr>
          <a:xfrm>
            <a:off x="390296" y="201653"/>
            <a:ext cx="1974300" cy="577800"/>
          </a:xfrm>
          <a:prstGeom prst="rect">
            <a:avLst/>
          </a:prstGeom>
        </p:spPr>
        <p:txBody>
          <a:bodyPr spcFirstLastPara="1" wrap="square" lIns="91425" tIns="91425" rIns="91425" bIns="91425" anchor="b" anchorCtr="0">
            <a:noAutofit/>
          </a:bodyPr>
          <a:lstStyle>
            <a:lvl1pPr lvl="0" algn="r" rtl="0">
              <a:spcBef>
                <a:spcPts val="0"/>
              </a:spcBef>
              <a:spcAft>
                <a:spcPts val="0"/>
              </a:spcAft>
              <a:buSzPts val="1400"/>
              <a:buNone/>
              <a:defRPr sz="1400"/>
            </a:lvl1pPr>
            <a:lvl2pPr lvl="1" algn="r" rtl="0">
              <a:spcBef>
                <a:spcPts val="0"/>
              </a:spcBef>
              <a:spcAft>
                <a:spcPts val="0"/>
              </a:spcAft>
              <a:buSzPts val="1400"/>
              <a:buNone/>
              <a:defRPr sz="1400"/>
            </a:lvl2pPr>
            <a:lvl3pPr lvl="2" algn="r" rtl="0">
              <a:spcBef>
                <a:spcPts val="0"/>
              </a:spcBef>
              <a:spcAft>
                <a:spcPts val="0"/>
              </a:spcAft>
              <a:buSzPts val="1400"/>
              <a:buNone/>
              <a:defRPr sz="1400"/>
            </a:lvl3pPr>
            <a:lvl4pPr lvl="3" algn="r" rtl="0">
              <a:spcBef>
                <a:spcPts val="0"/>
              </a:spcBef>
              <a:spcAft>
                <a:spcPts val="0"/>
              </a:spcAft>
              <a:buSzPts val="1400"/>
              <a:buNone/>
              <a:defRPr sz="1400"/>
            </a:lvl4pPr>
            <a:lvl5pPr lvl="4" algn="r" rtl="0">
              <a:spcBef>
                <a:spcPts val="0"/>
              </a:spcBef>
              <a:spcAft>
                <a:spcPts val="0"/>
              </a:spcAft>
              <a:buSzPts val="1400"/>
              <a:buNone/>
              <a:defRPr sz="1400"/>
            </a:lvl5pPr>
            <a:lvl6pPr lvl="5" algn="r" rtl="0">
              <a:spcBef>
                <a:spcPts val="0"/>
              </a:spcBef>
              <a:spcAft>
                <a:spcPts val="0"/>
              </a:spcAft>
              <a:buSzPts val="1400"/>
              <a:buNone/>
              <a:defRPr sz="1400"/>
            </a:lvl6pPr>
            <a:lvl7pPr lvl="6" algn="r" rtl="0">
              <a:spcBef>
                <a:spcPts val="0"/>
              </a:spcBef>
              <a:spcAft>
                <a:spcPts val="0"/>
              </a:spcAft>
              <a:buSzPts val="1400"/>
              <a:buNone/>
              <a:defRPr sz="1400"/>
            </a:lvl7pPr>
            <a:lvl8pPr lvl="7" algn="r" rtl="0">
              <a:spcBef>
                <a:spcPts val="0"/>
              </a:spcBef>
              <a:spcAft>
                <a:spcPts val="0"/>
              </a:spcAft>
              <a:buSzPts val="1400"/>
              <a:buNone/>
              <a:defRPr sz="1400"/>
            </a:lvl8pPr>
            <a:lvl9pPr lvl="8" algn="r" rtl="0">
              <a:spcBef>
                <a:spcPts val="0"/>
              </a:spcBef>
              <a:spcAft>
                <a:spcPts val="0"/>
              </a:spcAft>
              <a:buSzPts val="1400"/>
              <a:buNone/>
              <a:defRPr sz="1400"/>
            </a:lvl9pPr>
          </a:lstStyle>
          <a:p>
            <a:endParaRPr/>
          </a:p>
        </p:txBody>
      </p:sp>
      <p:sp>
        <p:nvSpPr>
          <p:cNvPr id="154" name="Google Shape;154;p30"/>
          <p:cNvSpPr txBox="1">
            <a:spLocks noGrp="1"/>
          </p:cNvSpPr>
          <p:nvPr>
            <p:ph type="subTitle" idx="1"/>
          </p:nvPr>
        </p:nvSpPr>
        <p:spPr>
          <a:xfrm>
            <a:off x="690446" y="580278"/>
            <a:ext cx="1674300" cy="5724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900"/>
              <a:buNone/>
              <a:defRPr/>
            </a:lvl1pPr>
            <a:lvl2pPr lvl="1" algn="r" rtl="0">
              <a:lnSpc>
                <a:spcPct val="100000"/>
              </a:lnSpc>
              <a:spcBef>
                <a:spcPts val="0"/>
              </a:spcBef>
              <a:spcAft>
                <a:spcPts val="0"/>
              </a:spcAft>
              <a:buSzPts val="900"/>
              <a:buNone/>
              <a:defRPr sz="900"/>
            </a:lvl2pPr>
            <a:lvl3pPr lvl="2" algn="r" rtl="0">
              <a:lnSpc>
                <a:spcPct val="100000"/>
              </a:lnSpc>
              <a:spcBef>
                <a:spcPts val="0"/>
              </a:spcBef>
              <a:spcAft>
                <a:spcPts val="0"/>
              </a:spcAft>
              <a:buSzPts val="900"/>
              <a:buNone/>
              <a:defRPr sz="900"/>
            </a:lvl3pPr>
            <a:lvl4pPr lvl="3" algn="r" rtl="0">
              <a:lnSpc>
                <a:spcPct val="100000"/>
              </a:lnSpc>
              <a:spcBef>
                <a:spcPts val="0"/>
              </a:spcBef>
              <a:spcAft>
                <a:spcPts val="0"/>
              </a:spcAft>
              <a:buSzPts val="900"/>
              <a:buNone/>
              <a:defRPr sz="900"/>
            </a:lvl4pPr>
            <a:lvl5pPr lvl="4" algn="r" rtl="0">
              <a:lnSpc>
                <a:spcPct val="100000"/>
              </a:lnSpc>
              <a:spcBef>
                <a:spcPts val="0"/>
              </a:spcBef>
              <a:spcAft>
                <a:spcPts val="0"/>
              </a:spcAft>
              <a:buSzPts val="900"/>
              <a:buNone/>
              <a:defRPr sz="900"/>
            </a:lvl5pPr>
            <a:lvl6pPr lvl="5" algn="r" rtl="0">
              <a:lnSpc>
                <a:spcPct val="100000"/>
              </a:lnSpc>
              <a:spcBef>
                <a:spcPts val="0"/>
              </a:spcBef>
              <a:spcAft>
                <a:spcPts val="0"/>
              </a:spcAft>
              <a:buSzPts val="900"/>
              <a:buNone/>
              <a:defRPr sz="900"/>
            </a:lvl6pPr>
            <a:lvl7pPr lvl="6" algn="r" rtl="0">
              <a:lnSpc>
                <a:spcPct val="100000"/>
              </a:lnSpc>
              <a:spcBef>
                <a:spcPts val="0"/>
              </a:spcBef>
              <a:spcAft>
                <a:spcPts val="0"/>
              </a:spcAft>
              <a:buSzPts val="900"/>
              <a:buNone/>
              <a:defRPr sz="900"/>
            </a:lvl7pPr>
            <a:lvl8pPr lvl="7" algn="r" rtl="0">
              <a:lnSpc>
                <a:spcPct val="100000"/>
              </a:lnSpc>
              <a:spcBef>
                <a:spcPts val="0"/>
              </a:spcBef>
              <a:spcAft>
                <a:spcPts val="0"/>
              </a:spcAft>
              <a:buSzPts val="900"/>
              <a:buNone/>
              <a:defRPr sz="900"/>
            </a:lvl8pPr>
            <a:lvl9pPr lvl="8" algn="r" rtl="0">
              <a:lnSpc>
                <a:spcPct val="100000"/>
              </a:lnSpc>
              <a:spcBef>
                <a:spcPts val="0"/>
              </a:spcBef>
              <a:spcAft>
                <a:spcPts val="0"/>
              </a:spcAft>
              <a:buSzPts val="900"/>
              <a:buNone/>
              <a:defRPr sz="900"/>
            </a:lvl9pPr>
          </a:lstStyle>
          <a:p>
            <a:endParaRPr/>
          </a:p>
        </p:txBody>
      </p:sp>
      <p:sp>
        <p:nvSpPr>
          <p:cNvPr id="155" name="Google Shape;155;p30"/>
          <p:cNvSpPr txBox="1">
            <a:spLocks noGrp="1"/>
          </p:cNvSpPr>
          <p:nvPr>
            <p:ph type="title" idx="3" hasCustomPrompt="1"/>
          </p:nvPr>
        </p:nvSpPr>
        <p:spPr>
          <a:xfrm>
            <a:off x="2118448" y="544448"/>
            <a:ext cx="1107600" cy="577800"/>
          </a:xfrm>
          <a:prstGeom prst="rect">
            <a:avLst/>
          </a:prstGeom>
        </p:spPr>
        <p:txBody>
          <a:bodyPr spcFirstLastPara="1" wrap="square" lIns="91425" tIns="91425" rIns="91425" bIns="91425" anchor="ctr" anchorCtr="0">
            <a:noAutofit/>
          </a:bodyPr>
          <a:lstStyle>
            <a:lvl1pPr lvl="0" algn="r" rtl="0">
              <a:spcBef>
                <a:spcPts val="0"/>
              </a:spcBef>
              <a:spcAft>
                <a:spcPts val="0"/>
              </a:spcAft>
              <a:buSzPts val="4800"/>
              <a:buNone/>
              <a:defRPr sz="3600"/>
            </a:lvl1pPr>
            <a:lvl2pPr lvl="1" algn="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2pPr>
            <a:lvl3pPr lvl="2" algn="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3pPr>
            <a:lvl4pPr lvl="3" algn="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4pPr>
            <a:lvl5pPr lvl="4" algn="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5pPr>
            <a:lvl6pPr lvl="5" algn="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6pPr>
            <a:lvl7pPr lvl="6" algn="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7pPr>
            <a:lvl8pPr lvl="7" algn="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8pPr>
            <a:lvl9pPr lvl="8" algn="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9pPr>
          </a:lstStyle>
          <a:p>
            <a:r>
              <a:t>xx%</a:t>
            </a:r>
          </a:p>
        </p:txBody>
      </p:sp>
      <p:sp>
        <p:nvSpPr>
          <p:cNvPr id="156" name="Google Shape;156;p30"/>
          <p:cNvSpPr txBox="1">
            <a:spLocks noGrp="1"/>
          </p:cNvSpPr>
          <p:nvPr>
            <p:ph type="title" idx="4" hasCustomPrompt="1"/>
          </p:nvPr>
        </p:nvSpPr>
        <p:spPr>
          <a:xfrm>
            <a:off x="2105406" y="1515808"/>
            <a:ext cx="1107600" cy="577800"/>
          </a:xfrm>
          <a:prstGeom prst="rect">
            <a:avLst/>
          </a:prstGeom>
        </p:spPr>
        <p:txBody>
          <a:bodyPr spcFirstLastPara="1" wrap="square" lIns="91425" tIns="91425" rIns="91425" bIns="91425" anchor="ctr" anchorCtr="0">
            <a:noAutofit/>
          </a:bodyPr>
          <a:lstStyle>
            <a:lvl1pPr lvl="0" algn="r" rtl="0">
              <a:spcBef>
                <a:spcPts val="0"/>
              </a:spcBef>
              <a:spcAft>
                <a:spcPts val="0"/>
              </a:spcAft>
              <a:buSzPts val="4800"/>
              <a:buNone/>
              <a:defRPr sz="3600"/>
            </a:lvl1pPr>
            <a:lvl2pPr lvl="1"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2pPr>
            <a:lvl3pPr lvl="2"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3pPr>
            <a:lvl4pPr lvl="3"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4pPr>
            <a:lvl5pPr lvl="4"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5pPr>
            <a:lvl6pPr lvl="5"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6pPr>
            <a:lvl7pPr lvl="6"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7pPr>
            <a:lvl8pPr lvl="7"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8pPr>
            <a:lvl9pPr lvl="8"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9pPr>
          </a:lstStyle>
          <a:p>
            <a:r>
              <a:t>xx%</a:t>
            </a:r>
          </a:p>
        </p:txBody>
      </p:sp>
      <p:sp>
        <p:nvSpPr>
          <p:cNvPr id="157" name="Google Shape;157;p30"/>
          <p:cNvSpPr txBox="1">
            <a:spLocks noGrp="1"/>
          </p:cNvSpPr>
          <p:nvPr>
            <p:ph type="title" idx="5" hasCustomPrompt="1"/>
          </p:nvPr>
        </p:nvSpPr>
        <p:spPr>
          <a:xfrm>
            <a:off x="2105406" y="2487168"/>
            <a:ext cx="1107600" cy="577800"/>
          </a:xfrm>
          <a:prstGeom prst="rect">
            <a:avLst/>
          </a:prstGeom>
        </p:spPr>
        <p:txBody>
          <a:bodyPr spcFirstLastPara="1" wrap="square" lIns="91425" tIns="91425" rIns="91425" bIns="91425" anchor="ctr" anchorCtr="0">
            <a:noAutofit/>
          </a:bodyPr>
          <a:lstStyle>
            <a:lvl1pPr lvl="0" algn="r" rtl="0">
              <a:spcBef>
                <a:spcPts val="0"/>
              </a:spcBef>
              <a:spcAft>
                <a:spcPts val="0"/>
              </a:spcAft>
              <a:buSzPts val="4800"/>
              <a:buNone/>
              <a:defRPr sz="3600"/>
            </a:lvl1pPr>
            <a:lvl2pPr lvl="1"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2pPr>
            <a:lvl3pPr lvl="2"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3pPr>
            <a:lvl4pPr lvl="3"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4pPr>
            <a:lvl5pPr lvl="4"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5pPr>
            <a:lvl6pPr lvl="5"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6pPr>
            <a:lvl7pPr lvl="6"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7pPr>
            <a:lvl8pPr lvl="7"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8pPr>
            <a:lvl9pPr lvl="8"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9pPr>
          </a:lstStyle>
          <a:p>
            <a:r>
              <a:t>xx%</a:t>
            </a:r>
          </a:p>
        </p:txBody>
      </p:sp>
      <p:sp>
        <p:nvSpPr>
          <p:cNvPr id="158" name="Google Shape;158;p30"/>
          <p:cNvSpPr txBox="1">
            <a:spLocks noGrp="1"/>
          </p:cNvSpPr>
          <p:nvPr>
            <p:ph type="title" idx="6" hasCustomPrompt="1"/>
          </p:nvPr>
        </p:nvSpPr>
        <p:spPr>
          <a:xfrm>
            <a:off x="5922008" y="2092638"/>
            <a:ext cx="1072200" cy="577800"/>
          </a:xfrm>
          <a:prstGeom prst="rect">
            <a:avLst/>
          </a:prstGeom>
        </p:spPr>
        <p:txBody>
          <a:bodyPr spcFirstLastPara="1" wrap="square" lIns="91425" tIns="91425" rIns="91425" bIns="91425" anchor="ctr" anchorCtr="0">
            <a:noAutofit/>
          </a:bodyPr>
          <a:lstStyle>
            <a:lvl1pPr lvl="0" rtl="0">
              <a:spcBef>
                <a:spcPts val="0"/>
              </a:spcBef>
              <a:spcAft>
                <a:spcPts val="0"/>
              </a:spcAft>
              <a:buSzPts val="4800"/>
              <a:buNone/>
              <a:defRPr sz="3600"/>
            </a:lvl1pPr>
            <a:lvl2pPr lvl="1" algn="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2pPr>
            <a:lvl3pPr lvl="2" algn="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3pPr>
            <a:lvl4pPr lvl="3" algn="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4pPr>
            <a:lvl5pPr lvl="4" algn="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5pPr>
            <a:lvl6pPr lvl="5" algn="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6pPr>
            <a:lvl7pPr lvl="6" algn="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7pPr>
            <a:lvl8pPr lvl="7" algn="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8pPr>
            <a:lvl9pPr lvl="8" algn="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9pPr>
          </a:lstStyle>
          <a:p>
            <a:r>
              <a:t>xx%</a:t>
            </a:r>
          </a:p>
        </p:txBody>
      </p:sp>
      <p:sp>
        <p:nvSpPr>
          <p:cNvPr id="159" name="Google Shape;159;p30"/>
          <p:cNvSpPr txBox="1">
            <a:spLocks noGrp="1"/>
          </p:cNvSpPr>
          <p:nvPr>
            <p:ph type="title" idx="7" hasCustomPrompt="1"/>
          </p:nvPr>
        </p:nvSpPr>
        <p:spPr>
          <a:xfrm>
            <a:off x="5922008" y="3112336"/>
            <a:ext cx="1072200" cy="577800"/>
          </a:xfrm>
          <a:prstGeom prst="rect">
            <a:avLst/>
          </a:prstGeom>
        </p:spPr>
        <p:txBody>
          <a:bodyPr spcFirstLastPara="1" wrap="square" lIns="91425" tIns="91425" rIns="91425" bIns="91425" anchor="ctr" anchorCtr="0">
            <a:noAutofit/>
          </a:bodyPr>
          <a:lstStyle>
            <a:lvl1pPr lvl="0" rtl="0">
              <a:spcBef>
                <a:spcPts val="0"/>
              </a:spcBef>
              <a:spcAft>
                <a:spcPts val="0"/>
              </a:spcAft>
              <a:buSzPts val="4800"/>
              <a:buNone/>
              <a:defRPr sz="3600"/>
            </a:lvl1pPr>
            <a:lvl2pPr lvl="1"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2pPr>
            <a:lvl3pPr lvl="2"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3pPr>
            <a:lvl4pPr lvl="3"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4pPr>
            <a:lvl5pPr lvl="4"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5pPr>
            <a:lvl6pPr lvl="5"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6pPr>
            <a:lvl7pPr lvl="6"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7pPr>
            <a:lvl8pPr lvl="7"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8pPr>
            <a:lvl9pPr lvl="8"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9pPr>
          </a:lstStyle>
          <a:p>
            <a:r>
              <a:t>xx%</a:t>
            </a:r>
          </a:p>
        </p:txBody>
      </p:sp>
      <p:sp>
        <p:nvSpPr>
          <p:cNvPr id="160" name="Google Shape;160;p30"/>
          <p:cNvSpPr txBox="1">
            <a:spLocks noGrp="1"/>
          </p:cNvSpPr>
          <p:nvPr>
            <p:ph type="title" idx="8" hasCustomPrompt="1"/>
          </p:nvPr>
        </p:nvSpPr>
        <p:spPr>
          <a:xfrm>
            <a:off x="5922008" y="4132033"/>
            <a:ext cx="1072200" cy="577800"/>
          </a:xfrm>
          <a:prstGeom prst="rect">
            <a:avLst/>
          </a:prstGeom>
        </p:spPr>
        <p:txBody>
          <a:bodyPr spcFirstLastPara="1" wrap="square" lIns="91425" tIns="91425" rIns="91425" bIns="91425" anchor="ctr" anchorCtr="0">
            <a:noAutofit/>
          </a:bodyPr>
          <a:lstStyle>
            <a:lvl1pPr lvl="0" rtl="0">
              <a:spcBef>
                <a:spcPts val="0"/>
              </a:spcBef>
              <a:spcAft>
                <a:spcPts val="0"/>
              </a:spcAft>
              <a:buSzPts val="4800"/>
              <a:buNone/>
              <a:defRPr sz="3600"/>
            </a:lvl1pPr>
            <a:lvl2pPr lvl="1"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2pPr>
            <a:lvl3pPr lvl="2"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3pPr>
            <a:lvl4pPr lvl="3"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4pPr>
            <a:lvl5pPr lvl="4"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5pPr>
            <a:lvl6pPr lvl="5"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6pPr>
            <a:lvl7pPr lvl="6"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7pPr>
            <a:lvl8pPr lvl="7"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8pPr>
            <a:lvl9pPr lvl="8"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9pPr>
          </a:lstStyle>
          <a:p>
            <a:r>
              <a:t>xx%</a:t>
            </a:r>
          </a:p>
        </p:txBody>
      </p:sp>
      <p:sp>
        <p:nvSpPr>
          <p:cNvPr id="161" name="Google Shape;161;p30"/>
          <p:cNvSpPr txBox="1">
            <a:spLocks noGrp="1"/>
          </p:cNvSpPr>
          <p:nvPr>
            <p:ph type="ctrTitle" idx="9"/>
          </p:nvPr>
        </p:nvSpPr>
        <p:spPr>
          <a:xfrm>
            <a:off x="390296" y="1167854"/>
            <a:ext cx="1974300" cy="577800"/>
          </a:xfrm>
          <a:prstGeom prst="rect">
            <a:avLst/>
          </a:prstGeom>
        </p:spPr>
        <p:txBody>
          <a:bodyPr spcFirstLastPara="1" wrap="square" lIns="91425" tIns="91425" rIns="91425" bIns="91425" anchor="b" anchorCtr="0">
            <a:noAutofit/>
          </a:bodyPr>
          <a:lstStyle>
            <a:lvl1pPr lvl="0" algn="r" rtl="0">
              <a:spcBef>
                <a:spcPts val="0"/>
              </a:spcBef>
              <a:spcAft>
                <a:spcPts val="0"/>
              </a:spcAft>
              <a:buSzPts val="1400"/>
              <a:buNone/>
              <a:defRPr sz="1400"/>
            </a:lvl1pPr>
            <a:lvl2pPr lvl="1" algn="r" rtl="0">
              <a:spcBef>
                <a:spcPts val="0"/>
              </a:spcBef>
              <a:spcAft>
                <a:spcPts val="0"/>
              </a:spcAft>
              <a:buSzPts val="1400"/>
              <a:buNone/>
              <a:defRPr sz="1400"/>
            </a:lvl2pPr>
            <a:lvl3pPr lvl="2" algn="r" rtl="0">
              <a:spcBef>
                <a:spcPts val="0"/>
              </a:spcBef>
              <a:spcAft>
                <a:spcPts val="0"/>
              </a:spcAft>
              <a:buSzPts val="1400"/>
              <a:buNone/>
              <a:defRPr sz="1400"/>
            </a:lvl3pPr>
            <a:lvl4pPr lvl="3" algn="r" rtl="0">
              <a:spcBef>
                <a:spcPts val="0"/>
              </a:spcBef>
              <a:spcAft>
                <a:spcPts val="0"/>
              </a:spcAft>
              <a:buSzPts val="1400"/>
              <a:buNone/>
              <a:defRPr sz="1400"/>
            </a:lvl4pPr>
            <a:lvl5pPr lvl="4" algn="r" rtl="0">
              <a:spcBef>
                <a:spcPts val="0"/>
              </a:spcBef>
              <a:spcAft>
                <a:spcPts val="0"/>
              </a:spcAft>
              <a:buSzPts val="1400"/>
              <a:buNone/>
              <a:defRPr sz="1400"/>
            </a:lvl5pPr>
            <a:lvl6pPr lvl="5" algn="r" rtl="0">
              <a:spcBef>
                <a:spcPts val="0"/>
              </a:spcBef>
              <a:spcAft>
                <a:spcPts val="0"/>
              </a:spcAft>
              <a:buSzPts val="1400"/>
              <a:buNone/>
              <a:defRPr sz="1400"/>
            </a:lvl6pPr>
            <a:lvl7pPr lvl="6" algn="r" rtl="0">
              <a:spcBef>
                <a:spcPts val="0"/>
              </a:spcBef>
              <a:spcAft>
                <a:spcPts val="0"/>
              </a:spcAft>
              <a:buSzPts val="1400"/>
              <a:buNone/>
              <a:defRPr sz="1400"/>
            </a:lvl7pPr>
            <a:lvl8pPr lvl="7" algn="r" rtl="0">
              <a:spcBef>
                <a:spcPts val="0"/>
              </a:spcBef>
              <a:spcAft>
                <a:spcPts val="0"/>
              </a:spcAft>
              <a:buSzPts val="1400"/>
              <a:buNone/>
              <a:defRPr sz="1400"/>
            </a:lvl8pPr>
            <a:lvl9pPr lvl="8" algn="r" rtl="0">
              <a:spcBef>
                <a:spcPts val="0"/>
              </a:spcBef>
              <a:spcAft>
                <a:spcPts val="0"/>
              </a:spcAft>
              <a:buSzPts val="1400"/>
              <a:buNone/>
              <a:defRPr sz="1400"/>
            </a:lvl9pPr>
          </a:lstStyle>
          <a:p>
            <a:endParaRPr/>
          </a:p>
        </p:txBody>
      </p:sp>
      <p:sp>
        <p:nvSpPr>
          <p:cNvPr id="162" name="Google Shape;162;p30"/>
          <p:cNvSpPr txBox="1">
            <a:spLocks noGrp="1"/>
          </p:cNvSpPr>
          <p:nvPr>
            <p:ph type="subTitle" idx="13"/>
          </p:nvPr>
        </p:nvSpPr>
        <p:spPr>
          <a:xfrm>
            <a:off x="690446" y="1546477"/>
            <a:ext cx="1674300" cy="5724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900"/>
              <a:buNone/>
              <a:defRPr/>
            </a:lvl1pPr>
            <a:lvl2pPr lvl="1" algn="r" rtl="0">
              <a:lnSpc>
                <a:spcPct val="100000"/>
              </a:lnSpc>
              <a:spcBef>
                <a:spcPts val="0"/>
              </a:spcBef>
              <a:spcAft>
                <a:spcPts val="0"/>
              </a:spcAft>
              <a:buSzPts val="900"/>
              <a:buNone/>
              <a:defRPr sz="900"/>
            </a:lvl2pPr>
            <a:lvl3pPr lvl="2" algn="r" rtl="0">
              <a:lnSpc>
                <a:spcPct val="100000"/>
              </a:lnSpc>
              <a:spcBef>
                <a:spcPts val="0"/>
              </a:spcBef>
              <a:spcAft>
                <a:spcPts val="0"/>
              </a:spcAft>
              <a:buSzPts val="900"/>
              <a:buNone/>
              <a:defRPr sz="900"/>
            </a:lvl3pPr>
            <a:lvl4pPr lvl="3" algn="r" rtl="0">
              <a:lnSpc>
                <a:spcPct val="100000"/>
              </a:lnSpc>
              <a:spcBef>
                <a:spcPts val="0"/>
              </a:spcBef>
              <a:spcAft>
                <a:spcPts val="0"/>
              </a:spcAft>
              <a:buSzPts val="900"/>
              <a:buNone/>
              <a:defRPr sz="900"/>
            </a:lvl4pPr>
            <a:lvl5pPr lvl="4" algn="r" rtl="0">
              <a:lnSpc>
                <a:spcPct val="100000"/>
              </a:lnSpc>
              <a:spcBef>
                <a:spcPts val="0"/>
              </a:spcBef>
              <a:spcAft>
                <a:spcPts val="0"/>
              </a:spcAft>
              <a:buSzPts val="900"/>
              <a:buNone/>
              <a:defRPr sz="900"/>
            </a:lvl5pPr>
            <a:lvl6pPr lvl="5" algn="r" rtl="0">
              <a:lnSpc>
                <a:spcPct val="100000"/>
              </a:lnSpc>
              <a:spcBef>
                <a:spcPts val="0"/>
              </a:spcBef>
              <a:spcAft>
                <a:spcPts val="0"/>
              </a:spcAft>
              <a:buSzPts val="900"/>
              <a:buNone/>
              <a:defRPr sz="900"/>
            </a:lvl6pPr>
            <a:lvl7pPr lvl="6" algn="r" rtl="0">
              <a:lnSpc>
                <a:spcPct val="100000"/>
              </a:lnSpc>
              <a:spcBef>
                <a:spcPts val="0"/>
              </a:spcBef>
              <a:spcAft>
                <a:spcPts val="0"/>
              </a:spcAft>
              <a:buSzPts val="900"/>
              <a:buNone/>
              <a:defRPr sz="900"/>
            </a:lvl7pPr>
            <a:lvl8pPr lvl="7" algn="r" rtl="0">
              <a:lnSpc>
                <a:spcPct val="100000"/>
              </a:lnSpc>
              <a:spcBef>
                <a:spcPts val="0"/>
              </a:spcBef>
              <a:spcAft>
                <a:spcPts val="0"/>
              </a:spcAft>
              <a:buSzPts val="900"/>
              <a:buNone/>
              <a:defRPr sz="900"/>
            </a:lvl8pPr>
            <a:lvl9pPr lvl="8" algn="r" rtl="0">
              <a:lnSpc>
                <a:spcPct val="100000"/>
              </a:lnSpc>
              <a:spcBef>
                <a:spcPts val="0"/>
              </a:spcBef>
              <a:spcAft>
                <a:spcPts val="0"/>
              </a:spcAft>
              <a:buSzPts val="900"/>
              <a:buNone/>
              <a:defRPr sz="900"/>
            </a:lvl9pPr>
          </a:lstStyle>
          <a:p>
            <a:endParaRPr/>
          </a:p>
        </p:txBody>
      </p:sp>
      <p:sp>
        <p:nvSpPr>
          <p:cNvPr id="163" name="Google Shape;163;p30"/>
          <p:cNvSpPr txBox="1">
            <a:spLocks noGrp="1"/>
          </p:cNvSpPr>
          <p:nvPr>
            <p:ph type="ctrTitle" idx="14"/>
          </p:nvPr>
        </p:nvSpPr>
        <p:spPr>
          <a:xfrm>
            <a:off x="390296" y="2141336"/>
            <a:ext cx="1974300" cy="577800"/>
          </a:xfrm>
          <a:prstGeom prst="rect">
            <a:avLst/>
          </a:prstGeom>
        </p:spPr>
        <p:txBody>
          <a:bodyPr spcFirstLastPara="1" wrap="square" lIns="91425" tIns="91425" rIns="91425" bIns="91425" anchor="b" anchorCtr="0">
            <a:noAutofit/>
          </a:bodyPr>
          <a:lstStyle>
            <a:lvl1pPr lvl="0" algn="r" rtl="0">
              <a:spcBef>
                <a:spcPts val="0"/>
              </a:spcBef>
              <a:spcAft>
                <a:spcPts val="0"/>
              </a:spcAft>
              <a:buSzPts val="1400"/>
              <a:buNone/>
              <a:defRPr sz="1400"/>
            </a:lvl1pPr>
            <a:lvl2pPr lvl="1" algn="r" rtl="0">
              <a:spcBef>
                <a:spcPts val="0"/>
              </a:spcBef>
              <a:spcAft>
                <a:spcPts val="0"/>
              </a:spcAft>
              <a:buSzPts val="1400"/>
              <a:buNone/>
              <a:defRPr sz="1400"/>
            </a:lvl2pPr>
            <a:lvl3pPr lvl="2" algn="r" rtl="0">
              <a:spcBef>
                <a:spcPts val="0"/>
              </a:spcBef>
              <a:spcAft>
                <a:spcPts val="0"/>
              </a:spcAft>
              <a:buSzPts val="1400"/>
              <a:buNone/>
              <a:defRPr sz="1400"/>
            </a:lvl3pPr>
            <a:lvl4pPr lvl="3" algn="r" rtl="0">
              <a:spcBef>
                <a:spcPts val="0"/>
              </a:spcBef>
              <a:spcAft>
                <a:spcPts val="0"/>
              </a:spcAft>
              <a:buSzPts val="1400"/>
              <a:buNone/>
              <a:defRPr sz="1400"/>
            </a:lvl4pPr>
            <a:lvl5pPr lvl="4" algn="r" rtl="0">
              <a:spcBef>
                <a:spcPts val="0"/>
              </a:spcBef>
              <a:spcAft>
                <a:spcPts val="0"/>
              </a:spcAft>
              <a:buSzPts val="1400"/>
              <a:buNone/>
              <a:defRPr sz="1400"/>
            </a:lvl5pPr>
            <a:lvl6pPr lvl="5" algn="r" rtl="0">
              <a:spcBef>
                <a:spcPts val="0"/>
              </a:spcBef>
              <a:spcAft>
                <a:spcPts val="0"/>
              </a:spcAft>
              <a:buSzPts val="1400"/>
              <a:buNone/>
              <a:defRPr sz="1400"/>
            </a:lvl6pPr>
            <a:lvl7pPr lvl="6" algn="r" rtl="0">
              <a:spcBef>
                <a:spcPts val="0"/>
              </a:spcBef>
              <a:spcAft>
                <a:spcPts val="0"/>
              </a:spcAft>
              <a:buSzPts val="1400"/>
              <a:buNone/>
              <a:defRPr sz="1400"/>
            </a:lvl7pPr>
            <a:lvl8pPr lvl="7" algn="r" rtl="0">
              <a:spcBef>
                <a:spcPts val="0"/>
              </a:spcBef>
              <a:spcAft>
                <a:spcPts val="0"/>
              </a:spcAft>
              <a:buSzPts val="1400"/>
              <a:buNone/>
              <a:defRPr sz="1400"/>
            </a:lvl8pPr>
            <a:lvl9pPr lvl="8" algn="r" rtl="0">
              <a:spcBef>
                <a:spcPts val="0"/>
              </a:spcBef>
              <a:spcAft>
                <a:spcPts val="0"/>
              </a:spcAft>
              <a:buSzPts val="1400"/>
              <a:buNone/>
              <a:defRPr sz="1400"/>
            </a:lvl9pPr>
          </a:lstStyle>
          <a:p>
            <a:endParaRPr/>
          </a:p>
        </p:txBody>
      </p:sp>
      <p:sp>
        <p:nvSpPr>
          <p:cNvPr id="164" name="Google Shape;164;p30"/>
          <p:cNvSpPr txBox="1">
            <a:spLocks noGrp="1"/>
          </p:cNvSpPr>
          <p:nvPr>
            <p:ph type="subTitle" idx="15"/>
          </p:nvPr>
        </p:nvSpPr>
        <p:spPr>
          <a:xfrm>
            <a:off x="690446" y="2519956"/>
            <a:ext cx="1674300" cy="5724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900"/>
              <a:buNone/>
              <a:defRPr/>
            </a:lvl1pPr>
            <a:lvl2pPr lvl="1" algn="r" rtl="0">
              <a:lnSpc>
                <a:spcPct val="100000"/>
              </a:lnSpc>
              <a:spcBef>
                <a:spcPts val="0"/>
              </a:spcBef>
              <a:spcAft>
                <a:spcPts val="0"/>
              </a:spcAft>
              <a:buSzPts val="900"/>
              <a:buNone/>
              <a:defRPr sz="900"/>
            </a:lvl2pPr>
            <a:lvl3pPr lvl="2" algn="r" rtl="0">
              <a:lnSpc>
                <a:spcPct val="100000"/>
              </a:lnSpc>
              <a:spcBef>
                <a:spcPts val="0"/>
              </a:spcBef>
              <a:spcAft>
                <a:spcPts val="0"/>
              </a:spcAft>
              <a:buSzPts val="900"/>
              <a:buNone/>
              <a:defRPr sz="900"/>
            </a:lvl3pPr>
            <a:lvl4pPr lvl="3" algn="r" rtl="0">
              <a:lnSpc>
                <a:spcPct val="100000"/>
              </a:lnSpc>
              <a:spcBef>
                <a:spcPts val="0"/>
              </a:spcBef>
              <a:spcAft>
                <a:spcPts val="0"/>
              </a:spcAft>
              <a:buSzPts val="900"/>
              <a:buNone/>
              <a:defRPr sz="900"/>
            </a:lvl4pPr>
            <a:lvl5pPr lvl="4" algn="r" rtl="0">
              <a:lnSpc>
                <a:spcPct val="100000"/>
              </a:lnSpc>
              <a:spcBef>
                <a:spcPts val="0"/>
              </a:spcBef>
              <a:spcAft>
                <a:spcPts val="0"/>
              </a:spcAft>
              <a:buSzPts val="900"/>
              <a:buNone/>
              <a:defRPr sz="900"/>
            </a:lvl5pPr>
            <a:lvl6pPr lvl="5" algn="r" rtl="0">
              <a:lnSpc>
                <a:spcPct val="100000"/>
              </a:lnSpc>
              <a:spcBef>
                <a:spcPts val="0"/>
              </a:spcBef>
              <a:spcAft>
                <a:spcPts val="0"/>
              </a:spcAft>
              <a:buSzPts val="900"/>
              <a:buNone/>
              <a:defRPr sz="900"/>
            </a:lvl6pPr>
            <a:lvl7pPr lvl="6" algn="r" rtl="0">
              <a:lnSpc>
                <a:spcPct val="100000"/>
              </a:lnSpc>
              <a:spcBef>
                <a:spcPts val="0"/>
              </a:spcBef>
              <a:spcAft>
                <a:spcPts val="0"/>
              </a:spcAft>
              <a:buSzPts val="900"/>
              <a:buNone/>
              <a:defRPr sz="900"/>
            </a:lvl7pPr>
            <a:lvl8pPr lvl="7" algn="r" rtl="0">
              <a:lnSpc>
                <a:spcPct val="100000"/>
              </a:lnSpc>
              <a:spcBef>
                <a:spcPts val="0"/>
              </a:spcBef>
              <a:spcAft>
                <a:spcPts val="0"/>
              </a:spcAft>
              <a:buSzPts val="900"/>
              <a:buNone/>
              <a:defRPr sz="900"/>
            </a:lvl8pPr>
            <a:lvl9pPr lvl="8" algn="r" rtl="0">
              <a:lnSpc>
                <a:spcPct val="100000"/>
              </a:lnSpc>
              <a:spcBef>
                <a:spcPts val="0"/>
              </a:spcBef>
              <a:spcAft>
                <a:spcPts val="0"/>
              </a:spcAft>
              <a:buSzPts val="900"/>
              <a:buNone/>
              <a:defRPr sz="900"/>
            </a:lvl9pPr>
          </a:lstStyle>
          <a:p>
            <a:endParaRPr/>
          </a:p>
        </p:txBody>
      </p:sp>
      <p:sp>
        <p:nvSpPr>
          <p:cNvPr id="165" name="Google Shape;165;p30"/>
          <p:cNvSpPr txBox="1">
            <a:spLocks noGrp="1"/>
          </p:cNvSpPr>
          <p:nvPr>
            <p:ph type="ctrTitle" idx="16"/>
          </p:nvPr>
        </p:nvSpPr>
        <p:spPr>
          <a:xfrm>
            <a:off x="6811558" y="1775180"/>
            <a:ext cx="1974300" cy="577800"/>
          </a:xfrm>
          <a:prstGeom prst="rect">
            <a:avLst/>
          </a:prstGeom>
        </p:spPr>
        <p:txBody>
          <a:bodyPr spcFirstLastPara="1" wrap="square" lIns="91425" tIns="91425" rIns="91425" bIns="91425" anchor="b" anchorCtr="0">
            <a:noAutofit/>
          </a:bodyPr>
          <a:lstStyle>
            <a:lvl1pPr lvl="0" rtl="0">
              <a:spcBef>
                <a:spcPts val="0"/>
              </a:spcBef>
              <a:spcAft>
                <a:spcPts val="0"/>
              </a:spcAft>
              <a:buSzPts val="1400"/>
              <a:buNone/>
              <a:defRPr sz="1400"/>
            </a:lvl1pPr>
            <a:lvl2pPr lvl="1" rtl="0">
              <a:spcBef>
                <a:spcPts val="0"/>
              </a:spcBef>
              <a:spcAft>
                <a:spcPts val="0"/>
              </a:spcAft>
              <a:buSzPts val="1400"/>
              <a:buNone/>
              <a:defRPr sz="1400"/>
            </a:lvl2pPr>
            <a:lvl3pPr lvl="2" rtl="0">
              <a:spcBef>
                <a:spcPts val="0"/>
              </a:spcBef>
              <a:spcAft>
                <a:spcPts val="0"/>
              </a:spcAft>
              <a:buSzPts val="1400"/>
              <a:buNone/>
              <a:defRPr sz="1400"/>
            </a:lvl3pPr>
            <a:lvl4pPr lvl="3" rtl="0">
              <a:spcBef>
                <a:spcPts val="0"/>
              </a:spcBef>
              <a:spcAft>
                <a:spcPts val="0"/>
              </a:spcAft>
              <a:buSzPts val="1400"/>
              <a:buNone/>
              <a:defRPr sz="1400"/>
            </a:lvl4pPr>
            <a:lvl5pPr lvl="4" rtl="0">
              <a:spcBef>
                <a:spcPts val="0"/>
              </a:spcBef>
              <a:spcAft>
                <a:spcPts val="0"/>
              </a:spcAft>
              <a:buSzPts val="1400"/>
              <a:buNone/>
              <a:defRPr sz="1400"/>
            </a:lvl5pPr>
            <a:lvl6pPr lvl="5" rtl="0">
              <a:spcBef>
                <a:spcPts val="0"/>
              </a:spcBef>
              <a:spcAft>
                <a:spcPts val="0"/>
              </a:spcAft>
              <a:buSzPts val="1400"/>
              <a:buNone/>
              <a:defRPr sz="1400"/>
            </a:lvl6pPr>
            <a:lvl7pPr lvl="6" rtl="0">
              <a:spcBef>
                <a:spcPts val="0"/>
              </a:spcBef>
              <a:spcAft>
                <a:spcPts val="0"/>
              </a:spcAft>
              <a:buSzPts val="1400"/>
              <a:buNone/>
              <a:defRPr sz="1400"/>
            </a:lvl7pPr>
            <a:lvl8pPr lvl="7" rtl="0">
              <a:spcBef>
                <a:spcPts val="0"/>
              </a:spcBef>
              <a:spcAft>
                <a:spcPts val="0"/>
              </a:spcAft>
              <a:buSzPts val="1400"/>
              <a:buNone/>
              <a:defRPr sz="1400"/>
            </a:lvl8pPr>
            <a:lvl9pPr lvl="8" rtl="0">
              <a:spcBef>
                <a:spcPts val="0"/>
              </a:spcBef>
              <a:spcAft>
                <a:spcPts val="0"/>
              </a:spcAft>
              <a:buSzPts val="1400"/>
              <a:buNone/>
              <a:defRPr sz="1400"/>
            </a:lvl9pPr>
          </a:lstStyle>
          <a:p>
            <a:endParaRPr/>
          </a:p>
        </p:txBody>
      </p:sp>
      <p:sp>
        <p:nvSpPr>
          <p:cNvPr id="166" name="Google Shape;166;p30"/>
          <p:cNvSpPr txBox="1">
            <a:spLocks noGrp="1"/>
          </p:cNvSpPr>
          <p:nvPr>
            <p:ph type="subTitle" idx="17"/>
          </p:nvPr>
        </p:nvSpPr>
        <p:spPr>
          <a:xfrm>
            <a:off x="6811558" y="2153805"/>
            <a:ext cx="1674300" cy="5724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900"/>
              <a:buNone/>
              <a:defRPr/>
            </a:lvl1pPr>
            <a:lvl2pPr lvl="1" rtl="0">
              <a:lnSpc>
                <a:spcPct val="100000"/>
              </a:lnSpc>
              <a:spcBef>
                <a:spcPts val="0"/>
              </a:spcBef>
              <a:spcAft>
                <a:spcPts val="0"/>
              </a:spcAft>
              <a:buSzPts val="900"/>
              <a:buNone/>
              <a:defRPr sz="900"/>
            </a:lvl2pPr>
            <a:lvl3pPr lvl="2" rtl="0">
              <a:lnSpc>
                <a:spcPct val="100000"/>
              </a:lnSpc>
              <a:spcBef>
                <a:spcPts val="0"/>
              </a:spcBef>
              <a:spcAft>
                <a:spcPts val="0"/>
              </a:spcAft>
              <a:buSzPts val="900"/>
              <a:buNone/>
              <a:defRPr sz="900"/>
            </a:lvl3pPr>
            <a:lvl4pPr lvl="3" rtl="0">
              <a:lnSpc>
                <a:spcPct val="100000"/>
              </a:lnSpc>
              <a:spcBef>
                <a:spcPts val="0"/>
              </a:spcBef>
              <a:spcAft>
                <a:spcPts val="0"/>
              </a:spcAft>
              <a:buSzPts val="900"/>
              <a:buNone/>
              <a:defRPr sz="900"/>
            </a:lvl4pPr>
            <a:lvl5pPr lvl="4" rtl="0">
              <a:lnSpc>
                <a:spcPct val="100000"/>
              </a:lnSpc>
              <a:spcBef>
                <a:spcPts val="0"/>
              </a:spcBef>
              <a:spcAft>
                <a:spcPts val="0"/>
              </a:spcAft>
              <a:buSzPts val="900"/>
              <a:buNone/>
              <a:defRPr sz="900"/>
            </a:lvl5pPr>
            <a:lvl6pPr lvl="5" rtl="0">
              <a:lnSpc>
                <a:spcPct val="100000"/>
              </a:lnSpc>
              <a:spcBef>
                <a:spcPts val="0"/>
              </a:spcBef>
              <a:spcAft>
                <a:spcPts val="0"/>
              </a:spcAft>
              <a:buSzPts val="900"/>
              <a:buNone/>
              <a:defRPr sz="900"/>
            </a:lvl6pPr>
            <a:lvl7pPr lvl="6" rtl="0">
              <a:lnSpc>
                <a:spcPct val="100000"/>
              </a:lnSpc>
              <a:spcBef>
                <a:spcPts val="0"/>
              </a:spcBef>
              <a:spcAft>
                <a:spcPts val="0"/>
              </a:spcAft>
              <a:buSzPts val="900"/>
              <a:buNone/>
              <a:defRPr sz="900"/>
            </a:lvl7pPr>
            <a:lvl8pPr lvl="7" rtl="0">
              <a:lnSpc>
                <a:spcPct val="100000"/>
              </a:lnSpc>
              <a:spcBef>
                <a:spcPts val="0"/>
              </a:spcBef>
              <a:spcAft>
                <a:spcPts val="0"/>
              </a:spcAft>
              <a:buSzPts val="900"/>
              <a:buNone/>
              <a:defRPr sz="900"/>
            </a:lvl8pPr>
            <a:lvl9pPr lvl="8" rtl="0">
              <a:lnSpc>
                <a:spcPct val="100000"/>
              </a:lnSpc>
              <a:spcBef>
                <a:spcPts val="0"/>
              </a:spcBef>
              <a:spcAft>
                <a:spcPts val="0"/>
              </a:spcAft>
              <a:buSzPts val="900"/>
              <a:buNone/>
              <a:defRPr sz="900"/>
            </a:lvl9pPr>
          </a:lstStyle>
          <a:p>
            <a:endParaRPr/>
          </a:p>
        </p:txBody>
      </p:sp>
      <p:sp>
        <p:nvSpPr>
          <p:cNvPr id="167" name="Google Shape;167;p30"/>
          <p:cNvSpPr txBox="1">
            <a:spLocks noGrp="1"/>
          </p:cNvSpPr>
          <p:nvPr>
            <p:ph type="ctrTitle" idx="18"/>
          </p:nvPr>
        </p:nvSpPr>
        <p:spPr>
          <a:xfrm>
            <a:off x="6811558" y="2799095"/>
            <a:ext cx="1974300" cy="577800"/>
          </a:xfrm>
          <a:prstGeom prst="rect">
            <a:avLst/>
          </a:prstGeom>
        </p:spPr>
        <p:txBody>
          <a:bodyPr spcFirstLastPara="1" wrap="square" lIns="91425" tIns="91425" rIns="91425" bIns="91425" anchor="b" anchorCtr="0">
            <a:noAutofit/>
          </a:bodyPr>
          <a:lstStyle>
            <a:lvl1pPr lvl="0" rtl="0">
              <a:spcBef>
                <a:spcPts val="0"/>
              </a:spcBef>
              <a:spcAft>
                <a:spcPts val="0"/>
              </a:spcAft>
              <a:buSzPts val="1400"/>
              <a:buNone/>
              <a:defRPr sz="1400"/>
            </a:lvl1pPr>
            <a:lvl2pPr lvl="1" rtl="0">
              <a:spcBef>
                <a:spcPts val="0"/>
              </a:spcBef>
              <a:spcAft>
                <a:spcPts val="0"/>
              </a:spcAft>
              <a:buSzPts val="1400"/>
              <a:buNone/>
              <a:defRPr sz="1400"/>
            </a:lvl2pPr>
            <a:lvl3pPr lvl="2" rtl="0">
              <a:spcBef>
                <a:spcPts val="0"/>
              </a:spcBef>
              <a:spcAft>
                <a:spcPts val="0"/>
              </a:spcAft>
              <a:buSzPts val="1400"/>
              <a:buNone/>
              <a:defRPr sz="1400"/>
            </a:lvl3pPr>
            <a:lvl4pPr lvl="3" rtl="0">
              <a:spcBef>
                <a:spcPts val="0"/>
              </a:spcBef>
              <a:spcAft>
                <a:spcPts val="0"/>
              </a:spcAft>
              <a:buSzPts val="1400"/>
              <a:buNone/>
              <a:defRPr sz="1400"/>
            </a:lvl4pPr>
            <a:lvl5pPr lvl="4" rtl="0">
              <a:spcBef>
                <a:spcPts val="0"/>
              </a:spcBef>
              <a:spcAft>
                <a:spcPts val="0"/>
              </a:spcAft>
              <a:buSzPts val="1400"/>
              <a:buNone/>
              <a:defRPr sz="1400"/>
            </a:lvl5pPr>
            <a:lvl6pPr lvl="5" rtl="0">
              <a:spcBef>
                <a:spcPts val="0"/>
              </a:spcBef>
              <a:spcAft>
                <a:spcPts val="0"/>
              </a:spcAft>
              <a:buSzPts val="1400"/>
              <a:buNone/>
              <a:defRPr sz="1400"/>
            </a:lvl6pPr>
            <a:lvl7pPr lvl="6" rtl="0">
              <a:spcBef>
                <a:spcPts val="0"/>
              </a:spcBef>
              <a:spcAft>
                <a:spcPts val="0"/>
              </a:spcAft>
              <a:buSzPts val="1400"/>
              <a:buNone/>
              <a:defRPr sz="1400"/>
            </a:lvl7pPr>
            <a:lvl8pPr lvl="7" rtl="0">
              <a:spcBef>
                <a:spcPts val="0"/>
              </a:spcBef>
              <a:spcAft>
                <a:spcPts val="0"/>
              </a:spcAft>
              <a:buSzPts val="1400"/>
              <a:buNone/>
              <a:defRPr sz="1400"/>
            </a:lvl8pPr>
            <a:lvl9pPr lvl="8" rtl="0">
              <a:spcBef>
                <a:spcPts val="0"/>
              </a:spcBef>
              <a:spcAft>
                <a:spcPts val="0"/>
              </a:spcAft>
              <a:buSzPts val="1400"/>
              <a:buNone/>
              <a:defRPr sz="1400"/>
            </a:lvl9pPr>
          </a:lstStyle>
          <a:p>
            <a:endParaRPr/>
          </a:p>
        </p:txBody>
      </p:sp>
      <p:sp>
        <p:nvSpPr>
          <p:cNvPr id="168" name="Google Shape;168;p30"/>
          <p:cNvSpPr txBox="1">
            <a:spLocks noGrp="1"/>
          </p:cNvSpPr>
          <p:nvPr>
            <p:ph type="subTitle" idx="19"/>
          </p:nvPr>
        </p:nvSpPr>
        <p:spPr>
          <a:xfrm>
            <a:off x="6811558" y="3177717"/>
            <a:ext cx="1674300" cy="5724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900"/>
              <a:buNone/>
              <a:defRPr/>
            </a:lvl1pPr>
            <a:lvl2pPr lvl="1" rtl="0">
              <a:lnSpc>
                <a:spcPct val="100000"/>
              </a:lnSpc>
              <a:spcBef>
                <a:spcPts val="0"/>
              </a:spcBef>
              <a:spcAft>
                <a:spcPts val="0"/>
              </a:spcAft>
              <a:buSzPts val="900"/>
              <a:buNone/>
              <a:defRPr sz="900"/>
            </a:lvl2pPr>
            <a:lvl3pPr lvl="2" rtl="0">
              <a:lnSpc>
                <a:spcPct val="100000"/>
              </a:lnSpc>
              <a:spcBef>
                <a:spcPts val="0"/>
              </a:spcBef>
              <a:spcAft>
                <a:spcPts val="0"/>
              </a:spcAft>
              <a:buSzPts val="900"/>
              <a:buNone/>
              <a:defRPr sz="900"/>
            </a:lvl3pPr>
            <a:lvl4pPr lvl="3" rtl="0">
              <a:lnSpc>
                <a:spcPct val="100000"/>
              </a:lnSpc>
              <a:spcBef>
                <a:spcPts val="0"/>
              </a:spcBef>
              <a:spcAft>
                <a:spcPts val="0"/>
              </a:spcAft>
              <a:buSzPts val="900"/>
              <a:buNone/>
              <a:defRPr sz="900"/>
            </a:lvl4pPr>
            <a:lvl5pPr lvl="4" rtl="0">
              <a:lnSpc>
                <a:spcPct val="100000"/>
              </a:lnSpc>
              <a:spcBef>
                <a:spcPts val="0"/>
              </a:spcBef>
              <a:spcAft>
                <a:spcPts val="0"/>
              </a:spcAft>
              <a:buSzPts val="900"/>
              <a:buNone/>
              <a:defRPr sz="900"/>
            </a:lvl5pPr>
            <a:lvl6pPr lvl="5" rtl="0">
              <a:lnSpc>
                <a:spcPct val="100000"/>
              </a:lnSpc>
              <a:spcBef>
                <a:spcPts val="0"/>
              </a:spcBef>
              <a:spcAft>
                <a:spcPts val="0"/>
              </a:spcAft>
              <a:buSzPts val="900"/>
              <a:buNone/>
              <a:defRPr sz="900"/>
            </a:lvl6pPr>
            <a:lvl7pPr lvl="6" rtl="0">
              <a:lnSpc>
                <a:spcPct val="100000"/>
              </a:lnSpc>
              <a:spcBef>
                <a:spcPts val="0"/>
              </a:spcBef>
              <a:spcAft>
                <a:spcPts val="0"/>
              </a:spcAft>
              <a:buSzPts val="900"/>
              <a:buNone/>
              <a:defRPr sz="900"/>
            </a:lvl7pPr>
            <a:lvl8pPr lvl="7" rtl="0">
              <a:lnSpc>
                <a:spcPct val="100000"/>
              </a:lnSpc>
              <a:spcBef>
                <a:spcPts val="0"/>
              </a:spcBef>
              <a:spcAft>
                <a:spcPts val="0"/>
              </a:spcAft>
              <a:buSzPts val="900"/>
              <a:buNone/>
              <a:defRPr sz="900"/>
            </a:lvl8pPr>
            <a:lvl9pPr lvl="8" rtl="0">
              <a:lnSpc>
                <a:spcPct val="100000"/>
              </a:lnSpc>
              <a:spcBef>
                <a:spcPts val="0"/>
              </a:spcBef>
              <a:spcAft>
                <a:spcPts val="0"/>
              </a:spcAft>
              <a:buSzPts val="900"/>
              <a:buNone/>
              <a:defRPr sz="900"/>
            </a:lvl9pPr>
          </a:lstStyle>
          <a:p>
            <a:endParaRPr/>
          </a:p>
        </p:txBody>
      </p:sp>
      <p:sp>
        <p:nvSpPr>
          <p:cNvPr id="169" name="Google Shape;169;p30"/>
          <p:cNvSpPr txBox="1">
            <a:spLocks noGrp="1"/>
          </p:cNvSpPr>
          <p:nvPr>
            <p:ph type="ctrTitle" idx="20"/>
          </p:nvPr>
        </p:nvSpPr>
        <p:spPr>
          <a:xfrm>
            <a:off x="6811558" y="3811353"/>
            <a:ext cx="1974300" cy="577800"/>
          </a:xfrm>
          <a:prstGeom prst="rect">
            <a:avLst/>
          </a:prstGeom>
        </p:spPr>
        <p:txBody>
          <a:bodyPr spcFirstLastPara="1" wrap="square" lIns="91425" tIns="91425" rIns="91425" bIns="91425" anchor="b" anchorCtr="0">
            <a:noAutofit/>
          </a:bodyPr>
          <a:lstStyle>
            <a:lvl1pPr lvl="0" rtl="0">
              <a:spcBef>
                <a:spcPts val="0"/>
              </a:spcBef>
              <a:spcAft>
                <a:spcPts val="0"/>
              </a:spcAft>
              <a:buSzPts val="1400"/>
              <a:buNone/>
              <a:defRPr sz="1400"/>
            </a:lvl1pPr>
            <a:lvl2pPr lvl="1" rtl="0">
              <a:spcBef>
                <a:spcPts val="0"/>
              </a:spcBef>
              <a:spcAft>
                <a:spcPts val="0"/>
              </a:spcAft>
              <a:buSzPts val="1400"/>
              <a:buNone/>
              <a:defRPr sz="1400"/>
            </a:lvl2pPr>
            <a:lvl3pPr lvl="2" rtl="0">
              <a:spcBef>
                <a:spcPts val="0"/>
              </a:spcBef>
              <a:spcAft>
                <a:spcPts val="0"/>
              </a:spcAft>
              <a:buSzPts val="1400"/>
              <a:buNone/>
              <a:defRPr sz="1400"/>
            </a:lvl3pPr>
            <a:lvl4pPr lvl="3" rtl="0">
              <a:spcBef>
                <a:spcPts val="0"/>
              </a:spcBef>
              <a:spcAft>
                <a:spcPts val="0"/>
              </a:spcAft>
              <a:buSzPts val="1400"/>
              <a:buNone/>
              <a:defRPr sz="1400"/>
            </a:lvl4pPr>
            <a:lvl5pPr lvl="4" rtl="0">
              <a:spcBef>
                <a:spcPts val="0"/>
              </a:spcBef>
              <a:spcAft>
                <a:spcPts val="0"/>
              </a:spcAft>
              <a:buSzPts val="1400"/>
              <a:buNone/>
              <a:defRPr sz="1400"/>
            </a:lvl5pPr>
            <a:lvl6pPr lvl="5" rtl="0">
              <a:spcBef>
                <a:spcPts val="0"/>
              </a:spcBef>
              <a:spcAft>
                <a:spcPts val="0"/>
              </a:spcAft>
              <a:buSzPts val="1400"/>
              <a:buNone/>
              <a:defRPr sz="1400"/>
            </a:lvl6pPr>
            <a:lvl7pPr lvl="6" rtl="0">
              <a:spcBef>
                <a:spcPts val="0"/>
              </a:spcBef>
              <a:spcAft>
                <a:spcPts val="0"/>
              </a:spcAft>
              <a:buSzPts val="1400"/>
              <a:buNone/>
              <a:defRPr sz="1400"/>
            </a:lvl7pPr>
            <a:lvl8pPr lvl="7" rtl="0">
              <a:spcBef>
                <a:spcPts val="0"/>
              </a:spcBef>
              <a:spcAft>
                <a:spcPts val="0"/>
              </a:spcAft>
              <a:buSzPts val="1400"/>
              <a:buNone/>
              <a:defRPr sz="1400"/>
            </a:lvl8pPr>
            <a:lvl9pPr lvl="8" rtl="0">
              <a:spcBef>
                <a:spcPts val="0"/>
              </a:spcBef>
              <a:spcAft>
                <a:spcPts val="0"/>
              </a:spcAft>
              <a:buSzPts val="1400"/>
              <a:buNone/>
              <a:defRPr sz="1400"/>
            </a:lvl9pPr>
          </a:lstStyle>
          <a:p>
            <a:endParaRPr/>
          </a:p>
        </p:txBody>
      </p:sp>
      <p:sp>
        <p:nvSpPr>
          <p:cNvPr id="170" name="Google Shape;170;p30"/>
          <p:cNvSpPr txBox="1">
            <a:spLocks noGrp="1"/>
          </p:cNvSpPr>
          <p:nvPr>
            <p:ph type="subTitle" idx="21"/>
          </p:nvPr>
        </p:nvSpPr>
        <p:spPr>
          <a:xfrm>
            <a:off x="6811558" y="4189973"/>
            <a:ext cx="1674300" cy="5724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900"/>
              <a:buNone/>
              <a:defRPr/>
            </a:lvl1pPr>
            <a:lvl2pPr lvl="1" rtl="0">
              <a:lnSpc>
                <a:spcPct val="100000"/>
              </a:lnSpc>
              <a:spcBef>
                <a:spcPts val="0"/>
              </a:spcBef>
              <a:spcAft>
                <a:spcPts val="0"/>
              </a:spcAft>
              <a:buSzPts val="900"/>
              <a:buNone/>
              <a:defRPr sz="900"/>
            </a:lvl2pPr>
            <a:lvl3pPr lvl="2" rtl="0">
              <a:lnSpc>
                <a:spcPct val="100000"/>
              </a:lnSpc>
              <a:spcBef>
                <a:spcPts val="0"/>
              </a:spcBef>
              <a:spcAft>
                <a:spcPts val="0"/>
              </a:spcAft>
              <a:buSzPts val="900"/>
              <a:buNone/>
              <a:defRPr sz="900"/>
            </a:lvl3pPr>
            <a:lvl4pPr lvl="3" rtl="0">
              <a:lnSpc>
                <a:spcPct val="100000"/>
              </a:lnSpc>
              <a:spcBef>
                <a:spcPts val="0"/>
              </a:spcBef>
              <a:spcAft>
                <a:spcPts val="0"/>
              </a:spcAft>
              <a:buSzPts val="900"/>
              <a:buNone/>
              <a:defRPr sz="900"/>
            </a:lvl4pPr>
            <a:lvl5pPr lvl="4" rtl="0">
              <a:lnSpc>
                <a:spcPct val="100000"/>
              </a:lnSpc>
              <a:spcBef>
                <a:spcPts val="0"/>
              </a:spcBef>
              <a:spcAft>
                <a:spcPts val="0"/>
              </a:spcAft>
              <a:buSzPts val="900"/>
              <a:buNone/>
              <a:defRPr sz="900"/>
            </a:lvl5pPr>
            <a:lvl6pPr lvl="5" rtl="0">
              <a:lnSpc>
                <a:spcPct val="100000"/>
              </a:lnSpc>
              <a:spcBef>
                <a:spcPts val="0"/>
              </a:spcBef>
              <a:spcAft>
                <a:spcPts val="0"/>
              </a:spcAft>
              <a:buSzPts val="900"/>
              <a:buNone/>
              <a:defRPr sz="900"/>
            </a:lvl6pPr>
            <a:lvl7pPr lvl="6" rtl="0">
              <a:lnSpc>
                <a:spcPct val="100000"/>
              </a:lnSpc>
              <a:spcBef>
                <a:spcPts val="0"/>
              </a:spcBef>
              <a:spcAft>
                <a:spcPts val="0"/>
              </a:spcAft>
              <a:buSzPts val="900"/>
              <a:buNone/>
              <a:defRPr sz="900"/>
            </a:lvl7pPr>
            <a:lvl8pPr lvl="7" rtl="0">
              <a:lnSpc>
                <a:spcPct val="100000"/>
              </a:lnSpc>
              <a:spcBef>
                <a:spcPts val="0"/>
              </a:spcBef>
              <a:spcAft>
                <a:spcPts val="0"/>
              </a:spcAft>
              <a:buSzPts val="900"/>
              <a:buNone/>
              <a:defRPr sz="900"/>
            </a:lvl8pPr>
            <a:lvl9pPr lvl="8" rtl="0">
              <a:lnSpc>
                <a:spcPct val="100000"/>
              </a:lnSpc>
              <a:spcBef>
                <a:spcPts val="0"/>
              </a:spcBef>
              <a:spcAft>
                <a:spcPts val="0"/>
              </a:spcAft>
              <a:buSzPts val="900"/>
              <a:buNone/>
              <a:defRPr sz="900"/>
            </a:lvl9pPr>
          </a:lstStyle>
          <a:p>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Custom layout">
  <p:cSld name="AUTOLAYOUT">
    <p:bg>
      <p:bgPr>
        <a:solidFill>
          <a:srgbClr val="FFFFFF"/>
        </a:solidFill>
        <a:effectLst/>
      </p:bgPr>
    </p:bg>
    <p:spTree>
      <p:nvGrpSpPr>
        <p:cNvPr id="1" name="Shape 171"/>
        <p:cNvGrpSpPr/>
        <p:nvPr/>
      </p:nvGrpSpPr>
      <p:grpSpPr>
        <a:xfrm>
          <a:off x="0" y="0"/>
          <a:ext cx="0" cy="0"/>
          <a:chOff x="0" y="0"/>
          <a:chExt cx="0" cy="0"/>
        </a:xfrm>
      </p:grpSpPr>
      <p:sp>
        <p:nvSpPr>
          <p:cNvPr id="172" name="Google Shape;172;p31"/>
          <p:cNvSpPr/>
          <p:nvPr/>
        </p:nvSpPr>
        <p:spPr>
          <a:xfrm>
            <a:off x="0" y="0"/>
            <a:ext cx="9144000" cy="51435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 name="Google Shape;173;p31"/>
          <p:cNvSpPr/>
          <p:nvPr/>
        </p:nvSpPr>
        <p:spPr>
          <a:xfrm>
            <a:off x="3389100" y="0"/>
            <a:ext cx="5754900" cy="51435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 name="Google Shape;174;p3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lgn="r" rtl="0">
              <a:lnSpc>
                <a:spcPct val="100000"/>
              </a:lnSpc>
              <a:spcAft>
                <a:spcPts val="0"/>
              </a:spcAft>
              <a:buNone/>
              <a:defRPr sz="1000">
                <a:solidFill>
                  <a:schemeClr val="dk2"/>
                </a:solidFill>
              </a:defRPr>
            </a:lvl1pPr>
            <a:lvl2pPr lvl="1" algn="r" rtl="0">
              <a:lnSpc>
                <a:spcPct val="100000"/>
              </a:lnSpc>
              <a:spcAft>
                <a:spcPts val="0"/>
              </a:spcAft>
              <a:buNone/>
              <a:defRPr sz="1000">
                <a:solidFill>
                  <a:schemeClr val="dk2"/>
                </a:solidFill>
              </a:defRPr>
            </a:lvl2pPr>
            <a:lvl3pPr lvl="2" algn="r" rtl="0">
              <a:lnSpc>
                <a:spcPct val="100000"/>
              </a:lnSpc>
              <a:spcAft>
                <a:spcPts val="0"/>
              </a:spcAft>
              <a:buNone/>
              <a:defRPr sz="1000">
                <a:solidFill>
                  <a:schemeClr val="dk2"/>
                </a:solidFill>
              </a:defRPr>
            </a:lvl3pPr>
            <a:lvl4pPr lvl="3" algn="r" rtl="0">
              <a:lnSpc>
                <a:spcPct val="100000"/>
              </a:lnSpc>
              <a:spcAft>
                <a:spcPts val="0"/>
              </a:spcAft>
              <a:buNone/>
              <a:defRPr sz="1000">
                <a:solidFill>
                  <a:schemeClr val="dk2"/>
                </a:solidFill>
              </a:defRPr>
            </a:lvl4pPr>
            <a:lvl5pPr lvl="4" algn="r" rtl="0">
              <a:lnSpc>
                <a:spcPct val="100000"/>
              </a:lnSpc>
              <a:spcAft>
                <a:spcPts val="0"/>
              </a:spcAft>
              <a:buNone/>
              <a:defRPr sz="1000">
                <a:solidFill>
                  <a:schemeClr val="dk2"/>
                </a:solidFill>
              </a:defRPr>
            </a:lvl5pPr>
            <a:lvl6pPr lvl="5" algn="r" rtl="0">
              <a:lnSpc>
                <a:spcPct val="100000"/>
              </a:lnSpc>
              <a:spcAft>
                <a:spcPts val="0"/>
              </a:spcAft>
              <a:buNone/>
              <a:defRPr sz="1000">
                <a:solidFill>
                  <a:schemeClr val="dk2"/>
                </a:solidFill>
              </a:defRPr>
            </a:lvl6pPr>
            <a:lvl7pPr lvl="6" algn="r" rtl="0">
              <a:lnSpc>
                <a:spcPct val="100000"/>
              </a:lnSpc>
              <a:spcAft>
                <a:spcPts val="0"/>
              </a:spcAft>
              <a:buNone/>
              <a:defRPr sz="1000">
                <a:solidFill>
                  <a:schemeClr val="dk2"/>
                </a:solidFill>
              </a:defRPr>
            </a:lvl7pPr>
            <a:lvl8pPr lvl="7" algn="r" rtl="0">
              <a:lnSpc>
                <a:spcPct val="100000"/>
              </a:lnSpc>
              <a:spcAft>
                <a:spcPts val="0"/>
              </a:spcAft>
              <a:buNone/>
              <a:defRPr sz="1000">
                <a:solidFill>
                  <a:schemeClr val="dk2"/>
                </a:solidFill>
              </a:defRPr>
            </a:lvl8pPr>
            <a:lvl9pPr lvl="8" algn="r" rtl="0">
              <a:lnSpc>
                <a:spcPct val="100000"/>
              </a:lnSpc>
              <a:spcAft>
                <a:spcPts val="0"/>
              </a:spcAft>
              <a:buNone/>
              <a:defRPr sz="1000">
                <a:solidFill>
                  <a:schemeClr val="dk2"/>
                </a:solidFill>
              </a:defRPr>
            </a:lvl9pPr>
          </a:lstStyle>
          <a:p>
            <a:pPr marL="0" lvl="0" indent="0" algn="r" rtl="0">
              <a:spcBef>
                <a:spcPts val="0"/>
              </a:spcBef>
              <a:spcAft>
                <a:spcPts val="0"/>
              </a:spcAft>
              <a:buNone/>
            </a:pPr>
            <a:fld id="{00000000-1234-1234-1234-123412341234}" type="slidenum">
              <a:rPr lang="en"/>
              <a:t>‹Nr.›</a:t>
            </a:fld>
            <a:endParaRPr/>
          </a:p>
        </p:txBody>
      </p:sp>
      <p:sp>
        <p:nvSpPr>
          <p:cNvPr id="175" name="Google Shape;175;p31"/>
          <p:cNvSpPr txBox="1">
            <a:spLocks noGrp="1"/>
          </p:cNvSpPr>
          <p:nvPr>
            <p:ph type="title"/>
          </p:nvPr>
        </p:nvSpPr>
        <p:spPr>
          <a:xfrm>
            <a:off x="321825" y="694100"/>
            <a:ext cx="2651400" cy="1781700"/>
          </a:xfrm>
          <a:prstGeom prst="rect">
            <a:avLst/>
          </a:prstGeom>
          <a:noFill/>
        </p:spPr>
        <p:txBody>
          <a:bodyPr spcFirstLastPara="1" wrap="square" lIns="91425" tIns="91425" rIns="91425" bIns="91425" anchor="t" anchorCtr="0">
            <a:noAutofit/>
          </a:bodyPr>
          <a:lstStyle>
            <a:lvl1pPr lvl="0" algn="l" rtl="0">
              <a:lnSpc>
                <a:spcPct val="100000"/>
              </a:lnSpc>
              <a:spcBef>
                <a:spcPts val="0"/>
              </a:spcBef>
              <a:spcAft>
                <a:spcPts val="0"/>
              </a:spcAft>
              <a:buNone/>
              <a:defRPr sz="2600" b="1">
                <a:solidFill>
                  <a:schemeClr val="dk1"/>
                </a:solidFill>
              </a:defRPr>
            </a:lvl1pPr>
            <a:lvl2pPr lvl="1" algn="l" rtl="0">
              <a:lnSpc>
                <a:spcPct val="100000"/>
              </a:lnSpc>
              <a:spcBef>
                <a:spcPts val="0"/>
              </a:spcBef>
              <a:spcAft>
                <a:spcPts val="0"/>
              </a:spcAft>
              <a:buNone/>
              <a:defRPr sz="2600" b="1">
                <a:solidFill>
                  <a:schemeClr val="dk1"/>
                </a:solidFill>
              </a:defRPr>
            </a:lvl2pPr>
            <a:lvl3pPr lvl="2" algn="l" rtl="0">
              <a:lnSpc>
                <a:spcPct val="100000"/>
              </a:lnSpc>
              <a:spcBef>
                <a:spcPts val="0"/>
              </a:spcBef>
              <a:spcAft>
                <a:spcPts val="0"/>
              </a:spcAft>
              <a:buNone/>
              <a:defRPr sz="2600" b="1">
                <a:solidFill>
                  <a:schemeClr val="dk1"/>
                </a:solidFill>
              </a:defRPr>
            </a:lvl3pPr>
            <a:lvl4pPr lvl="3" algn="l" rtl="0">
              <a:lnSpc>
                <a:spcPct val="100000"/>
              </a:lnSpc>
              <a:spcBef>
                <a:spcPts val="0"/>
              </a:spcBef>
              <a:spcAft>
                <a:spcPts val="0"/>
              </a:spcAft>
              <a:buNone/>
              <a:defRPr sz="2600" b="1">
                <a:solidFill>
                  <a:schemeClr val="dk1"/>
                </a:solidFill>
              </a:defRPr>
            </a:lvl4pPr>
            <a:lvl5pPr lvl="4" algn="l" rtl="0">
              <a:lnSpc>
                <a:spcPct val="100000"/>
              </a:lnSpc>
              <a:spcBef>
                <a:spcPts val="0"/>
              </a:spcBef>
              <a:spcAft>
                <a:spcPts val="0"/>
              </a:spcAft>
              <a:buNone/>
              <a:defRPr sz="2600" b="1">
                <a:solidFill>
                  <a:schemeClr val="dk1"/>
                </a:solidFill>
              </a:defRPr>
            </a:lvl5pPr>
            <a:lvl6pPr lvl="5" algn="l" rtl="0">
              <a:lnSpc>
                <a:spcPct val="100000"/>
              </a:lnSpc>
              <a:spcBef>
                <a:spcPts val="0"/>
              </a:spcBef>
              <a:spcAft>
                <a:spcPts val="0"/>
              </a:spcAft>
              <a:buNone/>
              <a:defRPr sz="2600" b="1">
                <a:solidFill>
                  <a:schemeClr val="dk1"/>
                </a:solidFill>
              </a:defRPr>
            </a:lvl6pPr>
            <a:lvl7pPr lvl="6" algn="l" rtl="0">
              <a:lnSpc>
                <a:spcPct val="100000"/>
              </a:lnSpc>
              <a:spcBef>
                <a:spcPts val="0"/>
              </a:spcBef>
              <a:spcAft>
                <a:spcPts val="0"/>
              </a:spcAft>
              <a:buNone/>
              <a:defRPr sz="2600" b="1">
                <a:solidFill>
                  <a:schemeClr val="dk1"/>
                </a:solidFill>
              </a:defRPr>
            </a:lvl7pPr>
            <a:lvl8pPr lvl="7" algn="l" rtl="0">
              <a:lnSpc>
                <a:spcPct val="100000"/>
              </a:lnSpc>
              <a:spcBef>
                <a:spcPts val="0"/>
              </a:spcBef>
              <a:spcAft>
                <a:spcPts val="0"/>
              </a:spcAft>
              <a:buNone/>
              <a:defRPr sz="2600" b="1">
                <a:solidFill>
                  <a:schemeClr val="dk1"/>
                </a:solidFill>
              </a:defRPr>
            </a:lvl8pPr>
            <a:lvl9pPr lvl="8" algn="l" rtl="0">
              <a:lnSpc>
                <a:spcPct val="100000"/>
              </a:lnSpc>
              <a:spcBef>
                <a:spcPts val="0"/>
              </a:spcBef>
              <a:spcAft>
                <a:spcPts val="0"/>
              </a:spcAft>
              <a:buNone/>
              <a:defRPr sz="2600" b="1">
                <a:solidFill>
                  <a:schemeClr val="dk1"/>
                </a:solidFill>
              </a:defRPr>
            </a:lvl9pPr>
          </a:lstStyle>
          <a:p>
            <a:endParaRPr/>
          </a:p>
        </p:txBody>
      </p:sp>
      <p:cxnSp>
        <p:nvCxnSpPr>
          <p:cNvPr id="176" name="Google Shape;176;p31"/>
          <p:cNvCxnSpPr/>
          <p:nvPr/>
        </p:nvCxnSpPr>
        <p:spPr>
          <a:xfrm>
            <a:off x="372950" y="511683"/>
            <a:ext cx="642300" cy="0"/>
          </a:xfrm>
          <a:prstGeom prst="straightConnector1">
            <a:avLst/>
          </a:prstGeom>
          <a:noFill/>
          <a:ln w="76200" cap="flat" cmpd="sng">
            <a:solidFill>
              <a:schemeClr val="accent5"/>
            </a:solidFill>
            <a:prstDash val="solid"/>
            <a:round/>
            <a:headEnd type="none" w="sm" len="sm"/>
            <a:tailEnd type="none" w="sm" len="sm"/>
          </a:ln>
        </p:spPr>
      </p:cxnSp>
      <p:sp>
        <p:nvSpPr>
          <p:cNvPr id="177" name="Google Shape;177;p31"/>
          <p:cNvSpPr txBox="1">
            <a:spLocks noGrp="1"/>
          </p:cNvSpPr>
          <p:nvPr>
            <p:ph type="body" idx="1"/>
          </p:nvPr>
        </p:nvSpPr>
        <p:spPr>
          <a:xfrm>
            <a:off x="321825" y="2506879"/>
            <a:ext cx="2651400" cy="1937100"/>
          </a:xfrm>
          <a:prstGeom prst="rect">
            <a:avLst/>
          </a:prstGeom>
          <a:noFill/>
        </p:spPr>
        <p:txBody>
          <a:bodyPr spcFirstLastPara="1" wrap="square" lIns="91425" tIns="91425" rIns="91425" bIns="91425" anchor="t" anchorCtr="0">
            <a:noAutofit/>
          </a:bodyPr>
          <a:lstStyle>
            <a:lvl1pPr marL="457200" lvl="0" indent="-317500" algn="l" rtl="0">
              <a:lnSpc>
                <a:spcPct val="115000"/>
              </a:lnSpc>
              <a:spcBef>
                <a:spcPts val="0"/>
              </a:spcBef>
              <a:spcAft>
                <a:spcPts val="0"/>
              </a:spcAft>
              <a:buClr>
                <a:schemeClr val="dk1"/>
              </a:buClr>
              <a:buSzPts val="1400"/>
              <a:buChar char="●"/>
              <a:defRPr sz="1400">
                <a:solidFill>
                  <a:schemeClr val="dk1"/>
                </a:solidFill>
              </a:defRPr>
            </a:lvl1pPr>
            <a:lvl2pPr marL="914400" lvl="1" indent="-304800" algn="l" rtl="0">
              <a:lnSpc>
                <a:spcPct val="115000"/>
              </a:lnSpc>
              <a:spcBef>
                <a:spcPts val="1600"/>
              </a:spcBef>
              <a:spcAft>
                <a:spcPts val="0"/>
              </a:spcAft>
              <a:buClr>
                <a:schemeClr val="dk1"/>
              </a:buClr>
              <a:buSzPts val="1200"/>
              <a:buChar char="○"/>
              <a:defRPr sz="1200">
                <a:solidFill>
                  <a:schemeClr val="dk1"/>
                </a:solidFill>
              </a:defRPr>
            </a:lvl2pPr>
            <a:lvl3pPr marL="1371600" lvl="2" indent="-304800" algn="l" rtl="0">
              <a:lnSpc>
                <a:spcPct val="115000"/>
              </a:lnSpc>
              <a:spcBef>
                <a:spcPts val="1600"/>
              </a:spcBef>
              <a:spcAft>
                <a:spcPts val="0"/>
              </a:spcAft>
              <a:buClr>
                <a:schemeClr val="dk1"/>
              </a:buClr>
              <a:buSzPts val="1200"/>
              <a:buChar char="■"/>
              <a:defRPr sz="1200">
                <a:solidFill>
                  <a:schemeClr val="dk1"/>
                </a:solidFill>
              </a:defRPr>
            </a:lvl3pPr>
            <a:lvl4pPr marL="1828800" lvl="3" indent="-304800" algn="l" rtl="0">
              <a:lnSpc>
                <a:spcPct val="115000"/>
              </a:lnSpc>
              <a:spcBef>
                <a:spcPts val="1600"/>
              </a:spcBef>
              <a:spcAft>
                <a:spcPts val="0"/>
              </a:spcAft>
              <a:buClr>
                <a:schemeClr val="dk1"/>
              </a:buClr>
              <a:buSzPts val="1200"/>
              <a:buChar char="●"/>
              <a:defRPr sz="1200">
                <a:solidFill>
                  <a:schemeClr val="dk1"/>
                </a:solidFill>
              </a:defRPr>
            </a:lvl4pPr>
            <a:lvl5pPr marL="2286000" lvl="4" indent="-304800" algn="l" rtl="0">
              <a:lnSpc>
                <a:spcPct val="115000"/>
              </a:lnSpc>
              <a:spcBef>
                <a:spcPts val="1600"/>
              </a:spcBef>
              <a:spcAft>
                <a:spcPts val="0"/>
              </a:spcAft>
              <a:buClr>
                <a:schemeClr val="dk1"/>
              </a:buClr>
              <a:buSzPts val="1200"/>
              <a:buChar char="○"/>
              <a:defRPr sz="1200">
                <a:solidFill>
                  <a:schemeClr val="dk1"/>
                </a:solidFill>
              </a:defRPr>
            </a:lvl5pPr>
            <a:lvl6pPr marL="2743200" lvl="5" indent="-304800" algn="l" rtl="0">
              <a:lnSpc>
                <a:spcPct val="115000"/>
              </a:lnSpc>
              <a:spcBef>
                <a:spcPts val="1600"/>
              </a:spcBef>
              <a:spcAft>
                <a:spcPts val="0"/>
              </a:spcAft>
              <a:buClr>
                <a:schemeClr val="dk1"/>
              </a:buClr>
              <a:buSzPts val="1200"/>
              <a:buChar char="■"/>
              <a:defRPr sz="1200">
                <a:solidFill>
                  <a:schemeClr val="dk1"/>
                </a:solidFill>
              </a:defRPr>
            </a:lvl6pPr>
            <a:lvl7pPr marL="3200400" lvl="6" indent="-304800" algn="l" rtl="0">
              <a:lnSpc>
                <a:spcPct val="115000"/>
              </a:lnSpc>
              <a:spcBef>
                <a:spcPts val="1600"/>
              </a:spcBef>
              <a:spcAft>
                <a:spcPts val="0"/>
              </a:spcAft>
              <a:buClr>
                <a:schemeClr val="dk1"/>
              </a:buClr>
              <a:buSzPts val="1200"/>
              <a:buChar char="●"/>
              <a:defRPr sz="1200">
                <a:solidFill>
                  <a:schemeClr val="dk1"/>
                </a:solidFill>
              </a:defRPr>
            </a:lvl7pPr>
            <a:lvl8pPr marL="3657600" lvl="7" indent="-304800" algn="l" rtl="0">
              <a:lnSpc>
                <a:spcPct val="115000"/>
              </a:lnSpc>
              <a:spcBef>
                <a:spcPts val="1600"/>
              </a:spcBef>
              <a:spcAft>
                <a:spcPts val="0"/>
              </a:spcAft>
              <a:buClr>
                <a:schemeClr val="dk1"/>
              </a:buClr>
              <a:buSzPts val="1200"/>
              <a:buChar char="○"/>
              <a:defRPr sz="1200">
                <a:solidFill>
                  <a:schemeClr val="dk1"/>
                </a:solidFill>
              </a:defRPr>
            </a:lvl8pPr>
            <a:lvl9pPr marL="4114800" lvl="8" indent="-304800" algn="l" rtl="0">
              <a:lnSpc>
                <a:spcPct val="115000"/>
              </a:lnSpc>
              <a:spcBef>
                <a:spcPts val="1600"/>
              </a:spcBef>
              <a:spcAft>
                <a:spcPts val="1600"/>
              </a:spcAft>
              <a:buClr>
                <a:schemeClr val="dk1"/>
              </a:buClr>
              <a:buSzPts val="1200"/>
              <a:buChar char="■"/>
              <a:defRPr sz="1200">
                <a:solidFill>
                  <a:schemeClr val="dk1"/>
                </a:solidFill>
              </a:defRPr>
            </a:lvl9pPr>
          </a:lstStyle>
          <a:p>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Title only 1">
  <p:cSld name="CUSTOM_6">
    <p:bg>
      <p:bgPr>
        <a:blipFill>
          <a:blip r:embed="rId2">
            <a:alphaModFix/>
          </a:blip>
          <a:stretch>
            <a:fillRect/>
          </a:stretch>
        </a:blipFill>
        <a:effectLst/>
      </p:bgPr>
    </p:bg>
    <p:spTree>
      <p:nvGrpSpPr>
        <p:cNvPr id="1" name="Shape 178"/>
        <p:cNvGrpSpPr/>
        <p:nvPr/>
      </p:nvGrpSpPr>
      <p:grpSpPr>
        <a:xfrm>
          <a:off x="0" y="0"/>
          <a:ext cx="0" cy="0"/>
          <a:chOff x="0" y="0"/>
          <a:chExt cx="0" cy="0"/>
        </a:xfrm>
      </p:grpSpPr>
      <p:sp>
        <p:nvSpPr>
          <p:cNvPr id="179" name="Google Shape;179;p32"/>
          <p:cNvSpPr txBox="1">
            <a:spLocks noGrp="1"/>
          </p:cNvSpPr>
          <p:nvPr>
            <p:ph type="ctrTitle"/>
          </p:nvPr>
        </p:nvSpPr>
        <p:spPr>
          <a:xfrm>
            <a:off x="1964851" y="352850"/>
            <a:ext cx="5214300" cy="9462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400"/>
              <a:buNone/>
              <a:defRPr sz="2400"/>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Title and two columns 3">
  <p:cSld name="CUSTOM_37">
    <p:bg>
      <p:bgPr>
        <a:blipFill>
          <a:blip r:embed="rId2">
            <a:alphaModFix/>
          </a:blip>
          <a:stretch>
            <a:fillRect/>
          </a:stretch>
        </a:blipFill>
        <a:effectLst/>
      </p:bgPr>
    </p:bg>
    <p:spTree>
      <p:nvGrpSpPr>
        <p:cNvPr id="1" name="Shape 180"/>
        <p:cNvGrpSpPr/>
        <p:nvPr/>
      </p:nvGrpSpPr>
      <p:grpSpPr>
        <a:xfrm>
          <a:off x="0" y="0"/>
          <a:ext cx="0" cy="0"/>
          <a:chOff x="0" y="0"/>
          <a:chExt cx="0" cy="0"/>
        </a:xfrm>
      </p:grpSpPr>
      <p:sp>
        <p:nvSpPr>
          <p:cNvPr id="181" name="Google Shape;181;p33"/>
          <p:cNvSpPr txBox="1">
            <a:spLocks noGrp="1"/>
          </p:cNvSpPr>
          <p:nvPr>
            <p:ph type="body" idx="1"/>
          </p:nvPr>
        </p:nvSpPr>
        <p:spPr>
          <a:xfrm>
            <a:off x="722375" y="1447800"/>
            <a:ext cx="3589200" cy="3156300"/>
          </a:xfrm>
          <a:prstGeom prst="rect">
            <a:avLst/>
          </a:prstGeom>
        </p:spPr>
        <p:txBody>
          <a:bodyPr spcFirstLastPara="1" wrap="square" lIns="91425" tIns="91425" rIns="91425" bIns="91425" anchor="t" anchorCtr="0">
            <a:noAutofit/>
          </a:bodyPr>
          <a:lstStyle>
            <a:lvl1pPr marL="457200" lvl="0" indent="-304800" rtl="0">
              <a:spcBef>
                <a:spcPts val="0"/>
              </a:spcBef>
              <a:spcAft>
                <a:spcPts val="0"/>
              </a:spcAft>
              <a:buSzPts val="1200"/>
              <a:buChar char="■"/>
              <a:defRPr sz="1400"/>
            </a:lvl1pPr>
            <a:lvl2pPr marL="914400" lvl="1" indent="-304800" rtl="0">
              <a:spcBef>
                <a:spcPts val="0"/>
              </a:spcBef>
              <a:spcAft>
                <a:spcPts val="0"/>
              </a:spcAft>
              <a:buSzPts val="1200"/>
              <a:buChar char="○"/>
              <a:defRPr sz="1200"/>
            </a:lvl2pPr>
            <a:lvl3pPr marL="1371600" lvl="2" indent="-304800" rtl="0">
              <a:spcBef>
                <a:spcPts val="1600"/>
              </a:spcBef>
              <a:spcAft>
                <a:spcPts val="0"/>
              </a:spcAft>
              <a:buSzPts val="1200"/>
              <a:buChar char="■"/>
              <a:defRPr sz="1200"/>
            </a:lvl3pPr>
            <a:lvl4pPr marL="1828800" lvl="3" indent="-304800" rtl="0">
              <a:spcBef>
                <a:spcPts val="1600"/>
              </a:spcBef>
              <a:spcAft>
                <a:spcPts val="0"/>
              </a:spcAft>
              <a:buSzPts val="1200"/>
              <a:buChar char="●"/>
              <a:defRPr sz="1200"/>
            </a:lvl4pPr>
            <a:lvl5pPr marL="2286000" lvl="4" indent="-304800" rtl="0">
              <a:spcBef>
                <a:spcPts val="1600"/>
              </a:spcBef>
              <a:spcAft>
                <a:spcPts val="0"/>
              </a:spcAft>
              <a:buSzPts val="1200"/>
              <a:buChar char="○"/>
              <a:defRPr sz="1200"/>
            </a:lvl5pPr>
            <a:lvl6pPr marL="2743200" lvl="5" indent="-304800" rtl="0">
              <a:spcBef>
                <a:spcPts val="1600"/>
              </a:spcBef>
              <a:spcAft>
                <a:spcPts val="0"/>
              </a:spcAft>
              <a:buSzPts val="1200"/>
              <a:buChar char="■"/>
              <a:defRPr sz="1200"/>
            </a:lvl6pPr>
            <a:lvl7pPr marL="3200400" lvl="6" indent="-304800" rtl="0">
              <a:spcBef>
                <a:spcPts val="1600"/>
              </a:spcBef>
              <a:spcAft>
                <a:spcPts val="0"/>
              </a:spcAft>
              <a:buSzPts val="1200"/>
              <a:buChar char="●"/>
              <a:defRPr sz="1200"/>
            </a:lvl7pPr>
            <a:lvl8pPr marL="3657600" lvl="7" indent="-304800" rtl="0">
              <a:spcBef>
                <a:spcPts val="1600"/>
              </a:spcBef>
              <a:spcAft>
                <a:spcPts val="0"/>
              </a:spcAft>
              <a:buSzPts val="1200"/>
              <a:buChar char="○"/>
              <a:defRPr sz="1200"/>
            </a:lvl8pPr>
            <a:lvl9pPr marL="4114800" lvl="8" indent="-304800" rtl="0">
              <a:spcBef>
                <a:spcPts val="1600"/>
              </a:spcBef>
              <a:spcAft>
                <a:spcPts val="1600"/>
              </a:spcAft>
              <a:buSzPts val="1200"/>
              <a:buChar char="■"/>
              <a:defRPr sz="1200"/>
            </a:lvl9pPr>
          </a:lstStyle>
          <a:p>
            <a:endParaRPr/>
          </a:p>
        </p:txBody>
      </p:sp>
      <p:sp>
        <p:nvSpPr>
          <p:cNvPr id="182" name="Google Shape;182;p33"/>
          <p:cNvSpPr txBox="1">
            <a:spLocks noGrp="1"/>
          </p:cNvSpPr>
          <p:nvPr>
            <p:ph type="body" idx="2"/>
          </p:nvPr>
        </p:nvSpPr>
        <p:spPr>
          <a:xfrm>
            <a:off x="4832400" y="1447800"/>
            <a:ext cx="3589200" cy="3156300"/>
          </a:xfrm>
          <a:prstGeom prst="rect">
            <a:avLst/>
          </a:prstGeom>
        </p:spPr>
        <p:txBody>
          <a:bodyPr spcFirstLastPara="1" wrap="square" lIns="91425" tIns="91425" rIns="91425" bIns="91425" anchor="t" anchorCtr="0">
            <a:noAutofit/>
          </a:bodyPr>
          <a:lstStyle>
            <a:lvl1pPr marL="457200" lvl="0" indent="-304800" rtl="0">
              <a:spcBef>
                <a:spcPts val="0"/>
              </a:spcBef>
              <a:spcAft>
                <a:spcPts val="0"/>
              </a:spcAft>
              <a:buSzPts val="1200"/>
              <a:buChar char="■"/>
              <a:defRPr sz="1400"/>
            </a:lvl1pPr>
            <a:lvl2pPr marL="914400" lvl="1" indent="-304800" rtl="0">
              <a:spcBef>
                <a:spcPts val="1600"/>
              </a:spcBef>
              <a:spcAft>
                <a:spcPts val="0"/>
              </a:spcAft>
              <a:buSzPts val="1200"/>
              <a:buChar char="○"/>
              <a:defRPr sz="1200"/>
            </a:lvl2pPr>
            <a:lvl3pPr marL="1371600" lvl="2" indent="-304800" rtl="0">
              <a:spcBef>
                <a:spcPts val="1600"/>
              </a:spcBef>
              <a:spcAft>
                <a:spcPts val="0"/>
              </a:spcAft>
              <a:buSzPts val="1200"/>
              <a:buChar char="■"/>
              <a:defRPr sz="1200"/>
            </a:lvl3pPr>
            <a:lvl4pPr marL="1828800" lvl="3" indent="-304800" rtl="0">
              <a:spcBef>
                <a:spcPts val="1600"/>
              </a:spcBef>
              <a:spcAft>
                <a:spcPts val="0"/>
              </a:spcAft>
              <a:buSzPts val="1200"/>
              <a:buChar char="●"/>
              <a:defRPr sz="1200"/>
            </a:lvl4pPr>
            <a:lvl5pPr marL="2286000" lvl="4" indent="-304800" rtl="0">
              <a:spcBef>
                <a:spcPts val="1600"/>
              </a:spcBef>
              <a:spcAft>
                <a:spcPts val="0"/>
              </a:spcAft>
              <a:buSzPts val="1200"/>
              <a:buChar char="○"/>
              <a:defRPr sz="1200"/>
            </a:lvl5pPr>
            <a:lvl6pPr marL="2743200" lvl="5" indent="-304800" rtl="0">
              <a:spcBef>
                <a:spcPts val="1600"/>
              </a:spcBef>
              <a:spcAft>
                <a:spcPts val="0"/>
              </a:spcAft>
              <a:buSzPts val="1200"/>
              <a:buChar char="■"/>
              <a:defRPr sz="1200"/>
            </a:lvl6pPr>
            <a:lvl7pPr marL="3200400" lvl="6" indent="-304800" rtl="0">
              <a:spcBef>
                <a:spcPts val="1600"/>
              </a:spcBef>
              <a:spcAft>
                <a:spcPts val="0"/>
              </a:spcAft>
              <a:buSzPts val="1200"/>
              <a:buChar char="●"/>
              <a:defRPr sz="1200"/>
            </a:lvl7pPr>
            <a:lvl8pPr marL="3657600" lvl="7" indent="-304800" rtl="0">
              <a:spcBef>
                <a:spcPts val="1600"/>
              </a:spcBef>
              <a:spcAft>
                <a:spcPts val="0"/>
              </a:spcAft>
              <a:buSzPts val="1200"/>
              <a:buChar char="○"/>
              <a:defRPr sz="1200"/>
            </a:lvl8pPr>
            <a:lvl9pPr marL="4114800" lvl="8" indent="-304800" rtl="0">
              <a:spcBef>
                <a:spcPts val="1600"/>
              </a:spcBef>
              <a:spcAft>
                <a:spcPts val="1600"/>
              </a:spcAft>
              <a:buSzPts val="1200"/>
              <a:buChar char="■"/>
              <a:defRPr sz="1200"/>
            </a:lvl9pPr>
          </a:lstStyle>
          <a:p>
            <a:endParaRPr/>
          </a:p>
        </p:txBody>
      </p:sp>
      <p:sp>
        <p:nvSpPr>
          <p:cNvPr id="183" name="Google Shape;183;p33"/>
          <p:cNvSpPr txBox="1">
            <a:spLocks noGrp="1"/>
          </p:cNvSpPr>
          <p:nvPr>
            <p:ph type="subTitle" idx="3"/>
          </p:nvPr>
        </p:nvSpPr>
        <p:spPr>
          <a:xfrm>
            <a:off x="723900" y="952500"/>
            <a:ext cx="7699200" cy="399900"/>
          </a:xfrm>
          <a:prstGeom prst="rect">
            <a:avLst/>
          </a:prstGeom>
        </p:spPr>
        <p:txBody>
          <a:bodyPr spcFirstLastPara="1" wrap="square" lIns="91425" tIns="91425" rIns="91425" bIns="91425" anchor="t" anchorCtr="0">
            <a:noAutofit/>
          </a:bodyPr>
          <a:lstStyle>
            <a:lvl1pPr lvl="0" rtl="0">
              <a:lnSpc>
                <a:spcPct val="100000"/>
              </a:lnSpc>
              <a:spcBef>
                <a:spcPts val="300"/>
              </a:spcBef>
              <a:spcAft>
                <a:spcPts val="0"/>
              </a:spcAft>
              <a:buSzPts val="1200"/>
              <a:buNone/>
              <a:defRPr>
                <a:solidFill>
                  <a:schemeClr val="hlink"/>
                </a:solidFill>
              </a:defRPr>
            </a:lvl1pPr>
            <a:lvl2pPr lvl="1" rtl="0">
              <a:spcBef>
                <a:spcPts val="0"/>
              </a:spcBef>
              <a:spcAft>
                <a:spcPts val="0"/>
              </a:spcAft>
              <a:buSzPts val="1200"/>
              <a:buNone/>
              <a:defRPr/>
            </a:lvl2pPr>
            <a:lvl3pPr lvl="2" rtl="0">
              <a:spcBef>
                <a:spcPts val="1600"/>
              </a:spcBef>
              <a:spcAft>
                <a:spcPts val="0"/>
              </a:spcAft>
              <a:buSzPts val="1200"/>
              <a:buNone/>
              <a:defRPr/>
            </a:lvl3pPr>
            <a:lvl4pPr lvl="3" rtl="0">
              <a:spcBef>
                <a:spcPts val="1600"/>
              </a:spcBef>
              <a:spcAft>
                <a:spcPts val="0"/>
              </a:spcAft>
              <a:buSzPts val="1200"/>
              <a:buNone/>
              <a:defRPr/>
            </a:lvl4pPr>
            <a:lvl5pPr lvl="4" rtl="0">
              <a:spcBef>
                <a:spcPts val="1600"/>
              </a:spcBef>
              <a:spcAft>
                <a:spcPts val="0"/>
              </a:spcAft>
              <a:buSzPts val="1200"/>
              <a:buNone/>
              <a:defRPr/>
            </a:lvl5pPr>
            <a:lvl6pPr lvl="5" rtl="0">
              <a:spcBef>
                <a:spcPts val="1600"/>
              </a:spcBef>
              <a:spcAft>
                <a:spcPts val="0"/>
              </a:spcAft>
              <a:buSzPts val="1200"/>
              <a:buNone/>
              <a:defRPr/>
            </a:lvl6pPr>
            <a:lvl7pPr lvl="6" rtl="0">
              <a:spcBef>
                <a:spcPts val="1600"/>
              </a:spcBef>
              <a:spcAft>
                <a:spcPts val="0"/>
              </a:spcAft>
              <a:buSzPts val="1200"/>
              <a:buNone/>
              <a:defRPr/>
            </a:lvl7pPr>
            <a:lvl8pPr lvl="7" rtl="0">
              <a:spcBef>
                <a:spcPts val="1600"/>
              </a:spcBef>
              <a:spcAft>
                <a:spcPts val="0"/>
              </a:spcAft>
              <a:buSzPts val="1200"/>
              <a:buNone/>
              <a:defRPr/>
            </a:lvl8pPr>
            <a:lvl9pPr lvl="8" rtl="0">
              <a:spcBef>
                <a:spcPts val="1600"/>
              </a:spcBef>
              <a:spcAft>
                <a:spcPts val="1600"/>
              </a:spcAft>
              <a:buSzPts val="1200"/>
              <a:buNone/>
              <a:defRPr/>
            </a:lvl9pPr>
          </a:lstStyle>
          <a:p>
            <a:endParaRPr/>
          </a:p>
        </p:txBody>
      </p:sp>
      <p:sp>
        <p:nvSpPr>
          <p:cNvPr id="184" name="Google Shape;184;p33"/>
          <p:cNvSpPr txBox="1">
            <a:spLocks noGrp="1"/>
          </p:cNvSpPr>
          <p:nvPr>
            <p:ph type="ctrTitle"/>
          </p:nvPr>
        </p:nvSpPr>
        <p:spPr>
          <a:xfrm>
            <a:off x="1964851" y="352850"/>
            <a:ext cx="5214300" cy="9462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400"/>
              <a:buNone/>
              <a:defRPr sz="2400"/>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Title only" type="titleOnly">
  <p:cSld name="TITLE_ONLY">
    <p:bg>
      <p:bgPr>
        <a:blipFill>
          <a:blip r:embed="rId2">
            <a:alphaModFix/>
          </a:blip>
          <a:stretch>
            <a:fillRect/>
          </a:stretch>
        </a:blipFill>
        <a:effectLst/>
      </p:bgPr>
    </p:bg>
    <p:spTree>
      <p:nvGrpSpPr>
        <p:cNvPr id="1" name="Shape 185"/>
        <p:cNvGrpSpPr/>
        <p:nvPr/>
      </p:nvGrpSpPr>
      <p:grpSpPr>
        <a:xfrm>
          <a:off x="0" y="0"/>
          <a:ext cx="0" cy="0"/>
          <a:chOff x="0" y="0"/>
          <a:chExt cx="0" cy="0"/>
        </a:xfrm>
      </p:grpSpPr>
      <p:sp>
        <p:nvSpPr>
          <p:cNvPr id="186" name="Google Shape;186;p34"/>
          <p:cNvSpPr txBox="1">
            <a:spLocks noGrp="1"/>
          </p:cNvSpPr>
          <p:nvPr>
            <p:ph type="ctrTitle"/>
          </p:nvPr>
        </p:nvSpPr>
        <p:spPr>
          <a:xfrm>
            <a:off x="1964851" y="352850"/>
            <a:ext cx="5214300" cy="9462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400"/>
              <a:buNone/>
              <a:defRPr sz="2400"/>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blipFill>
          <a:blip r:embed="rId2">
            <a:alphaModFix/>
          </a:blip>
          <a:stretch>
            <a:fillRect/>
          </a:stretch>
        </a:blipFill>
        <a:effectLst/>
      </p:bgPr>
    </p:bg>
    <p:spTree>
      <p:nvGrpSpPr>
        <p:cNvPr id="1" name="Shape 187"/>
        <p:cNvGrpSpPr/>
        <p:nvPr/>
      </p:nvGrpSpPr>
      <p:grpSpPr>
        <a:xfrm>
          <a:off x="0" y="0"/>
          <a:ext cx="0" cy="0"/>
          <a:chOff x="0" y="0"/>
          <a:chExt cx="0" cy="0"/>
        </a:xfrm>
      </p:grpSpPr>
      <p:sp>
        <p:nvSpPr>
          <p:cNvPr id="188" name="Google Shape;188;p35"/>
          <p:cNvSpPr txBox="1">
            <a:spLocks noGrp="1"/>
          </p:cNvSpPr>
          <p:nvPr>
            <p:ph type="ctrTitle"/>
          </p:nvPr>
        </p:nvSpPr>
        <p:spPr>
          <a:xfrm flipH="1">
            <a:off x="1147650" y="3085150"/>
            <a:ext cx="5005500" cy="1022100"/>
          </a:xfrm>
          <a:prstGeom prst="rect">
            <a:avLst/>
          </a:prstGeom>
        </p:spPr>
        <p:txBody>
          <a:bodyPr spcFirstLastPara="1" wrap="square" lIns="91425" tIns="91425" rIns="91425" bIns="91425" anchor="ctr" anchorCtr="0">
            <a:noAutofit/>
          </a:bodyPr>
          <a:lstStyle>
            <a:lvl1pPr lvl="0" rtl="0">
              <a:spcBef>
                <a:spcPts val="0"/>
              </a:spcBef>
              <a:spcAft>
                <a:spcPts val="0"/>
              </a:spcAft>
              <a:buClr>
                <a:srgbClr val="000000"/>
              </a:buClr>
              <a:buSzPts val="3600"/>
              <a:buNone/>
              <a:defRPr sz="3600"/>
            </a:lvl1pPr>
            <a:lvl2pPr lvl="1" rtl="0">
              <a:spcBef>
                <a:spcPts val="0"/>
              </a:spcBef>
              <a:spcAft>
                <a:spcPts val="0"/>
              </a:spcAft>
              <a:buClr>
                <a:srgbClr val="FFFFFF"/>
              </a:buClr>
              <a:buSzPts val="6500"/>
              <a:buNone/>
              <a:defRPr sz="6500">
                <a:solidFill>
                  <a:srgbClr val="FFFFFF"/>
                </a:solidFill>
              </a:defRPr>
            </a:lvl2pPr>
            <a:lvl3pPr lvl="2" rtl="0">
              <a:spcBef>
                <a:spcPts val="0"/>
              </a:spcBef>
              <a:spcAft>
                <a:spcPts val="0"/>
              </a:spcAft>
              <a:buClr>
                <a:srgbClr val="FFFFFF"/>
              </a:buClr>
              <a:buSzPts val="6500"/>
              <a:buNone/>
              <a:defRPr sz="6500">
                <a:solidFill>
                  <a:srgbClr val="FFFFFF"/>
                </a:solidFill>
              </a:defRPr>
            </a:lvl3pPr>
            <a:lvl4pPr lvl="3" rtl="0">
              <a:spcBef>
                <a:spcPts val="0"/>
              </a:spcBef>
              <a:spcAft>
                <a:spcPts val="0"/>
              </a:spcAft>
              <a:buClr>
                <a:srgbClr val="FFFFFF"/>
              </a:buClr>
              <a:buSzPts val="6500"/>
              <a:buNone/>
              <a:defRPr sz="6500">
                <a:solidFill>
                  <a:srgbClr val="FFFFFF"/>
                </a:solidFill>
              </a:defRPr>
            </a:lvl4pPr>
            <a:lvl5pPr lvl="4" rtl="0">
              <a:spcBef>
                <a:spcPts val="0"/>
              </a:spcBef>
              <a:spcAft>
                <a:spcPts val="0"/>
              </a:spcAft>
              <a:buClr>
                <a:srgbClr val="FFFFFF"/>
              </a:buClr>
              <a:buSzPts val="6500"/>
              <a:buNone/>
              <a:defRPr sz="6500">
                <a:solidFill>
                  <a:srgbClr val="FFFFFF"/>
                </a:solidFill>
              </a:defRPr>
            </a:lvl5pPr>
            <a:lvl6pPr lvl="5" rtl="0">
              <a:spcBef>
                <a:spcPts val="0"/>
              </a:spcBef>
              <a:spcAft>
                <a:spcPts val="0"/>
              </a:spcAft>
              <a:buClr>
                <a:srgbClr val="FFFFFF"/>
              </a:buClr>
              <a:buSzPts val="6500"/>
              <a:buNone/>
              <a:defRPr sz="6500">
                <a:solidFill>
                  <a:srgbClr val="FFFFFF"/>
                </a:solidFill>
              </a:defRPr>
            </a:lvl6pPr>
            <a:lvl7pPr lvl="6" rtl="0">
              <a:spcBef>
                <a:spcPts val="0"/>
              </a:spcBef>
              <a:spcAft>
                <a:spcPts val="0"/>
              </a:spcAft>
              <a:buClr>
                <a:srgbClr val="FFFFFF"/>
              </a:buClr>
              <a:buSzPts val="6500"/>
              <a:buNone/>
              <a:defRPr sz="6500">
                <a:solidFill>
                  <a:srgbClr val="FFFFFF"/>
                </a:solidFill>
              </a:defRPr>
            </a:lvl7pPr>
            <a:lvl8pPr lvl="7" rtl="0">
              <a:spcBef>
                <a:spcPts val="0"/>
              </a:spcBef>
              <a:spcAft>
                <a:spcPts val="0"/>
              </a:spcAft>
              <a:buClr>
                <a:srgbClr val="FFFFFF"/>
              </a:buClr>
              <a:buSzPts val="6500"/>
              <a:buNone/>
              <a:defRPr sz="6500">
                <a:solidFill>
                  <a:srgbClr val="FFFFFF"/>
                </a:solidFill>
              </a:defRPr>
            </a:lvl8pPr>
            <a:lvl9pPr lvl="8" rtl="0">
              <a:spcBef>
                <a:spcPts val="0"/>
              </a:spcBef>
              <a:spcAft>
                <a:spcPts val="0"/>
              </a:spcAft>
              <a:buClr>
                <a:srgbClr val="FFFFFF"/>
              </a:buClr>
              <a:buSzPts val="6500"/>
              <a:buNone/>
              <a:defRPr sz="6500">
                <a:solidFill>
                  <a:srgbClr val="FFFFFF"/>
                </a:solidFill>
              </a:defRPr>
            </a:lvl9pPr>
          </a:lstStyle>
          <a:p>
            <a:endParaRPr/>
          </a:p>
        </p:txBody>
      </p:sp>
      <p:sp>
        <p:nvSpPr>
          <p:cNvPr id="189" name="Google Shape;189;p35"/>
          <p:cNvSpPr txBox="1">
            <a:spLocks noGrp="1"/>
          </p:cNvSpPr>
          <p:nvPr>
            <p:ph type="title" idx="2" hasCustomPrompt="1"/>
          </p:nvPr>
        </p:nvSpPr>
        <p:spPr>
          <a:xfrm flipH="1">
            <a:off x="1147579" y="2323850"/>
            <a:ext cx="2979300" cy="754500"/>
          </a:xfrm>
          <a:prstGeom prst="rect">
            <a:avLst/>
          </a:prstGeom>
        </p:spPr>
        <p:txBody>
          <a:bodyPr spcFirstLastPara="1" wrap="square" lIns="91425" tIns="91425" rIns="91425" bIns="91425" anchor="ctr" anchorCtr="0">
            <a:noAutofit/>
          </a:bodyPr>
          <a:lstStyle>
            <a:lvl1pPr lvl="0" rtl="0">
              <a:spcBef>
                <a:spcPts val="0"/>
              </a:spcBef>
              <a:spcAft>
                <a:spcPts val="0"/>
              </a:spcAft>
              <a:buClr>
                <a:srgbClr val="000000"/>
              </a:buClr>
              <a:buSzPts val="9600"/>
              <a:buNone/>
              <a:defRPr sz="9600"/>
            </a:lvl1pPr>
            <a:lvl2pPr lvl="1"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2pPr>
            <a:lvl3pPr lvl="2"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3pPr>
            <a:lvl4pPr lvl="3"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4pPr>
            <a:lvl5pPr lvl="4"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5pPr>
            <a:lvl6pPr lvl="5"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6pPr>
            <a:lvl7pPr lvl="6"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7pPr>
            <a:lvl8pPr lvl="7"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8pPr>
            <a:lvl9pPr lvl="8"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9pPr>
          </a:lstStyle>
          <a:p>
            <a:r>
              <a:t>xx%</a:t>
            </a:r>
          </a:p>
        </p:txBody>
      </p:sp>
      <p:sp>
        <p:nvSpPr>
          <p:cNvPr id="190" name="Google Shape;190;p35"/>
          <p:cNvSpPr txBox="1">
            <a:spLocks noGrp="1"/>
          </p:cNvSpPr>
          <p:nvPr>
            <p:ph type="subTitle" idx="1"/>
          </p:nvPr>
        </p:nvSpPr>
        <p:spPr>
          <a:xfrm>
            <a:off x="1147575" y="4028959"/>
            <a:ext cx="4224900" cy="5367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sz="1400"/>
            </a:lvl1pPr>
            <a:lvl2pPr lvl="1" rtl="0">
              <a:lnSpc>
                <a:spcPct val="100000"/>
              </a:lnSpc>
              <a:spcBef>
                <a:spcPts val="0"/>
              </a:spcBef>
              <a:spcAft>
                <a:spcPts val="0"/>
              </a:spcAft>
              <a:buSzPts val="1200"/>
              <a:buNone/>
              <a:defRPr/>
            </a:lvl2pPr>
            <a:lvl3pPr lvl="2" rtl="0">
              <a:lnSpc>
                <a:spcPct val="100000"/>
              </a:lnSpc>
              <a:spcBef>
                <a:spcPts val="0"/>
              </a:spcBef>
              <a:spcAft>
                <a:spcPts val="0"/>
              </a:spcAft>
              <a:buSzPts val="1200"/>
              <a:buNone/>
              <a:defRPr/>
            </a:lvl3pPr>
            <a:lvl4pPr lvl="3" rtl="0">
              <a:lnSpc>
                <a:spcPct val="100000"/>
              </a:lnSpc>
              <a:spcBef>
                <a:spcPts val="0"/>
              </a:spcBef>
              <a:spcAft>
                <a:spcPts val="0"/>
              </a:spcAft>
              <a:buSzPts val="1200"/>
              <a:buNone/>
              <a:defRPr/>
            </a:lvl4pPr>
            <a:lvl5pPr lvl="4" rtl="0">
              <a:lnSpc>
                <a:spcPct val="100000"/>
              </a:lnSpc>
              <a:spcBef>
                <a:spcPts val="0"/>
              </a:spcBef>
              <a:spcAft>
                <a:spcPts val="0"/>
              </a:spcAft>
              <a:buSzPts val="1200"/>
              <a:buNone/>
              <a:defRPr/>
            </a:lvl5pPr>
            <a:lvl6pPr lvl="5" rtl="0">
              <a:lnSpc>
                <a:spcPct val="100000"/>
              </a:lnSpc>
              <a:spcBef>
                <a:spcPts val="0"/>
              </a:spcBef>
              <a:spcAft>
                <a:spcPts val="0"/>
              </a:spcAft>
              <a:buSzPts val="1200"/>
              <a:buNone/>
              <a:defRPr/>
            </a:lvl6pPr>
            <a:lvl7pPr lvl="6" rtl="0">
              <a:lnSpc>
                <a:spcPct val="100000"/>
              </a:lnSpc>
              <a:spcBef>
                <a:spcPts val="0"/>
              </a:spcBef>
              <a:spcAft>
                <a:spcPts val="0"/>
              </a:spcAft>
              <a:buSzPts val="1200"/>
              <a:buNone/>
              <a:defRPr/>
            </a:lvl7pPr>
            <a:lvl8pPr lvl="7" rtl="0">
              <a:lnSpc>
                <a:spcPct val="100000"/>
              </a:lnSpc>
              <a:spcBef>
                <a:spcPts val="0"/>
              </a:spcBef>
              <a:spcAft>
                <a:spcPts val="0"/>
              </a:spcAft>
              <a:buSzPts val="1200"/>
              <a:buNone/>
              <a:defRPr/>
            </a:lvl8pPr>
            <a:lvl9pPr lvl="8" rtl="0">
              <a:lnSpc>
                <a:spcPct val="100000"/>
              </a:lnSpc>
              <a:spcBef>
                <a:spcPts val="0"/>
              </a:spcBef>
              <a:spcAft>
                <a:spcPts val="0"/>
              </a:spcAft>
              <a:buSzPts val="1200"/>
              <a:buNone/>
              <a:defRPr/>
            </a:lvl9pPr>
          </a:lstStyle>
          <a:p>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One column text">
  <p:cSld name="ONE_COLUMN_TEXT">
    <p:bg>
      <p:bgPr>
        <a:blipFill>
          <a:blip r:embed="rId2">
            <a:alphaModFix/>
          </a:blip>
          <a:stretch>
            <a:fillRect/>
          </a:stretch>
        </a:blipFill>
        <a:effectLst/>
      </p:bgPr>
    </p:bg>
    <p:spTree>
      <p:nvGrpSpPr>
        <p:cNvPr id="1" name="Shape 191"/>
        <p:cNvGrpSpPr/>
        <p:nvPr/>
      </p:nvGrpSpPr>
      <p:grpSpPr>
        <a:xfrm>
          <a:off x="0" y="0"/>
          <a:ext cx="0" cy="0"/>
          <a:chOff x="0" y="0"/>
          <a:chExt cx="0" cy="0"/>
        </a:xfrm>
      </p:grpSpPr>
      <p:sp>
        <p:nvSpPr>
          <p:cNvPr id="192" name="Google Shape;192;p36"/>
          <p:cNvSpPr txBox="1">
            <a:spLocks noGrp="1"/>
          </p:cNvSpPr>
          <p:nvPr>
            <p:ph type="ctrTitle"/>
          </p:nvPr>
        </p:nvSpPr>
        <p:spPr>
          <a:xfrm>
            <a:off x="2638350" y="376498"/>
            <a:ext cx="3867300" cy="20541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800"/>
              <a:buNone/>
              <a:defRPr/>
            </a:lvl1pPr>
            <a:lvl2pPr lvl="1" rtl="0">
              <a:spcBef>
                <a:spcPts val="0"/>
              </a:spcBef>
              <a:spcAft>
                <a:spcPts val="0"/>
              </a:spcAft>
              <a:buClr>
                <a:srgbClr val="000000"/>
              </a:buClr>
              <a:buSzPts val="1600"/>
              <a:buNone/>
              <a:defRPr sz="1600">
                <a:solidFill>
                  <a:srgbClr val="000000"/>
                </a:solidFill>
              </a:defRPr>
            </a:lvl2pPr>
            <a:lvl3pPr lvl="2" rtl="0">
              <a:spcBef>
                <a:spcPts val="0"/>
              </a:spcBef>
              <a:spcAft>
                <a:spcPts val="0"/>
              </a:spcAft>
              <a:buClr>
                <a:srgbClr val="000000"/>
              </a:buClr>
              <a:buSzPts val="1600"/>
              <a:buNone/>
              <a:defRPr sz="1600">
                <a:solidFill>
                  <a:srgbClr val="000000"/>
                </a:solidFill>
              </a:defRPr>
            </a:lvl3pPr>
            <a:lvl4pPr lvl="3" rtl="0">
              <a:spcBef>
                <a:spcPts val="0"/>
              </a:spcBef>
              <a:spcAft>
                <a:spcPts val="0"/>
              </a:spcAft>
              <a:buClr>
                <a:srgbClr val="000000"/>
              </a:buClr>
              <a:buSzPts val="1600"/>
              <a:buNone/>
              <a:defRPr sz="1600">
                <a:solidFill>
                  <a:srgbClr val="000000"/>
                </a:solidFill>
              </a:defRPr>
            </a:lvl4pPr>
            <a:lvl5pPr lvl="4" rtl="0">
              <a:spcBef>
                <a:spcPts val="0"/>
              </a:spcBef>
              <a:spcAft>
                <a:spcPts val="0"/>
              </a:spcAft>
              <a:buClr>
                <a:srgbClr val="000000"/>
              </a:buClr>
              <a:buSzPts val="1600"/>
              <a:buNone/>
              <a:defRPr sz="1600">
                <a:solidFill>
                  <a:srgbClr val="000000"/>
                </a:solidFill>
              </a:defRPr>
            </a:lvl5pPr>
            <a:lvl6pPr lvl="5" rtl="0">
              <a:spcBef>
                <a:spcPts val="0"/>
              </a:spcBef>
              <a:spcAft>
                <a:spcPts val="0"/>
              </a:spcAft>
              <a:buClr>
                <a:srgbClr val="000000"/>
              </a:buClr>
              <a:buSzPts val="1600"/>
              <a:buNone/>
              <a:defRPr sz="1600">
                <a:solidFill>
                  <a:srgbClr val="000000"/>
                </a:solidFill>
              </a:defRPr>
            </a:lvl6pPr>
            <a:lvl7pPr lvl="6" rtl="0">
              <a:spcBef>
                <a:spcPts val="0"/>
              </a:spcBef>
              <a:spcAft>
                <a:spcPts val="0"/>
              </a:spcAft>
              <a:buClr>
                <a:srgbClr val="000000"/>
              </a:buClr>
              <a:buSzPts val="1600"/>
              <a:buNone/>
              <a:defRPr sz="1600">
                <a:solidFill>
                  <a:srgbClr val="000000"/>
                </a:solidFill>
              </a:defRPr>
            </a:lvl7pPr>
            <a:lvl8pPr lvl="7" rtl="0">
              <a:spcBef>
                <a:spcPts val="0"/>
              </a:spcBef>
              <a:spcAft>
                <a:spcPts val="0"/>
              </a:spcAft>
              <a:buClr>
                <a:srgbClr val="000000"/>
              </a:buClr>
              <a:buSzPts val="1600"/>
              <a:buNone/>
              <a:defRPr sz="1600">
                <a:solidFill>
                  <a:srgbClr val="000000"/>
                </a:solidFill>
              </a:defRPr>
            </a:lvl8pPr>
            <a:lvl9pPr lvl="8" rtl="0">
              <a:spcBef>
                <a:spcPts val="0"/>
              </a:spcBef>
              <a:spcAft>
                <a:spcPts val="0"/>
              </a:spcAft>
              <a:buClr>
                <a:srgbClr val="000000"/>
              </a:buClr>
              <a:buSzPts val="1600"/>
              <a:buNone/>
              <a:defRPr sz="1600">
                <a:solidFill>
                  <a:srgbClr val="000000"/>
                </a:solidFill>
              </a:defRPr>
            </a:lvl9pPr>
          </a:lstStyle>
          <a:p>
            <a:endParaRPr/>
          </a:p>
        </p:txBody>
      </p:sp>
      <p:sp>
        <p:nvSpPr>
          <p:cNvPr id="193" name="Google Shape;193;p36"/>
          <p:cNvSpPr txBox="1">
            <a:spLocks noGrp="1"/>
          </p:cNvSpPr>
          <p:nvPr>
            <p:ph type="subTitle" idx="1"/>
          </p:nvPr>
        </p:nvSpPr>
        <p:spPr>
          <a:xfrm>
            <a:off x="2580225" y="2314225"/>
            <a:ext cx="3983400" cy="1070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200"/>
              <a:buNone/>
              <a:defRPr sz="1400"/>
            </a:lvl1pPr>
            <a:lvl2pPr lvl="1" rtl="0">
              <a:lnSpc>
                <a:spcPct val="100000"/>
              </a:lnSpc>
              <a:spcBef>
                <a:spcPts val="0"/>
              </a:spcBef>
              <a:spcAft>
                <a:spcPts val="0"/>
              </a:spcAft>
              <a:buSzPts val="1200"/>
              <a:buNone/>
              <a:defRPr/>
            </a:lvl2pPr>
            <a:lvl3pPr lvl="2" rtl="0">
              <a:lnSpc>
                <a:spcPct val="100000"/>
              </a:lnSpc>
              <a:spcBef>
                <a:spcPts val="0"/>
              </a:spcBef>
              <a:spcAft>
                <a:spcPts val="0"/>
              </a:spcAft>
              <a:buSzPts val="1200"/>
              <a:buNone/>
              <a:defRPr/>
            </a:lvl3pPr>
            <a:lvl4pPr lvl="3" rtl="0">
              <a:lnSpc>
                <a:spcPct val="100000"/>
              </a:lnSpc>
              <a:spcBef>
                <a:spcPts val="0"/>
              </a:spcBef>
              <a:spcAft>
                <a:spcPts val="0"/>
              </a:spcAft>
              <a:buSzPts val="1200"/>
              <a:buNone/>
              <a:defRPr/>
            </a:lvl4pPr>
            <a:lvl5pPr lvl="4" rtl="0">
              <a:lnSpc>
                <a:spcPct val="100000"/>
              </a:lnSpc>
              <a:spcBef>
                <a:spcPts val="0"/>
              </a:spcBef>
              <a:spcAft>
                <a:spcPts val="0"/>
              </a:spcAft>
              <a:buSzPts val="1200"/>
              <a:buNone/>
              <a:defRPr/>
            </a:lvl5pPr>
            <a:lvl6pPr lvl="5" rtl="0">
              <a:lnSpc>
                <a:spcPct val="100000"/>
              </a:lnSpc>
              <a:spcBef>
                <a:spcPts val="0"/>
              </a:spcBef>
              <a:spcAft>
                <a:spcPts val="0"/>
              </a:spcAft>
              <a:buSzPts val="1200"/>
              <a:buNone/>
              <a:defRPr/>
            </a:lvl6pPr>
            <a:lvl7pPr lvl="6" rtl="0">
              <a:lnSpc>
                <a:spcPct val="100000"/>
              </a:lnSpc>
              <a:spcBef>
                <a:spcPts val="0"/>
              </a:spcBef>
              <a:spcAft>
                <a:spcPts val="0"/>
              </a:spcAft>
              <a:buSzPts val="1200"/>
              <a:buNone/>
              <a:defRPr/>
            </a:lvl7pPr>
            <a:lvl8pPr lvl="7" rtl="0">
              <a:lnSpc>
                <a:spcPct val="100000"/>
              </a:lnSpc>
              <a:spcBef>
                <a:spcPts val="0"/>
              </a:spcBef>
              <a:spcAft>
                <a:spcPts val="0"/>
              </a:spcAft>
              <a:buSzPts val="1200"/>
              <a:buNone/>
              <a:defRPr/>
            </a:lvl8pPr>
            <a:lvl9pPr lvl="8" rtl="0">
              <a:lnSpc>
                <a:spcPct val="100000"/>
              </a:lnSpc>
              <a:spcBef>
                <a:spcPts val="0"/>
              </a:spcBef>
              <a:spcAft>
                <a:spcPts val="0"/>
              </a:spcAft>
              <a:buSzPts val="1200"/>
              <a:buNone/>
              <a:defRPr/>
            </a:lvl9pPr>
          </a:lstStyle>
          <a:p>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bg>
      <p:bgPr>
        <a:blipFill>
          <a:blip r:embed="rId2">
            <a:alphaModFix/>
          </a:blip>
          <a:stretch>
            <a:fillRect/>
          </a:stretch>
        </a:blipFill>
        <a:effectLst/>
      </p:bgPr>
    </p:bg>
    <p:spTree>
      <p:nvGrpSpPr>
        <p:cNvPr id="1" name="Shape 194"/>
        <p:cNvGrpSpPr/>
        <p:nvPr/>
      </p:nvGrpSpPr>
      <p:grpSpPr>
        <a:xfrm>
          <a:off x="0" y="0"/>
          <a:ext cx="0" cy="0"/>
          <a:chOff x="0" y="0"/>
          <a:chExt cx="0" cy="0"/>
        </a:xfrm>
      </p:grpSpPr>
      <p:sp>
        <p:nvSpPr>
          <p:cNvPr id="195" name="Google Shape;195;p37"/>
          <p:cNvSpPr txBox="1">
            <a:spLocks noGrp="1"/>
          </p:cNvSpPr>
          <p:nvPr>
            <p:ph type="ctrTitle"/>
          </p:nvPr>
        </p:nvSpPr>
        <p:spPr>
          <a:xfrm>
            <a:off x="1600733" y="985228"/>
            <a:ext cx="2673600" cy="2054100"/>
          </a:xfrm>
          <a:prstGeom prst="rect">
            <a:avLst/>
          </a:prstGeom>
        </p:spPr>
        <p:txBody>
          <a:bodyPr spcFirstLastPara="1" wrap="square" lIns="91425" tIns="91425" rIns="91425" bIns="91425" anchor="b" anchorCtr="0">
            <a:noAutofit/>
          </a:bodyPr>
          <a:lstStyle>
            <a:lvl1pPr lvl="0" algn="r" rtl="0">
              <a:spcBef>
                <a:spcPts val="0"/>
              </a:spcBef>
              <a:spcAft>
                <a:spcPts val="0"/>
              </a:spcAft>
              <a:buSzPts val="2000"/>
              <a:buNone/>
              <a:defRPr sz="2000"/>
            </a:lvl1pPr>
            <a:lvl2pPr lvl="1" algn="r" rtl="0">
              <a:spcBef>
                <a:spcPts val="0"/>
              </a:spcBef>
              <a:spcAft>
                <a:spcPts val="0"/>
              </a:spcAft>
              <a:buClr>
                <a:srgbClr val="000000"/>
              </a:buClr>
              <a:buSzPts val="2000"/>
              <a:buNone/>
              <a:defRPr sz="2000">
                <a:solidFill>
                  <a:srgbClr val="000000"/>
                </a:solidFill>
              </a:defRPr>
            </a:lvl2pPr>
            <a:lvl3pPr lvl="2" algn="r" rtl="0">
              <a:spcBef>
                <a:spcPts val="0"/>
              </a:spcBef>
              <a:spcAft>
                <a:spcPts val="0"/>
              </a:spcAft>
              <a:buClr>
                <a:srgbClr val="000000"/>
              </a:buClr>
              <a:buSzPts val="2000"/>
              <a:buNone/>
              <a:defRPr sz="2000">
                <a:solidFill>
                  <a:srgbClr val="000000"/>
                </a:solidFill>
              </a:defRPr>
            </a:lvl3pPr>
            <a:lvl4pPr lvl="3" algn="r" rtl="0">
              <a:spcBef>
                <a:spcPts val="0"/>
              </a:spcBef>
              <a:spcAft>
                <a:spcPts val="0"/>
              </a:spcAft>
              <a:buClr>
                <a:srgbClr val="000000"/>
              </a:buClr>
              <a:buSzPts val="2000"/>
              <a:buNone/>
              <a:defRPr sz="2000">
                <a:solidFill>
                  <a:srgbClr val="000000"/>
                </a:solidFill>
              </a:defRPr>
            </a:lvl4pPr>
            <a:lvl5pPr lvl="4" algn="r" rtl="0">
              <a:spcBef>
                <a:spcPts val="0"/>
              </a:spcBef>
              <a:spcAft>
                <a:spcPts val="0"/>
              </a:spcAft>
              <a:buClr>
                <a:srgbClr val="000000"/>
              </a:buClr>
              <a:buSzPts val="2000"/>
              <a:buNone/>
              <a:defRPr sz="2000">
                <a:solidFill>
                  <a:srgbClr val="000000"/>
                </a:solidFill>
              </a:defRPr>
            </a:lvl5pPr>
            <a:lvl6pPr lvl="5" algn="r" rtl="0">
              <a:spcBef>
                <a:spcPts val="0"/>
              </a:spcBef>
              <a:spcAft>
                <a:spcPts val="0"/>
              </a:spcAft>
              <a:buClr>
                <a:srgbClr val="000000"/>
              </a:buClr>
              <a:buSzPts val="2000"/>
              <a:buNone/>
              <a:defRPr sz="2000">
                <a:solidFill>
                  <a:srgbClr val="000000"/>
                </a:solidFill>
              </a:defRPr>
            </a:lvl6pPr>
            <a:lvl7pPr lvl="6" algn="r" rtl="0">
              <a:spcBef>
                <a:spcPts val="0"/>
              </a:spcBef>
              <a:spcAft>
                <a:spcPts val="0"/>
              </a:spcAft>
              <a:buClr>
                <a:srgbClr val="000000"/>
              </a:buClr>
              <a:buSzPts val="2000"/>
              <a:buNone/>
              <a:defRPr sz="2000">
                <a:solidFill>
                  <a:srgbClr val="000000"/>
                </a:solidFill>
              </a:defRPr>
            </a:lvl7pPr>
            <a:lvl8pPr lvl="7" algn="r" rtl="0">
              <a:spcBef>
                <a:spcPts val="0"/>
              </a:spcBef>
              <a:spcAft>
                <a:spcPts val="0"/>
              </a:spcAft>
              <a:buClr>
                <a:srgbClr val="000000"/>
              </a:buClr>
              <a:buSzPts val="2000"/>
              <a:buNone/>
              <a:defRPr sz="2000">
                <a:solidFill>
                  <a:srgbClr val="000000"/>
                </a:solidFill>
              </a:defRPr>
            </a:lvl8pPr>
            <a:lvl9pPr lvl="8" algn="r" rtl="0">
              <a:spcBef>
                <a:spcPts val="0"/>
              </a:spcBef>
              <a:spcAft>
                <a:spcPts val="0"/>
              </a:spcAft>
              <a:buClr>
                <a:srgbClr val="000000"/>
              </a:buClr>
              <a:buSzPts val="2000"/>
              <a:buNone/>
              <a:defRPr sz="2000">
                <a:solidFill>
                  <a:srgbClr val="000000"/>
                </a:solidFill>
              </a:defRPr>
            </a:lvl9pPr>
          </a:lstStyle>
          <a:p>
            <a:endParaRPr/>
          </a:p>
        </p:txBody>
      </p:sp>
      <p:sp>
        <p:nvSpPr>
          <p:cNvPr id="196" name="Google Shape;196;p37"/>
          <p:cNvSpPr txBox="1">
            <a:spLocks noGrp="1"/>
          </p:cNvSpPr>
          <p:nvPr>
            <p:ph type="subTitle" idx="1"/>
          </p:nvPr>
        </p:nvSpPr>
        <p:spPr>
          <a:xfrm>
            <a:off x="1665825" y="3058425"/>
            <a:ext cx="2608500" cy="17844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100"/>
              <a:buNone/>
              <a:defRPr sz="1400">
                <a:solidFill>
                  <a:schemeClr val="dk1"/>
                </a:solidFill>
              </a:defRPr>
            </a:lvl1pPr>
            <a:lvl2pPr lvl="1" algn="r" rtl="0">
              <a:lnSpc>
                <a:spcPct val="100000"/>
              </a:lnSpc>
              <a:spcBef>
                <a:spcPts val="0"/>
              </a:spcBef>
              <a:spcAft>
                <a:spcPts val="0"/>
              </a:spcAft>
              <a:buSzPts val="1100"/>
              <a:buNone/>
              <a:defRPr sz="1100"/>
            </a:lvl2pPr>
            <a:lvl3pPr lvl="2" algn="r" rtl="0">
              <a:lnSpc>
                <a:spcPct val="100000"/>
              </a:lnSpc>
              <a:spcBef>
                <a:spcPts val="0"/>
              </a:spcBef>
              <a:spcAft>
                <a:spcPts val="0"/>
              </a:spcAft>
              <a:buSzPts val="1100"/>
              <a:buNone/>
              <a:defRPr sz="1100"/>
            </a:lvl3pPr>
            <a:lvl4pPr lvl="3" algn="r" rtl="0">
              <a:lnSpc>
                <a:spcPct val="100000"/>
              </a:lnSpc>
              <a:spcBef>
                <a:spcPts val="0"/>
              </a:spcBef>
              <a:spcAft>
                <a:spcPts val="0"/>
              </a:spcAft>
              <a:buSzPts val="1100"/>
              <a:buNone/>
              <a:defRPr sz="1100"/>
            </a:lvl4pPr>
            <a:lvl5pPr lvl="4" algn="r" rtl="0">
              <a:lnSpc>
                <a:spcPct val="100000"/>
              </a:lnSpc>
              <a:spcBef>
                <a:spcPts val="0"/>
              </a:spcBef>
              <a:spcAft>
                <a:spcPts val="0"/>
              </a:spcAft>
              <a:buSzPts val="1100"/>
              <a:buNone/>
              <a:defRPr sz="1100"/>
            </a:lvl5pPr>
            <a:lvl6pPr lvl="5" algn="r" rtl="0">
              <a:lnSpc>
                <a:spcPct val="100000"/>
              </a:lnSpc>
              <a:spcBef>
                <a:spcPts val="0"/>
              </a:spcBef>
              <a:spcAft>
                <a:spcPts val="0"/>
              </a:spcAft>
              <a:buSzPts val="1100"/>
              <a:buNone/>
              <a:defRPr sz="1100"/>
            </a:lvl6pPr>
            <a:lvl7pPr lvl="6" algn="r" rtl="0">
              <a:lnSpc>
                <a:spcPct val="100000"/>
              </a:lnSpc>
              <a:spcBef>
                <a:spcPts val="0"/>
              </a:spcBef>
              <a:spcAft>
                <a:spcPts val="0"/>
              </a:spcAft>
              <a:buSzPts val="1100"/>
              <a:buNone/>
              <a:defRPr sz="1100"/>
            </a:lvl7pPr>
            <a:lvl8pPr lvl="7" algn="r" rtl="0">
              <a:lnSpc>
                <a:spcPct val="100000"/>
              </a:lnSpc>
              <a:spcBef>
                <a:spcPts val="0"/>
              </a:spcBef>
              <a:spcAft>
                <a:spcPts val="0"/>
              </a:spcAft>
              <a:buSzPts val="1100"/>
              <a:buNone/>
              <a:defRPr sz="1100"/>
            </a:lvl8pPr>
            <a:lvl9pPr lvl="8" algn="r" rtl="0">
              <a:lnSpc>
                <a:spcPct val="100000"/>
              </a:lnSpc>
              <a:spcBef>
                <a:spcPts val="0"/>
              </a:spcBef>
              <a:spcAft>
                <a:spcPts val="0"/>
              </a:spcAft>
              <a:buSzPts val="1100"/>
              <a:buNone/>
              <a:defRPr sz="1100"/>
            </a:lvl9pPr>
          </a:lstStyle>
          <a:p>
            <a:endParaRPr/>
          </a:p>
        </p:txBody>
      </p:sp>
      <p:sp>
        <p:nvSpPr>
          <p:cNvPr id="197" name="Google Shape;197;p37"/>
          <p:cNvSpPr txBox="1">
            <a:spLocks noGrp="1"/>
          </p:cNvSpPr>
          <p:nvPr>
            <p:ph type="ctrTitle" idx="2"/>
          </p:nvPr>
        </p:nvSpPr>
        <p:spPr>
          <a:xfrm>
            <a:off x="1964850" y="352850"/>
            <a:ext cx="5214300" cy="9462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400"/>
              <a:buNone/>
              <a:defRPr sz="2400"/>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Small numbers">
  <p:cSld name="CUSTOM_18_1">
    <p:bg>
      <p:bgPr>
        <a:blipFill>
          <a:blip r:embed="rId2">
            <a:alphaModFix/>
          </a:blip>
          <a:stretch>
            <a:fillRect/>
          </a:stretch>
        </a:blipFill>
        <a:effectLst/>
      </p:bgPr>
    </p:bg>
    <p:spTree>
      <p:nvGrpSpPr>
        <p:cNvPr id="1" name="Shape 198"/>
        <p:cNvGrpSpPr/>
        <p:nvPr/>
      </p:nvGrpSpPr>
      <p:grpSpPr>
        <a:xfrm>
          <a:off x="0" y="0"/>
          <a:ext cx="0" cy="0"/>
          <a:chOff x="0" y="0"/>
          <a:chExt cx="0" cy="0"/>
        </a:xfrm>
      </p:grpSpPr>
      <p:sp>
        <p:nvSpPr>
          <p:cNvPr id="199" name="Google Shape;199;p38"/>
          <p:cNvSpPr txBox="1">
            <a:spLocks noGrp="1"/>
          </p:cNvSpPr>
          <p:nvPr>
            <p:ph type="ctrTitle"/>
          </p:nvPr>
        </p:nvSpPr>
        <p:spPr>
          <a:xfrm>
            <a:off x="1964851" y="352850"/>
            <a:ext cx="5214300" cy="9462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400"/>
              <a:buNone/>
              <a:defRPr sz="2400"/>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sp>
        <p:nvSpPr>
          <p:cNvPr id="200" name="Google Shape;200;p38"/>
          <p:cNvSpPr txBox="1">
            <a:spLocks noGrp="1"/>
          </p:cNvSpPr>
          <p:nvPr>
            <p:ph type="title" idx="2" hasCustomPrompt="1"/>
          </p:nvPr>
        </p:nvSpPr>
        <p:spPr>
          <a:xfrm>
            <a:off x="1086651" y="1475125"/>
            <a:ext cx="1795200" cy="754500"/>
          </a:xfrm>
          <a:prstGeom prst="rect">
            <a:avLst/>
          </a:prstGeom>
        </p:spPr>
        <p:txBody>
          <a:bodyPr spcFirstLastPara="1" wrap="square" lIns="91425" tIns="91425" rIns="91425" bIns="91425" anchor="ctr" anchorCtr="0">
            <a:noAutofit/>
          </a:bodyPr>
          <a:lstStyle>
            <a:lvl1pPr lvl="0" algn="r" rtl="0">
              <a:spcBef>
                <a:spcPts val="0"/>
              </a:spcBef>
              <a:spcAft>
                <a:spcPts val="0"/>
              </a:spcAft>
              <a:buClr>
                <a:srgbClr val="000000"/>
              </a:buClr>
              <a:buSzPts val="4800"/>
              <a:buNone/>
              <a:defRPr sz="6000"/>
            </a:lvl1pPr>
            <a:lvl2pPr lvl="1"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2pPr>
            <a:lvl3pPr lvl="2"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3pPr>
            <a:lvl4pPr lvl="3"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4pPr>
            <a:lvl5pPr lvl="4"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5pPr>
            <a:lvl6pPr lvl="5"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6pPr>
            <a:lvl7pPr lvl="6"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7pPr>
            <a:lvl8pPr lvl="7"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8pPr>
            <a:lvl9pPr lvl="8"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9pPr>
          </a:lstStyle>
          <a:p>
            <a:r>
              <a:t>xx%</a:t>
            </a:r>
          </a:p>
        </p:txBody>
      </p:sp>
      <p:sp>
        <p:nvSpPr>
          <p:cNvPr id="201" name="Google Shape;201;p38"/>
          <p:cNvSpPr txBox="1">
            <a:spLocks noGrp="1"/>
          </p:cNvSpPr>
          <p:nvPr>
            <p:ph type="subTitle" idx="1"/>
          </p:nvPr>
        </p:nvSpPr>
        <p:spPr>
          <a:xfrm flipH="1">
            <a:off x="3481677" y="1666454"/>
            <a:ext cx="3264900" cy="3369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SzPts val="1100"/>
              <a:buNone/>
              <a:defRPr>
                <a:solidFill>
                  <a:schemeClr val="lt1"/>
                </a:solidFill>
              </a:defRPr>
            </a:lvl1pPr>
            <a:lvl2pPr lvl="1" algn="r" rtl="0">
              <a:lnSpc>
                <a:spcPct val="100000"/>
              </a:lnSpc>
              <a:spcBef>
                <a:spcPts val="0"/>
              </a:spcBef>
              <a:spcAft>
                <a:spcPts val="0"/>
              </a:spcAft>
              <a:buSzPts val="1100"/>
              <a:buNone/>
              <a:defRPr sz="1100"/>
            </a:lvl2pPr>
            <a:lvl3pPr lvl="2" algn="r" rtl="0">
              <a:lnSpc>
                <a:spcPct val="100000"/>
              </a:lnSpc>
              <a:spcBef>
                <a:spcPts val="0"/>
              </a:spcBef>
              <a:spcAft>
                <a:spcPts val="0"/>
              </a:spcAft>
              <a:buSzPts val="1100"/>
              <a:buNone/>
              <a:defRPr sz="1100"/>
            </a:lvl3pPr>
            <a:lvl4pPr lvl="3" algn="r" rtl="0">
              <a:lnSpc>
                <a:spcPct val="100000"/>
              </a:lnSpc>
              <a:spcBef>
                <a:spcPts val="0"/>
              </a:spcBef>
              <a:spcAft>
                <a:spcPts val="0"/>
              </a:spcAft>
              <a:buSzPts val="1100"/>
              <a:buNone/>
              <a:defRPr sz="1100"/>
            </a:lvl4pPr>
            <a:lvl5pPr lvl="4" algn="r" rtl="0">
              <a:lnSpc>
                <a:spcPct val="100000"/>
              </a:lnSpc>
              <a:spcBef>
                <a:spcPts val="0"/>
              </a:spcBef>
              <a:spcAft>
                <a:spcPts val="0"/>
              </a:spcAft>
              <a:buSzPts val="1100"/>
              <a:buNone/>
              <a:defRPr sz="1100"/>
            </a:lvl5pPr>
            <a:lvl6pPr lvl="5" algn="r" rtl="0">
              <a:lnSpc>
                <a:spcPct val="100000"/>
              </a:lnSpc>
              <a:spcBef>
                <a:spcPts val="0"/>
              </a:spcBef>
              <a:spcAft>
                <a:spcPts val="0"/>
              </a:spcAft>
              <a:buSzPts val="1100"/>
              <a:buNone/>
              <a:defRPr sz="1100"/>
            </a:lvl6pPr>
            <a:lvl7pPr lvl="6" algn="r" rtl="0">
              <a:lnSpc>
                <a:spcPct val="100000"/>
              </a:lnSpc>
              <a:spcBef>
                <a:spcPts val="0"/>
              </a:spcBef>
              <a:spcAft>
                <a:spcPts val="0"/>
              </a:spcAft>
              <a:buSzPts val="1100"/>
              <a:buNone/>
              <a:defRPr sz="1100"/>
            </a:lvl7pPr>
            <a:lvl8pPr lvl="7" algn="r" rtl="0">
              <a:lnSpc>
                <a:spcPct val="100000"/>
              </a:lnSpc>
              <a:spcBef>
                <a:spcPts val="0"/>
              </a:spcBef>
              <a:spcAft>
                <a:spcPts val="0"/>
              </a:spcAft>
              <a:buSzPts val="1100"/>
              <a:buNone/>
              <a:defRPr sz="1100"/>
            </a:lvl8pPr>
            <a:lvl9pPr lvl="8" algn="r" rtl="0">
              <a:lnSpc>
                <a:spcPct val="100000"/>
              </a:lnSpc>
              <a:spcBef>
                <a:spcPts val="0"/>
              </a:spcBef>
              <a:spcAft>
                <a:spcPts val="0"/>
              </a:spcAft>
              <a:buSzPts val="1100"/>
              <a:buNone/>
              <a:defRPr sz="1100"/>
            </a:lvl9pPr>
          </a:lstStyle>
          <a:p>
            <a:endParaRPr/>
          </a:p>
        </p:txBody>
      </p:sp>
      <p:sp>
        <p:nvSpPr>
          <p:cNvPr id="202" name="Google Shape;202;p38"/>
          <p:cNvSpPr txBox="1">
            <a:spLocks noGrp="1"/>
          </p:cNvSpPr>
          <p:nvPr>
            <p:ph type="title" idx="3" hasCustomPrompt="1"/>
          </p:nvPr>
        </p:nvSpPr>
        <p:spPr>
          <a:xfrm>
            <a:off x="2298451" y="2475350"/>
            <a:ext cx="1763700" cy="754500"/>
          </a:xfrm>
          <a:prstGeom prst="rect">
            <a:avLst/>
          </a:prstGeom>
        </p:spPr>
        <p:txBody>
          <a:bodyPr spcFirstLastPara="1" wrap="square" lIns="91425" tIns="91425" rIns="91425" bIns="91425" anchor="ctr" anchorCtr="0">
            <a:noAutofit/>
          </a:bodyPr>
          <a:lstStyle>
            <a:lvl1pPr lvl="0" algn="r" rtl="0">
              <a:spcBef>
                <a:spcPts val="0"/>
              </a:spcBef>
              <a:spcAft>
                <a:spcPts val="0"/>
              </a:spcAft>
              <a:buClr>
                <a:srgbClr val="000000"/>
              </a:buClr>
              <a:buSzPts val="4800"/>
              <a:buNone/>
              <a:defRPr sz="6000"/>
            </a:lvl1pPr>
            <a:lvl2pPr lvl="1"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2pPr>
            <a:lvl3pPr lvl="2"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3pPr>
            <a:lvl4pPr lvl="3"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4pPr>
            <a:lvl5pPr lvl="4"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5pPr>
            <a:lvl6pPr lvl="5"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6pPr>
            <a:lvl7pPr lvl="6"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7pPr>
            <a:lvl8pPr lvl="7"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8pPr>
            <a:lvl9pPr lvl="8"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9pPr>
          </a:lstStyle>
          <a:p>
            <a:r>
              <a:t>xx%</a:t>
            </a:r>
          </a:p>
        </p:txBody>
      </p:sp>
      <p:sp>
        <p:nvSpPr>
          <p:cNvPr id="203" name="Google Shape;203;p38"/>
          <p:cNvSpPr txBox="1">
            <a:spLocks noGrp="1"/>
          </p:cNvSpPr>
          <p:nvPr>
            <p:ph type="subTitle" idx="4"/>
          </p:nvPr>
        </p:nvSpPr>
        <p:spPr>
          <a:xfrm flipH="1">
            <a:off x="4568051" y="2688425"/>
            <a:ext cx="3264900" cy="3369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100"/>
              <a:buNone/>
              <a:defRPr>
                <a:solidFill>
                  <a:schemeClr val="lt1"/>
                </a:solidFill>
              </a:defRPr>
            </a:lvl1pPr>
            <a:lvl2pPr lvl="1" algn="r" rtl="0">
              <a:lnSpc>
                <a:spcPct val="100000"/>
              </a:lnSpc>
              <a:spcBef>
                <a:spcPts val="0"/>
              </a:spcBef>
              <a:spcAft>
                <a:spcPts val="0"/>
              </a:spcAft>
              <a:buSzPts val="1100"/>
              <a:buNone/>
              <a:defRPr sz="1100"/>
            </a:lvl2pPr>
            <a:lvl3pPr lvl="2" algn="r" rtl="0">
              <a:lnSpc>
                <a:spcPct val="100000"/>
              </a:lnSpc>
              <a:spcBef>
                <a:spcPts val="0"/>
              </a:spcBef>
              <a:spcAft>
                <a:spcPts val="0"/>
              </a:spcAft>
              <a:buSzPts val="1100"/>
              <a:buNone/>
              <a:defRPr sz="1100"/>
            </a:lvl3pPr>
            <a:lvl4pPr lvl="3" algn="r" rtl="0">
              <a:lnSpc>
                <a:spcPct val="100000"/>
              </a:lnSpc>
              <a:spcBef>
                <a:spcPts val="0"/>
              </a:spcBef>
              <a:spcAft>
                <a:spcPts val="0"/>
              </a:spcAft>
              <a:buSzPts val="1100"/>
              <a:buNone/>
              <a:defRPr sz="1100"/>
            </a:lvl4pPr>
            <a:lvl5pPr lvl="4" algn="r" rtl="0">
              <a:lnSpc>
                <a:spcPct val="100000"/>
              </a:lnSpc>
              <a:spcBef>
                <a:spcPts val="0"/>
              </a:spcBef>
              <a:spcAft>
                <a:spcPts val="0"/>
              </a:spcAft>
              <a:buSzPts val="1100"/>
              <a:buNone/>
              <a:defRPr sz="1100"/>
            </a:lvl5pPr>
            <a:lvl6pPr lvl="5" algn="r" rtl="0">
              <a:lnSpc>
                <a:spcPct val="100000"/>
              </a:lnSpc>
              <a:spcBef>
                <a:spcPts val="0"/>
              </a:spcBef>
              <a:spcAft>
                <a:spcPts val="0"/>
              </a:spcAft>
              <a:buSzPts val="1100"/>
              <a:buNone/>
              <a:defRPr sz="1100"/>
            </a:lvl6pPr>
            <a:lvl7pPr lvl="6" algn="r" rtl="0">
              <a:lnSpc>
                <a:spcPct val="100000"/>
              </a:lnSpc>
              <a:spcBef>
                <a:spcPts val="0"/>
              </a:spcBef>
              <a:spcAft>
                <a:spcPts val="0"/>
              </a:spcAft>
              <a:buSzPts val="1100"/>
              <a:buNone/>
              <a:defRPr sz="1100"/>
            </a:lvl7pPr>
            <a:lvl8pPr lvl="7" algn="r" rtl="0">
              <a:lnSpc>
                <a:spcPct val="100000"/>
              </a:lnSpc>
              <a:spcBef>
                <a:spcPts val="0"/>
              </a:spcBef>
              <a:spcAft>
                <a:spcPts val="0"/>
              </a:spcAft>
              <a:buSzPts val="1100"/>
              <a:buNone/>
              <a:defRPr sz="1100"/>
            </a:lvl8pPr>
            <a:lvl9pPr lvl="8" algn="r" rtl="0">
              <a:lnSpc>
                <a:spcPct val="100000"/>
              </a:lnSpc>
              <a:spcBef>
                <a:spcPts val="0"/>
              </a:spcBef>
              <a:spcAft>
                <a:spcPts val="0"/>
              </a:spcAft>
              <a:buSzPts val="1100"/>
              <a:buNone/>
              <a:defRPr sz="1100"/>
            </a:lvl9pPr>
          </a:lstStyle>
          <a:p>
            <a:endParaRPr/>
          </a:p>
        </p:txBody>
      </p:sp>
      <p:sp>
        <p:nvSpPr>
          <p:cNvPr id="204" name="Google Shape;204;p38"/>
          <p:cNvSpPr txBox="1">
            <a:spLocks noGrp="1"/>
          </p:cNvSpPr>
          <p:nvPr>
            <p:ph type="title" idx="5" hasCustomPrompt="1"/>
          </p:nvPr>
        </p:nvSpPr>
        <p:spPr>
          <a:xfrm>
            <a:off x="3353176" y="3513625"/>
            <a:ext cx="1795200" cy="754500"/>
          </a:xfrm>
          <a:prstGeom prst="rect">
            <a:avLst/>
          </a:prstGeom>
        </p:spPr>
        <p:txBody>
          <a:bodyPr spcFirstLastPara="1" wrap="square" lIns="91425" tIns="91425" rIns="91425" bIns="91425" anchor="ctr" anchorCtr="0">
            <a:noAutofit/>
          </a:bodyPr>
          <a:lstStyle>
            <a:lvl1pPr lvl="0" algn="r" rtl="0">
              <a:spcBef>
                <a:spcPts val="0"/>
              </a:spcBef>
              <a:spcAft>
                <a:spcPts val="0"/>
              </a:spcAft>
              <a:buClr>
                <a:srgbClr val="000000"/>
              </a:buClr>
              <a:buSzPts val="4800"/>
              <a:buNone/>
              <a:defRPr sz="6000"/>
            </a:lvl1pPr>
            <a:lvl2pPr lvl="1"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2pPr>
            <a:lvl3pPr lvl="2"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3pPr>
            <a:lvl4pPr lvl="3"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4pPr>
            <a:lvl5pPr lvl="4"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5pPr>
            <a:lvl6pPr lvl="5"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6pPr>
            <a:lvl7pPr lvl="6"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7pPr>
            <a:lvl8pPr lvl="7"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8pPr>
            <a:lvl9pPr lvl="8"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9pPr>
          </a:lstStyle>
          <a:p>
            <a:r>
              <a:t>xx%</a:t>
            </a:r>
          </a:p>
        </p:txBody>
      </p:sp>
      <p:sp>
        <p:nvSpPr>
          <p:cNvPr id="205" name="Google Shape;205;p38"/>
          <p:cNvSpPr txBox="1">
            <a:spLocks noGrp="1"/>
          </p:cNvSpPr>
          <p:nvPr>
            <p:ph type="subTitle" idx="6"/>
          </p:nvPr>
        </p:nvSpPr>
        <p:spPr>
          <a:xfrm flipH="1">
            <a:off x="5671490" y="3709941"/>
            <a:ext cx="3264900" cy="3369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100"/>
              <a:buNone/>
              <a:defRPr>
                <a:solidFill>
                  <a:schemeClr val="lt1"/>
                </a:solidFill>
              </a:defRPr>
            </a:lvl1pPr>
            <a:lvl2pPr lvl="1" algn="r" rtl="0">
              <a:lnSpc>
                <a:spcPct val="100000"/>
              </a:lnSpc>
              <a:spcBef>
                <a:spcPts val="0"/>
              </a:spcBef>
              <a:spcAft>
                <a:spcPts val="0"/>
              </a:spcAft>
              <a:buSzPts val="1100"/>
              <a:buNone/>
              <a:defRPr sz="1100"/>
            </a:lvl2pPr>
            <a:lvl3pPr lvl="2" algn="r" rtl="0">
              <a:lnSpc>
                <a:spcPct val="100000"/>
              </a:lnSpc>
              <a:spcBef>
                <a:spcPts val="0"/>
              </a:spcBef>
              <a:spcAft>
                <a:spcPts val="0"/>
              </a:spcAft>
              <a:buSzPts val="1100"/>
              <a:buNone/>
              <a:defRPr sz="1100"/>
            </a:lvl3pPr>
            <a:lvl4pPr lvl="3" algn="r" rtl="0">
              <a:lnSpc>
                <a:spcPct val="100000"/>
              </a:lnSpc>
              <a:spcBef>
                <a:spcPts val="0"/>
              </a:spcBef>
              <a:spcAft>
                <a:spcPts val="0"/>
              </a:spcAft>
              <a:buSzPts val="1100"/>
              <a:buNone/>
              <a:defRPr sz="1100"/>
            </a:lvl4pPr>
            <a:lvl5pPr lvl="4" algn="r" rtl="0">
              <a:lnSpc>
                <a:spcPct val="100000"/>
              </a:lnSpc>
              <a:spcBef>
                <a:spcPts val="0"/>
              </a:spcBef>
              <a:spcAft>
                <a:spcPts val="0"/>
              </a:spcAft>
              <a:buSzPts val="1100"/>
              <a:buNone/>
              <a:defRPr sz="1100"/>
            </a:lvl5pPr>
            <a:lvl6pPr lvl="5" algn="r" rtl="0">
              <a:lnSpc>
                <a:spcPct val="100000"/>
              </a:lnSpc>
              <a:spcBef>
                <a:spcPts val="0"/>
              </a:spcBef>
              <a:spcAft>
                <a:spcPts val="0"/>
              </a:spcAft>
              <a:buSzPts val="1100"/>
              <a:buNone/>
              <a:defRPr sz="1100"/>
            </a:lvl6pPr>
            <a:lvl7pPr lvl="6" algn="r" rtl="0">
              <a:lnSpc>
                <a:spcPct val="100000"/>
              </a:lnSpc>
              <a:spcBef>
                <a:spcPts val="0"/>
              </a:spcBef>
              <a:spcAft>
                <a:spcPts val="0"/>
              </a:spcAft>
              <a:buSzPts val="1100"/>
              <a:buNone/>
              <a:defRPr sz="1100"/>
            </a:lvl7pPr>
            <a:lvl8pPr lvl="7" algn="r" rtl="0">
              <a:lnSpc>
                <a:spcPct val="100000"/>
              </a:lnSpc>
              <a:spcBef>
                <a:spcPts val="0"/>
              </a:spcBef>
              <a:spcAft>
                <a:spcPts val="0"/>
              </a:spcAft>
              <a:buSzPts val="1100"/>
              <a:buNone/>
              <a:defRPr sz="1100"/>
            </a:lvl8pPr>
            <a:lvl9pPr lvl="8" algn="r" rtl="0">
              <a:lnSpc>
                <a:spcPct val="100000"/>
              </a:lnSpc>
              <a:spcBef>
                <a:spcPts val="0"/>
              </a:spcBef>
              <a:spcAft>
                <a:spcPts val="0"/>
              </a:spcAft>
              <a:buSzPts val="1100"/>
              <a:buNone/>
              <a:defRPr sz="1100"/>
            </a:lvl9pPr>
          </a:lstStyle>
          <a:p>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Title and three columns">
  <p:cSld name="CUSTOM_11">
    <p:bg>
      <p:bgPr>
        <a:blipFill>
          <a:blip r:embed="rId2">
            <a:alphaModFix/>
          </a:blip>
          <a:stretch>
            <a:fillRect/>
          </a:stretch>
        </a:blipFill>
        <a:effectLst/>
      </p:bgPr>
    </p:bg>
    <p:spTree>
      <p:nvGrpSpPr>
        <p:cNvPr id="1" name="Shape 206"/>
        <p:cNvGrpSpPr/>
        <p:nvPr/>
      </p:nvGrpSpPr>
      <p:grpSpPr>
        <a:xfrm>
          <a:off x="0" y="0"/>
          <a:ext cx="0" cy="0"/>
          <a:chOff x="0" y="0"/>
          <a:chExt cx="0" cy="0"/>
        </a:xfrm>
      </p:grpSpPr>
      <p:sp>
        <p:nvSpPr>
          <p:cNvPr id="207" name="Google Shape;207;p39"/>
          <p:cNvSpPr txBox="1">
            <a:spLocks noGrp="1"/>
          </p:cNvSpPr>
          <p:nvPr>
            <p:ph type="ctrTitle"/>
          </p:nvPr>
        </p:nvSpPr>
        <p:spPr>
          <a:xfrm>
            <a:off x="561600" y="2804713"/>
            <a:ext cx="2673600" cy="4275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800"/>
              <a:buNone/>
              <a:defRPr sz="1800"/>
            </a:lvl1pPr>
            <a:lvl2pPr lvl="1" rtl="0">
              <a:spcBef>
                <a:spcPts val="0"/>
              </a:spcBef>
              <a:spcAft>
                <a:spcPts val="0"/>
              </a:spcAft>
              <a:buClr>
                <a:srgbClr val="000000"/>
              </a:buClr>
              <a:buSzPts val="1800"/>
              <a:buNone/>
              <a:defRPr sz="1800">
                <a:solidFill>
                  <a:srgbClr val="000000"/>
                </a:solidFill>
              </a:defRPr>
            </a:lvl2pPr>
            <a:lvl3pPr lvl="2" rtl="0">
              <a:spcBef>
                <a:spcPts val="0"/>
              </a:spcBef>
              <a:spcAft>
                <a:spcPts val="0"/>
              </a:spcAft>
              <a:buClr>
                <a:srgbClr val="000000"/>
              </a:buClr>
              <a:buSzPts val="1800"/>
              <a:buNone/>
              <a:defRPr sz="1800">
                <a:solidFill>
                  <a:srgbClr val="000000"/>
                </a:solidFill>
              </a:defRPr>
            </a:lvl3pPr>
            <a:lvl4pPr lvl="3" rtl="0">
              <a:spcBef>
                <a:spcPts val="0"/>
              </a:spcBef>
              <a:spcAft>
                <a:spcPts val="0"/>
              </a:spcAft>
              <a:buClr>
                <a:srgbClr val="000000"/>
              </a:buClr>
              <a:buSzPts val="1800"/>
              <a:buNone/>
              <a:defRPr sz="1800">
                <a:solidFill>
                  <a:srgbClr val="000000"/>
                </a:solidFill>
              </a:defRPr>
            </a:lvl4pPr>
            <a:lvl5pPr lvl="4" rtl="0">
              <a:spcBef>
                <a:spcPts val="0"/>
              </a:spcBef>
              <a:spcAft>
                <a:spcPts val="0"/>
              </a:spcAft>
              <a:buClr>
                <a:srgbClr val="000000"/>
              </a:buClr>
              <a:buSzPts val="1800"/>
              <a:buNone/>
              <a:defRPr sz="1800">
                <a:solidFill>
                  <a:srgbClr val="000000"/>
                </a:solidFill>
              </a:defRPr>
            </a:lvl5pPr>
            <a:lvl6pPr lvl="5" rtl="0">
              <a:spcBef>
                <a:spcPts val="0"/>
              </a:spcBef>
              <a:spcAft>
                <a:spcPts val="0"/>
              </a:spcAft>
              <a:buClr>
                <a:srgbClr val="000000"/>
              </a:buClr>
              <a:buSzPts val="1800"/>
              <a:buNone/>
              <a:defRPr sz="1800">
                <a:solidFill>
                  <a:srgbClr val="000000"/>
                </a:solidFill>
              </a:defRPr>
            </a:lvl6pPr>
            <a:lvl7pPr lvl="6" rtl="0">
              <a:spcBef>
                <a:spcPts val="0"/>
              </a:spcBef>
              <a:spcAft>
                <a:spcPts val="0"/>
              </a:spcAft>
              <a:buClr>
                <a:srgbClr val="000000"/>
              </a:buClr>
              <a:buSzPts val="1800"/>
              <a:buNone/>
              <a:defRPr sz="1800">
                <a:solidFill>
                  <a:srgbClr val="000000"/>
                </a:solidFill>
              </a:defRPr>
            </a:lvl7pPr>
            <a:lvl8pPr lvl="7" rtl="0">
              <a:spcBef>
                <a:spcPts val="0"/>
              </a:spcBef>
              <a:spcAft>
                <a:spcPts val="0"/>
              </a:spcAft>
              <a:buClr>
                <a:srgbClr val="000000"/>
              </a:buClr>
              <a:buSzPts val="1800"/>
              <a:buNone/>
              <a:defRPr sz="1800">
                <a:solidFill>
                  <a:srgbClr val="000000"/>
                </a:solidFill>
              </a:defRPr>
            </a:lvl8pPr>
            <a:lvl9pPr lvl="8" rtl="0">
              <a:spcBef>
                <a:spcPts val="0"/>
              </a:spcBef>
              <a:spcAft>
                <a:spcPts val="0"/>
              </a:spcAft>
              <a:buClr>
                <a:srgbClr val="000000"/>
              </a:buClr>
              <a:buSzPts val="1800"/>
              <a:buNone/>
              <a:defRPr sz="1800">
                <a:solidFill>
                  <a:srgbClr val="000000"/>
                </a:solidFill>
              </a:defRPr>
            </a:lvl9pPr>
          </a:lstStyle>
          <a:p>
            <a:endParaRPr/>
          </a:p>
        </p:txBody>
      </p:sp>
      <p:sp>
        <p:nvSpPr>
          <p:cNvPr id="208" name="Google Shape;208;p39"/>
          <p:cNvSpPr txBox="1">
            <a:spLocks noGrp="1"/>
          </p:cNvSpPr>
          <p:nvPr>
            <p:ph type="subTitle" idx="1"/>
          </p:nvPr>
        </p:nvSpPr>
        <p:spPr>
          <a:xfrm>
            <a:off x="872450" y="3090475"/>
            <a:ext cx="2052000" cy="10032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100"/>
              <a:buNone/>
              <a:defRPr sz="1100">
                <a:solidFill>
                  <a:srgbClr val="000000"/>
                </a:solidFill>
              </a:defRPr>
            </a:lvl1pPr>
            <a:lvl2pPr lvl="1" rtl="0">
              <a:lnSpc>
                <a:spcPct val="100000"/>
              </a:lnSpc>
              <a:spcBef>
                <a:spcPts val="0"/>
              </a:spcBef>
              <a:spcAft>
                <a:spcPts val="0"/>
              </a:spcAft>
              <a:buSzPts val="1100"/>
              <a:buNone/>
              <a:defRPr sz="1100"/>
            </a:lvl2pPr>
            <a:lvl3pPr lvl="2" rtl="0">
              <a:lnSpc>
                <a:spcPct val="100000"/>
              </a:lnSpc>
              <a:spcBef>
                <a:spcPts val="0"/>
              </a:spcBef>
              <a:spcAft>
                <a:spcPts val="0"/>
              </a:spcAft>
              <a:buSzPts val="1100"/>
              <a:buNone/>
              <a:defRPr sz="1100"/>
            </a:lvl3pPr>
            <a:lvl4pPr lvl="3" rtl="0">
              <a:lnSpc>
                <a:spcPct val="100000"/>
              </a:lnSpc>
              <a:spcBef>
                <a:spcPts val="0"/>
              </a:spcBef>
              <a:spcAft>
                <a:spcPts val="0"/>
              </a:spcAft>
              <a:buSzPts val="1100"/>
              <a:buNone/>
              <a:defRPr sz="1100"/>
            </a:lvl4pPr>
            <a:lvl5pPr lvl="4" rtl="0">
              <a:lnSpc>
                <a:spcPct val="100000"/>
              </a:lnSpc>
              <a:spcBef>
                <a:spcPts val="0"/>
              </a:spcBef>
              <a:spcAft>
                <a:spcPts val="0"/>
              </a:spcAft>
              <a:buSzPts val="1100"/>
              <a:buNone/>
              <a:defRPr sz="1100"/>
            </a:lvl5pPr>
            <a:lvl6pPr lvl="5" rtl="0">
              <a:lnSpc>
                <a:spcPct val="100000"/>
              </a:lnSpc>
              <a:spcBef>
                <a:spcPts val="0"/>
              </a:spcBef>
              <a:spcAft>
                <a:spcPts val="0"/>
              </a:spcAft>
              <a:buSzPts val="1100"/>
              <a:buNone/>
              <a:defRPr sz="1100"/>
            </a:lvl6pPr>
            <a:lvl7pPr lvl="6" rtl="0">
              <a:lnSpc>
                <a:spcPct val="100000"/>
              </a:lnSpc>
              <a:spcBef>
                <a:spcPts val="0"/>
              </a:spcBef>
              <a:spcAft>
                <a:spcPts val="0"/>
              </a:spcAft>
              <a:buSzPts val="1100"/>
              <a:buNone/>
              <a:defRPr sz="1100"/>
            </a:lvl7pPr>
            <a:lvl8pPr lvl="7" rtl="0">
              <a:lnSpc>
                <a:spcPct val="100000"/>
              </a:lnSpc>
              <a:spcBef>
                <a:spcPts val="0"/>
              </a:spcBef>
              <a:spcAft>
                <a:spcPts val="0"/>
              </a:spcAft>
              <a:buSzPts val="1100"/>
              <a:buNone/>
              <a:defRPr sz="1100"/>
            </a:lvl8pPr>
            <a:lvl9pPr lvl="8" rtl="0">
              <a:lnSpc>
                <a:spcPct val="100000"/>
              </a:lnSpc>
              <a:spcBef>
                <a:spcPts val="0"/>
              </a:spcBef>
              <a:spcAft>
                <a:spcPts val="0"/>
              </a:spcAft>
              <a:buSzPts val="1100"/>
              <a:buNone/>
              <a:defRPr sz="1100"/>
            </a:lvl9pPr>
          </a:lstStyle>
          <a:p>
            <a:endParaRPr/>
          </a:p>
        </p:txBody>
      </p:sp>
      <p:sp>
        <p:nvSpPr>
          <p:cNvPr id="209" name="Google Shape;209;p39"/>
          <p:cNvSpPr txBox="1">
            <a:spLocks noGrp="1"/>
          </p:cNvSpPr>
          <p:nvPr>
            <p:ph type="ctrTitle" idx="2"/>
          </p:nvPr>
        </p:nvSpPr>
        <p:spPr>
          <a:xfrm>
            <a:off x="3235200" y="2804713"/>
            <a:ext cx="2673600" cy="4275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800"/>
              <a:buNone/>
              <a:defRPr sz="1800"/>
            </a:lvl1pPr>
            <a:lvl2pPr lvl="1" rtl="0">
              <a:spcBef>
                <a:spcPts val="0"/>
              </a:spcBef>
              <a:spcAft>
                <a:spcPts val="0"/>
              </a:spcAft>
              <a:buClr>
                <a:srgbClr val="000000"/>
              </a:buClr>
              <a:buSzPts val="1800"/>
              <a:buNone/>
              <a:defRPr sz="1800">
                <a:solidFill>
                  <a:srgbClr val="000000"/>
                </a:solidFill>
              </a:defRPr>
            </a:lvl2pPr>
            <a:lvl3pPr lvl="2" rtl="0">
              <a:spcBef>
                <a:spcPts val="0"/>
              </a:spcBef>
              <a:spcAft>
                <a:spcPts val="0"/>
              </a:spcAft>
              <a:buClr>
                <a:srgbClr val="000000"/>
              </a:buClr>
              <a:buSzPts val="1800"/>
              <a:buNone/>
              <a:defRPr sz="1800">
                <a:solidFill>
                  <a:srgbClr val="000000"/>
                </a:solidFill>
              </a:defRPr>
            </a:lvl3pPr>
            <a:lvl4pPr lvl="3" rtl="0">
              <a:spcBef>
                <a:spcPts val="0"/>
              </a:spcBef>
              <a:spcAft>
                <a:spcPts val="0"/>
              </a:spcAft>
              <a:buClr>
                <a:srgbClr val="000000"/>
              </a:buClr>
              <a:buSzPts val="1800"/>
              <a:buNone/>
              <a:defRPr sz="1800">
                <a:solidFill>
                  <a:srgbClr val="000000"/>
                </a:solidFill>
              </a:defRPr>
            </a:lvl4pPr>
            <a:lvl5pPr lvl="4" rtl="0">
              <a:spcBef>
                <a:spcPts val="0"/>
              </a:spcBef>
              <a:spcAft>
                <a:spcPts val="0"/>
              </a:spcAft>
              <a:buClr>
                <a:srgbClr val="000000"/>
              </a:buClr>
              <a:buSzPts val="1800"/>
              <a:buNone/>
              <a:defRPr sz="1800">
                <a:solidFill>
                  <a:srgbClr val="000000"/>
                </a:solidFill>
              </a:defRPr>
            </a:lvl5pPr>
            <a:lvl6pPr lvl="5" rtl="0">
              <a:spcBef>
                <a:spcPts val="0"/>
              </a:spcBef>
              <a:spcAft>
                <a:spcPts val="0"/>
              </a:spcAft>
              <a:buClr>
                <a:srgbClr val="000000"/>
              </a:buClr>
              <a:buSzPts val="1800"/>
              <a:buNone/>
              <a:defRPr sz="1800">
                <a:solidFill>
                  <a:srgbClr val="000000"/>
                </a:solidFill>
              </a:defRPr>
            </a:lvl6pPr>
            <a:lvl7pPr lvl="6" rtl="0">
              <a:spcBef>
                <a:spcPts val="0"/>
              </a:spcBef>
              <a:spcAft>
                <a:spcPts val="0"/>
              </a:spcAft>
              <a:buClr>
                <a:srgbClr val="000000"/>
              </a:buClr>
              <a:buSzPts val="1800"/>
              <a:buNone/>
              <a:defRPr sz="1800">
                <a:solidFill>
                  <a:srgbClr val="000000"/>
                </a:solidFill>
              </a:defRPr>
            </a:lvl7pPr>
            <a:lvl8pPr lvl="7" rtl="0">
              <a:spcBef>
                <a:spcPts val="0"/>
              </a:spcBef>
              <a:spcAft>
                <a:spcPts val="0"/>
              </a:spcAft>
              <a:buClr>
                <a:srgbClr val="000000"/>
              </a:buClr>
              <a:buSzPts val="1800"/>
              <a:buNone/>
              <a:defRPr sz="1800">
                <a:solidFill>
                  <a:srgbClr val="000000"/>
                </a:solidFill>
              </a:defRPr>
            </a:lvl8pPr>
            <a:lvl9pPr lvl="8" rtl="0">
              <a:spcBef>
                <a:spcPts val="0"/>
              </a:spcBef>
              <a:spcAft>
                <a:spcPts val="0"/>
              </a:spcAft>
              <a:buClr>
                <a:srgbClr val="000000"/>
              </a:buClr>
              <a:buSzPts val="1800"/>
              <a:buNone/>
              <a:defRPr sz="1800">
                <a:solidFill>
                  <a:srgbClr val="000000"/>
                </a:solidFill>
              </a:defRPr>
            </a:lvl9pPr>
          </a:lstStyle>
          <a:p>
            <a:endParaRPr/>
          </a:p>
        </p:txBody>
      </p:sp>
      <p:sp>
        <p:nvSpPr>
          <p:cNvPr id="210" name="Google Shape;210;p39"/>
          <p:cNvSpPr txBox="1">
            <a:spLocks noGrp="1"/>
          </p:cNvSpPr>
          <p:nvPr>
            <p:ph type="subTitle" idx="3"/>
          </p:nvPr>
        </p:nvSpPr>
        <p:spPr>
          <a:xfrm>
            <a:off x="3462900" y="2036750"/>
            <a:ext cx="2218200" cy="10032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100"/>
              <a:buNone/>
              <a:defRPr sz="1100">
                <a:solidFill>
                  <a:srgbClr val="000000"/>
                </a:solidFill>
              </a:defRPr>
            </a:lvl1pPr>
            <a:lvl2pPr lvl="1" rtl="0">
              <a:lnSpc>
                <a:spcPct val="100000"/>
              </a:lnSpc>
              <a:spcBef>
                <a:spcPts val="0"/>
              </a:spcBef>
              <a:spcAft>
                <a:spcPts val="0"/>
              </a:spcAft>
              <a:buSzPts val="1100"/>
              <a:buNone/>
              <a:defRPr sz="1100"/>
            </a:lvl2pPr>
            <a:lvl3pPr lvl="2" rtl="0">
              <a:lnSpc>
                <a:spcPct val="100000"/>
              </a:lnSpc>
              <a:spcBef>
                <a:spcPts val="0"/>
              </a:spcBef>
              <a:spcAft>
                <a:spcPts val="0"/>
              </a:spcAft>
              <a:buSzPts val="1100"/>
              <a:buNone/>
              <a:defRPr sz="1100"/>
            </a:lvl3pPr>
            <a:lvl4pPr lvl="3" rtl="0">
              <a:lnSpc>
                <a:spcPct val="100000"/>
              </a:lnSpc>
              <a:spcBef>
                <a:spcPts val="0"/>
              </a:spcBef>
              <a:spcAft>
                <a:spcPts val="0"/>
              </a:spcAft>
              <a:buSzPts val="1100"/>
              <a:buNone/>
              <a:defRPr sz="1100"/>
            </a:lvl4pPr>
            <a:lvl5pPr lvl="4" rtl="0">
              <a:lnSpc>
                <a:spcPct val="100000"/>
              </a:lnSpc>
              <a:spcBef>
                <a:spcPts val="0"/>
              </a:spcBef>
              <a:spcAft>
                <a:spcPts val="0"/>
              </a:spcAft>
              <a:buSzPts val="1100"/>
              <a:buNone/>
              <a:defRPr sz="1100"/>
            </a:lvl5pPr>
            <a:lvl6pPr lvl="5" rtl="0">
              <a:lnSpc>
                <a:spcPct val="100000"/>
              </a:lnSpc>
              <a:spcBef>
                <a:spcPts val="0"/>
              </a:spcBef>
              <a:spcAft>
                <a:spcPts val="0"/>
              </a:spcAft>
              <a:buSzPts val="1100"/>
              <a:buNone/>
              <a:defRPr sz="1100"/>
            </a:lvl6pPr>
            <a:lvl7pPr lvl="6" rtl="0">
              <a:lnSpc>
                <a:spcPct val="100000"/>
              </a:lnSpc>
              <a:spcBef>
                <a:spcPts val="0"/>
              </a:spcBef>
              <a:spcAft>
                <a:spcPts val="0"/>
              </a:spcAft>
              <a:buSzPts val="1100"/>
              <a:buNone/>
              <a:defRPr sz="1100"/>
            </a:lvl7pPr>
            <a:lvl8pPr lvl="7" rtl="0">
              <a:lnSpc>
                <a:spcPct val="100000"/>
              </a:lnSpc>
              <a:spcBef>
                <a:spcPts val="0"/>
              </a:spcBef>
              <a:spcAft>
                <a:spcPts val="0"/>
              </a:spcAft>
              <a:buSzPts val="1100"/>
              <a:buNone/>
              <a:defRPr sz="1100"/>
            </a:lvl8pPr>
            <a:lvl9pPr lvl="8" rtl="0">
              <a:lnSpc>
                <a:spcPct val="100000"/>
              </a:lnSpc>
              <a:spcBef>
                <a:spcPts val="0"/>
              </a:spcBef>
              <a:spcAft>
                <a:spcPts val="0"/>
              </a:spcAft>
              <a:buSzPts val="1100"/>
              <a:buNone/>
              <a:defRPr sz="1100"/>
            </a:lvl9pPr>
          </a:lstStyle>
          <a:p>
            <a:endParaRPr/>
          </a:p>
        </p:txBody>
      </p:sp>
      <p:sp>
        <p:nvSpPr>
          <p:cNvPr id="211" name="Google Shape;211;p39"/>
          <p:cNvSpPr txBox="1">
            <a:spLocks noGrp="1"/>
          </p:cNvSpPr>
          <p:nvPr>
            <p:ph type="ctrTitle" idx="4"/>
          </p:nvPr>
        </p:nvSpPr>
        <p:spPr>
          <a:xfrm>
            <a:off x="5908800" y="2804713"/>
            <a:ext cx="2673600" cy="4275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800"/>
              <a:buNone/>
              <a:defRPr sz="1800"/>
            </a:lvl1pPr>
            <a:lvl2pPr lvl="1" rtl="0">
              <a:spcBef>
                <a:spcPts val="0"/>
              </a:spcBef>
              <a:spcAft>
                <a:spcPts val="0"/>
              </a:spcAft>
              <a:buClr>
                <a:srgbClr val="000000"/>
              </a:buClr>
              <a:buSzPts val="1800"/>
              <a:buNone/>
              <a:defRPr sz="1800">
                <a:solidFill>
                  <a:srgbClr val="000000"/>
                </a:solidFill>
              </a:defRPr>
            </a:lvl2pPr>
            <a:lvl3pPr lvl="2" rtl="0">
              <a:spcBef>
                <a:spcPts val="0"/>
              </a:spcBef>
              <a:spcAft>
                <a:spcPts val="0"/>
              </a:spcAft>
              <a:buClr>
                <a:srgbClr val="000000"/>
              </a:buClr>
              <a:buSzPts val="1800"/>
              <a:buNone/>
              <a:defRPr sz="1800">
                <a:solidFill>
                  <a:srgbClr val="000000"/>
                </a:solidFill>
              </a:defRPr>
            </a:lvl3pPr>
            <a:lvl4pPr lvl="3" rtl="0">
              <a:spcBef>
                <a:spcPts val="0"/>
              </a:spcBef>
              <a:spcAft>
                <a:spcPts val="0"/>
              </a:spcAft>
              <a:buClr>
                <a:srgbClr val="000000"/>
              </a:buClr>
              <a:buSzPts val="1800"/>
              <a:buNone/>
              <a:defRPr sz="1800">
                <a:solidFill>
                  <a:srgbClr val="000000"/>
                </a:solidFill>
              </a:defRPr>
            </a:lvl4pPr>
            <a:lvl5pPr lvl="4" rtl="0">
              <a:spcBef>
                <a:spcPts val="0"/>
              </a:spcBef>
              <a:spcAft>
                <a:spcPts val="0"/>
              </a:spcAft>
              <a:buClr>
                <a:srgbClr val="000000"/>
              </a:buClr>
              <a:buSzPts val="1800"/>
              <a:buNone/>
              <a:defRPr sz="1800">
                <a:solidFill>
                  <a:srgbClr val="000000"/>
                </a:solidFill>
              </a:defRPr>
            </a:lvl5pPr>
            <a:lvl6pPr lvl="5" rtl="0">
              <a:spcBef>
                <a:spcPts val="0"/>
              </a:spcBef>
              <a:spcAft>
                <a:spcPts val="0"/>
              </a:spcAft>
              <a:buClr>
                <a:srgbClr val="000000"/>
              </a:buClr>
              <a:buSzPts val="1800"/>
              <a:buNone/>
              <a:defRPr sz="1800">
                <a:solidFill>
                  <a:srgbClr val="000000"/>
                </a:solidFill>
              </a:defRPr>
            </a:lvl6pPr>
            <a:lvl7pPr lvl="6" rtl="0">
              <a:spcBef>
                <a:spcPts val="0"/>
              </a:spcBef>
              <a:spcAft>
                <a:spcPts val="0"/>
              </a:spcAft>
              <a:buClr>
                <a:srgbClr val="000000"/>
              </a:buClr>
              <a:buSzPts val="1800"/>
              <a:buNone/>
              <a:defRPr sz="1800">
                <a:solidFill>
                  <a:srgbClr val="000000"/>
                </a:solidFill>
              </a:defRPr>
            </a:lvl7pPr>
            <a:lvl8pPr lvl="7" rtl="0">
              <a:spcBef>
                <a:spcPts val="0"/>
              </a:spcBef>
              <a:spcAft>
                <a:spcPts val="0"/>
              </a:spcAft>
              <a:buClr>
                <a:srgbClr val="000000"/>
              </a:buClr>
              <a:buSzPts val="1800"/>
              <a:buNone/>
              <a:defRPr sz="1800">
                <a:solidFill>
                  <a:srgbClr val="000000"/>
                </a:solidFill>
              </a:defRPr>
            </a:lvl8pPr>
            <a:lvl9pPr lvl="8" rtl="0">
              <a:spcBef>
                <a:spcPts val="0"/>
              </a:spcBef>
              <a:spcAft>
                <a:spcPts val="0"/>
              </a:spcAft>
              <a:buClr>
                <a:srgbClr val="000000"/>
              </a:buClr>
              <a:buSzPts val="1800"/>
              <a:buNone/>
              <a:defRPr sz="1800">
                <a:solidFill>
                  <a:srgbClr val="000000"/>
                </a:solidFill>
              </a:defRPr>
            </a:lvl9pPr>
          </a:lstStyle>
          <a:p>
            <a:endParaRPr/>
          </a:p>
        </p:txBody>
      </p:sp>
      <p:sp>
        <p:nvSpPr>
          <p:cNvPr id="212" name="Google Shape;212;p39"/>
          <p:cNvSpPr txBox="1">
            <a:spLocks noGrp="1"/>
          </p:cNvSpPr>
          <p:nvPr>
            <p:ph type="subTitle" idx="5"/>
          </p:nvPr>
        </p:nvSpPr>
        <p:spPr>
          <a:xfrm>
            <a:off x="6136500" y="3090475"/>
            <a:ext cx="2218200" cy="10032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100"/>
              <a:buNone/>
              <a:defRPr sz="1100">
                <a:solidFill>
                  <a:srgbClr val="000000"/>
                </a:solidFill>
              </a:defRPr>
            </a:lvl1pPr>
            <a:lvl2pPr lvl="1" rtl="0">
              <a:lnSpc>
                <a:spcPct val="100000"/>
              </a:lnSpc>
              <a:spcBef>
                <a:spcPts val="0"/>
              </a:spcBef>
              <a:spcAft>
                <a:spcPts val="0"/>
              </a:spcAft>
              <a:buSzPts val="1100"/>
              <a:buNone/>
              <a:defRPr sz="1100"/>
            </a:lvl2pPr>
            <a:lvl3pPr lvl="2" rtl="0">
              <a:lnSpc>
                <a:spcPct val="100000"/>
              </a:lnSpc>
              <a:spcBef>
                <a:spcPts val="0"/>
              </a:spcBef>
              <a:spcAft>
                <a:spcPts val="0"/>
              </a:spcAft>
              <a:buSzPts val="1100"/>
              <a:buNone/>
              <a:defRPr sz="1100"/>
            </a:lvl3pPr>
            <a:lvl4pPr lvl="3" rtl="0">
              <a:lnSpc>
                <a:spcPct val="100000"/>
              </a:lnSpc>
              <a:spcBef>
                <a:spcPts val="0"/>
              </a:spcBef>
              <a:spcAft>
                <a:spcPts val="0"/>
              </a:spcAft>
              <a:buSzPts val="1100"/>
              <a:buNone/>
              <a:defRPr sz="1100"/>
            </a:lvl4pPr>
            <a:lvl5pPr lvl="4" rtl="0">
              <a:lnSpc>
                <a:spcPct val="100000"/>
              </a:lnSpc>
              <a:spcBef>
                <a:spcPts val="0"/>
              </a:spcBef>
              <a:spcAft>
                <a:spcPts val="0"/>
              </a:spcAft>
              <a:buSzPts val="1100"/>
              <a:buNone/>
              <a:defRPr sz="1100"/>
            </a:lvl5pPr>
            <a:lvl6pPr lvl="5" rtl="0">
              <a:lnSpc>
                <a:spcPct val="100000"/>
              </a:lnSpc>
              <a:spcBef>
                <a:spcPts val="0"/>
              </a:spcBef>
              <a:spcAft>
                <a:spcPts val="0"/>
              </a:spcAft>
              <a:buSzPts val="1100"/>
              <a:buNone/>
              <a:defRPr sz="1100"/>
            </a:lvl6pPr>
            <a:lvl7pPr lvl="6" rtl="0">
              <a:lnSpc>
                <a:spcPct val="100000"/>
              </a:lnSpc>
              <a:spcBef>
                <a:spcPts val="0"/>
              </a:spcBef>
              <a:spcAft>
                <a:spcPts val="0"/>
              </a:spcAft>
              <a:buSzPts val="1100"/>
              <a:buNone/>
              <a:defRPr sz="1100"/>
            </a:lvl7pPr>
            <a:lvl8pPr lvl="7" rtl="0">
              <a:lnSpc>
                <a:spcPct val="100000"/>
              </a:lnSpc>
              <a:spcBef>
                <a:spcPts val="0"/>
              </a:spcBef>
              <a:spcAft>
                <a:spcPts val="0"/>
              </a:spcAft>
              <a:buSzPts val="1100"/>
              <a:buNone/>
              <a:defRPr sz="1100"/>
            </a:lvl8pPr>
            <a:lvl9pPr lvl="8" rtl="0">
              <a:lnSpc>
                <a:spcPct val="100000"/>
              </a:lnSpc>
              <a:spcBef>
                <a:spcPts val="0"/>
              </a:spcBef>
              <a:spcAft>
                <a:spcPts val="0"/>
              </a:spcAft>
              <a:buSzPts val="1100"/>
              <a:buNone/>
              <a:defRPr sz="1100"/>
            </a:lvl9pPr>
          </a:lstStyle>
          <a:p>
            <a:endParaRPr/>
          </a:p>
        </p:txBody>
      </p:sp>
      <p:sp>
        <p:nvSpPr>
          <p:cNvPr id="213" name="Google Shape;213;p39"/>
          <p:cNvSpPr txBox="1">
            <a:spLocks noGrp="1"/>
          </p:cNvSpPr>
          <p:nvPr>
            <p:ph type="ctrTitle" idx="6"/>
          </p:nvPr>
        </p:nvSpPr>
        <p:spPr>
          <a:xfrm>
            <a:off x="1964851" y="352850"/>
            <a:ext cx="5214300" cy="9462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400"/>
              <a:buNone/>
              <a:defRPr sz="2400"/>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Section header 2">
  <p:cSld name="CUSTOM_4">
    <p:bg>
      <p:bgPr>
        <a:blipFill>
          <a:blip r:embed="rId2">
            <a:alphaModFix/>
          </a:blip>
          <a:stretch>
            <a:fillRect/>
          </a:stretch>
        </a:blipFill>
        <a:effectLst/>
      </p:bgPr>
    </p:bg>
    <p:spTree>
      <p:nvGrpSpPr>
        <p:cNvPr id="1" name="Shape 214"/>
        <p:cNvGrpSpPr/>
        <p:nvPr/>
      </p:nvGrpSpPr>
      <p:grpSpPr>
        <a:xfrm>
          <a:off x="0" y="0"/>
          <a:ext cx="0" cy="0"/>
          <a:chOff x="0" y="0"/>
          <a:chExt cx="0" cy="0"/>
        </a:xfrm>
      </p:grpSpPr>
      <p:sp>
        <p:nvSpPr>
          <p:cNvPr id="215" name="Google Shape;215;p40"/>
          <p:cNvSpPr txBox="1">
            <a:spLocks noGrp="1"/>
          </p:cNvSpPr>
          <p:nvPr>
            <p:ph type="ctrTitle"/>
          </p:nvPr>
        </p:nvSpPr>
        <p:spPr>
          <a:xfrm flipH="1">
            <a:off x="2754543" y="1347038"/>
            <a:ext cx="5195700" cy="1921200"/>
          </a:xfrm>
          <a:prstGeom prst="rect">
            <a:avLst/>
          </a:prstGeom>
        </p:spPr>
        <p:txBody>
          <a:bodyPr spcFirstLastPara="1" wrap="square" lIns="91425" tIns="91425" rIns="91425" bIns="91425" anchor="ctr" anchorCtr="0">
            <a:noAutofit/>
          </a:bodyPr>
          <a:lstStyle>
            <a:lvl1pPr lvl="0" algn="r" rtl="0">
              <a:spcBef>
                <a:spcPts val="0"/>
              </a:spcBef>
              <a:spcAft>
                <a:spcPts val="0"/>
              </a:spcAft>
              <a:buClr>
                <a:srgbClr val="000000"/>
              </a:buClr>
              <a:buSzPts val="3600"/>
              <a:buNone/>
              <a:defRPr sz="3600"/>
            </a:lvl1pPr>
            <a:lvl2pPr lvl="1" algn="r" rtl="0">
              <a:spcBef>
                <a:spcPts val="0"/>
              </a:spcBef>
              <a:spcAft>
                <a:spcPts val="0"/>
              </a:spcAft>
              <a:buClr>
                <a:srgbClr val="FFFFFF"/>
              </a:buClr>
              <a:buSzPts val="6500"/>
              <a:buNone/>
              <a:defRPr sz="6500">
                <a:solidFill>
                  <a:srgbClr val="FFFFFF"/>
                </a:solidFill>
              </a:defRPr>
            </a:lvl2pPr>
            <a:lvl3pPr lvl="2" algn="r" rtl="0">
              <a:spcBef>
                <a:spcPts val="0"/>
              </a:spcBef>
              <a:spcAft>
                <a:spcPts val="0"/>
              </a:spcAft>
              <a:buClr>
                <a:srgbClr val="FFFFFF"/>
              </a:buClr>
              <a:buSzPts val="6500"/>
              <a:buNone/>
              <a:defRPr sz="6500">
                <a:solidFill>
                  <a:srgbClr val="FFFFFF"/>
                </a:solidFill>
              </a:defRPr>
            </a:lvl3pPr>
            <a:lvl4pPr lvl="3" algn="r" rtl="0">
              <a:spcBef>
                <a:spcPts val="0"/>
              </a:spcBef>
              <a:spcAft>
                <a:spcPts val="0"/>
              </a:spcAft>
              <a:buClr>
                <a:srgbClr val="FFFFFF"/>
              </a:buClr>
              <a:buSzPts val="6500"/>
              <a:buNone/>
              <a:defRPr sz="6500">
                <a:solidFill>
                  <a:srgbClr val="FFFFFF"/>
                </a:solidFill>
              </a:defRPr>
            </a:lvl4pPr>
            <a:lvl5pPr lvl="4" algn="r" rtl="0">
              <a:spcBef>
                <a:spcPts val="0"/>
              </a:spcBef>
              <a:spcAft>
                <a:spcPts val="0"/>
              </a:spcAft>
              <a:buClr>
                <a:srgbClr val="FFFFFF"/>
              </a:buClr>
              <a:buSzPts val="6500"/>
              <a:buNone/>
              <a:defRPr sz="6500">
                <a:solidFill>
                  <a:srgbClr val="FFFFFF"/>
                </a:solidFill>
              </a:defRPr>
            </a:lvl5pPr>
            <a:lvl6pPr lvl="5" algn="r" rtl="0">
              <a:spcBef>
                <a:spcPts val="0"/>
              </a:spcBef>
              <a:spcAft>
                <a:spcPts val="0"/>
              </a:spcAft>
              <a:buClr>
                <a:srgbClr val="FFFFFF"/>
              </a:buClr>
              <a:buSzPts val="6500"/>
              <a:buNone/>
              <a:defRPr sz="6500">
                <a:solidFill>
                  <a:srgbClr val="FFFFFF"/>
                </a:solidFill>
              </a:defRPr>
            </a:lvl6pPr>
            <a:lvl7pPr lvl="6" algn="r" rtl="0">
              <a:spcBef>
                <a:spcPts val="0"/>
              </a:spcBef>
              <a:spcAft>
                <a:spcPts val="0"/>
              </a:spcAft>
              <a:buClr>
                <a:srgbClr val="FFFFFF"/>
              </a:buClr>
              <a:buSzPts val="6500"/>
              <a:buNone/>
              <a:defRPr sz="6500">
                <a:solidFill>
                  <a:srgbClr val="FFFFFF"/>
                </a:solidFill>
              </a:defRPr>
            </a:lvl7pPr>
            <a:lvl8pPr lvl="7" algn="r" rtl="0">
              <a:spcBef>
                <a:spcPts val="0"/>
              </a:spcBef>
              <a:spcAft>
                <a:spcPts val="0"/>
              </a:spcAft>
              <a:buClr>
                <a:srgbClr val="FFFFFF"/>
              </a:buClr>
              <a:buSzPts val="6500"/>
              <a:buNone/>
              <a:defRPr sz="6500">
                <a:solidFill>
                  <a:srgbClr val="FFFFFF"/>
                </a:solidFill>
              </a:defRPr>
            </a:lvl8pPr>
            <a:lvl9pPr lvl="8" algn="r" rtl="0">
              <a:spcBef>
                <a:spcPts val="0"/>
              </a:spcBef>
              <a:spcAft>
                <a:spcPts val="0"/>
              </a:spcAft>
              <a:buClr>
                <a:srgbClr val="FFFFFF"/>
              </a:buClr>
              <a:buSzPts val="6500"/>
              <a:buNone/>
              <a:defRPr sz="6500">
                <a:solidFill>
                  <a:srgbClr val="FFFFFF"/>
                </a:solidFill>
              </a:defRPr>
            </a:lvl9pPr>
          </a:lstStyle>
          <a:p>
            <a:endParaRPr/>
          </a:p>
        </p:txBody>
      </p:sp>
      <p:sp>
        <p:nvSpPr>
          <p:cNvPr id="216" name="Google Shape;216;p40"/>
          <p:cNvSpPr txBox="1">
            <a:spLocks noGrp="1"/>
          </p:cNvSpPr>
          <p:nvPr>
            <p:ph type="title" idx="2" hasCustomPrompt="1"/>
          </p:nvPr>
        </p:nvSpPr>
        <p:spPr>
          <a:xfrm flipH="1">
            <a:off x="4970943" y="1035213"/>
            <a:ext cx="2979300" cy="754500"/>
          </a:xfrm>
          <a:prstGeom prst="rect">
            <a:avLst/>
          </a:prstGeom>
        </p:spPr>
        <p:txBody>
          <a:bodyPr spcFirstLastPara="1" wrap="square" lIns="91425" tIns="91425" rIns="91425" bIns="91425" anchor="ctr" anchorCtr="0">
            <a:noAutofit/>
          </a:bodyPr>
          <a:lstStyle>
            <a:lvl1pPr lvl="0" algn="r" rtl="0">
              <a:spcBef>
                <a:spcPts val="0"/>
              </a:spcBef>
              <a:spcAft>
                <a:spcPts val="0"/>
              </a:spcAft>
              <a:buClr>
                <a:srgbClr val="000000"/>
              </a:buClr>
              <a:buSzPts val="9600"/>
              <a:buNone/>
              <a:defRPr sz="9600"/>
            </a:lvl1pPr>
            <a:lvl2pPr lvl="1" algn="r"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2pPr>
            <a:lvl3pPr lvl="2" algn="r"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3pPr>
            <a:lvl4pPr lvl="3" algn="r"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4pPr>
            <a:lvl5pPr lvl="4" algn="r"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5pPr>
            <a:lvl6pPr lvl="5" algn="r"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6pPr>
            <a:lvl7pPr lvl="6" algn="r"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7pPr>
            <a:lvl8pPr lvl="7" algn="r"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8pPr>
            <a:lvl9pPr lvl="8" algn="r"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9pPr>
          </a:lstStyle>
          <a:p>
            <a:r>
              <a:t>xx%</a:t>
            </a:r>
          </a:p>
        </p:txBody>
      </p:sp>
      <p:sp>
        <p:nvSpPr>
          <p:cNvPr id="217" name="Google Shape;217;p40"/>
          <p:cNvSpPr txBox="1">
            <a:spLocks noGrp="1"/>
          </p:cNvSpPr>
          <p:nvPr>
            <p:ph type="subTitle" idx="1"/>
          </p:nvPr>
        </p:nvSpPr>
        <p:spPr>
          <a:xfrm>
            <a:off x="3725343" y="2742989"/>
            <a:ext cx="4224900" cy="5367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200"/>
              <a:buNone/>
              <a:defRPr sz="1400"/>
            </a:lvl1pPr>
            <a:lvl2pPr lvl="1" algn="r" rtl="0">
              <a:lnSpc>
                <a:spcPct val="100000"/>
              </a:lnSpc>
              <a:spcBef>
                <a:spcPts val="0"/>
              </a:spcBef>
              <a:spcAft>
                <a:spcPts val="0"/>
              </a:spcAft>
              <a:buSzPts val="1200"/>
              <a:buNone/>
              <a:defRPr/>
            </a:lvl2pPr>
            <a:lvl3pPr lvl="2" algn="r" rtl="0">
              <a:lnSpc>
                <a:spcPct val="100000"/>
              </a:lnSpc>
              <a:spcBef>
                <a:spcPts val="0"/>
              </a:spcBef>
              <a:spcAft>
                <a:spcPts val="0"/>
              </a:spcAft>
              <a:buSzPts val="1200"/>
              <a:buNone/>
              <a:defRPr/>
            </a:lvl3pPr>
            <a:lvl4pPr lvl="3" algn="r" rtl="0">
              <a:lnSpc>
                <a:spcPct val="100000"/>
              </a:lnSpc>
              <a:spcBef>
                <a:spcPts val="0"/>
              </a:spcBef>
              <a:spcAft>
                <a:spcPts val="0"/>
              </a:spcAft>
              <a:buSzPts val="1200"/>
              <a:buNone/>
              <a:defRPr/>
            </a:lvl4pPr>
            <a:lvl5pPr lvl="4" algn="r" rtl="0">
              <a:lnSpc>
                <a:spcPct val="100000"/>
              </a:lnSpc>
              <a:spcBef>
                <a:spcPts val="0"/>
              </a:spcBef>
              <a:spcAft>
                <a:spcPts val="0"/>
              </a:spcAft>
              <a:buSzPts val="1200"/>
              <a:buNone/>
              <a:defRPr/>
            </a:lvl5pPr>
            <a:lvl6pPr lvl="5" algn="r" rtl="0">
              <a:lnSpc>
                <a:spcPct val="100000"/>
              </a:lnSpc>
              <a:spcBef>
                <a:spcPts val="0"/>
              </a:spcBef>
              <a:spcAft>
                <a:spcPts val="0"/>
              </a:spcAft>
              <a:buSzPts val="1200"/>
              <a:buNone/>
              <a:defRPr/>
            </a:lvl6pPr>
            <a:lvl7pPr lvl="6" algn="r" rtl="0">
              <a:lnSpc>
                <a:spcPct val="100000"/>
              </a:lnSpc>
              <a:spcBef>
                <a:spcPts val="0"/>
              </a:spcBef>
              <a:spcAft>
                <a:spcPts val="0"/>
              </a:spcAft>
              <a:buSzPts val="1200"/>
              <a:buNone/>
              <a:defRPr/>
            </a:lvl7pPr>
            <a:lvl8pPr lvl="7" algn="r" rtl="0">
              <a:lnSpc>
                <a:spcPct val="100000"/>
              </a:lnSpc>
              <a:spcBef>
                <a:spcPts val="0"/>
              </a:spcBef>
              <a:spcAft>
                <a:spcPts val="0"/>
              </a:spcAft>
              <a:buSzPts val="1200"/>
              <a:buNone/>
              <a:defRPr/>
            </a:lvl8pPr>
            <a:lvl9pPr lvl="8" algn="r" rtl="0">
              <a:lnSpc>
                <a:spcPct val="100000"/>
              </a:lnSpc>
              <a:spcBef>
                <a:spcPts val="0"/>
              </a:spcBef>
              <a:spcAft>
                <a:spcPts val="0"/>
              </a:spcAft>
              <a:buSzPts val="1200"/>
              <a:buNone/>
              <a:defRPr/>
            </a:lvl9pPr>
          </a:lstStyle>
          <a:p>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Title and six columns">
  <p:cSld name="CUSTOM_13">
    <p:bg>
      <p:bgPr>
        <a:blipFill>
          <a:blip r:embed="rId2">
            <a:alphaModFix/>
          </a:blip>
          <a:stretch>
            <a:fillRect/>
          </a:stretch>
        </a:blipFill>
        <a:effectLst/>
      </p:bgPr>
    </p:bg>
    <p:spTree>
      <p:nvGrpSpPr>
        <p:cNvPr id="1" name="Shape 218"/>
        <p:cNvGrpSpPr/>
        <p:nvPr/>
      </p:nvGrpSpPr>
      <p:grpSpPr>
        <a:xfrm>
          <a:off x="0" y="0"/>
          <a:ext cx="0" cy="0"/>
          <a:chOff x="0" y="0"/>
          <a:chExt cx="0" cy="0"/>
        </a:xfrm>
      </p:grpSpPr>
      <p:sp>
        <p:nvSpPr>
          <p:cNvPr id="219" name="Google Shape;219;p41"/>
          <p:cNvSpPr txBox="1">
            <a:spLocks noGrp="1"/>
          </p:cNvSpPr>
          <p:nvPr>
            <p:ph type="ctrTitle"/>
          </p:nvPr>
        </p:nvSpPr>
        <p:spPr>
          <a:xfrm>
            <a:off x="1964851" y="352850"/>
            <a:ext cx="5214300" cy="9462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400"/>
              <a:buNone/>
              <a:defRPr sz="2400"/>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sp>
        <p:nvSpPr>
          <p:cNvPr id="220" name="Google Shape;220;p41"/>
          <p:cNvSpPr txBox="1">
            <a:spLocks noGrp="1"/>
          </p:cNvSpPr>
          <p:nvPr>
            <p:ph type="ctrTitle" idx="2"/>
          </p:nvPr>
        </p:nvSpPr>
        <p:spPr>
          <a:xfrm>
            <a:off x="464478" y="1806500"/>
            <a:ext cx="1780500" cy="4275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400"/>
              <a:buNone/>
              <a:defRPr sz="1400"/>
            </a:lvl1pPr>
            <a:lvl2pPr lvl="1" rtl="0">
              <a:spcBef>
                <a:spcPts val="0"/>
              </a:spcBef>
              <a:spcAft>
                <a:spcPts val="0"/>
              </a:spcAft>
              <a:buClr>
                <a:srgbClr val="000000"/>
              </a:buClr>
              <a:buSzPts val="1400"/>
              <a:buNone/>
              <a:defRPr sz="1400">
                <a:solidFill>
                  <a:srgbClr val="000000"/>
                </a:solidFill>
              </a:defRPr>
            </a:lvl2pPr>
            <a:lvl3pPr lvl="2" rtl="0">
              <a:spcBef>
                <a:spcPts val="0"/>
              </a:spcBef>
              <a:spcAft>
                <a:spcPts val="0"/>
              </a:spcAft>
              <a:buClr>
                <a:srgbClr val="000000"/>
              </a:buClr>
              <a:buSzPts val="1400"/>
              <a:buNone/>
              <a:defRPr sz="1400">
                <a:solidFill>
                  <a:srgbClr val="000000"/>
                </a:solidFill>
              </a:defRPr>
            </a:lvl3pPr>
            <a:lvl4pPr lvl="3" rtl="0">
              <a:spcBef>
                <a:spcPts val="0"/>
              </a:spcBef>
              <a:spcAft>
                <a:spcPts val="0"/>
              </a:spcAft>
              <a:buClr>
                <a:srgbClr val="000000"/>
              </a:buClr>
              <a:buSzPts val="1400"/>
              <a:buNone/>
              <a:defRPr sz="1400">
                <a:solidFill>
                  <a:srgbClr val="000000"/>
                </a:solidFill>
              </a:defRPr>
            </a:lvl4pPr>
            <a:lvl5pPr lvl="4" rtl="0">
              <a:spcBef>
                <a:spcPts val="0"/>
              </a:spcBef>
              <a:spcAft>
                <a:spcPts val="0"/>
              </a:spcAft>
              <a:buClr>
                <a:srgbClr val="000000"/>
              </a:buClr>
              <a:buSzPts val="1400"/>
              <a:buNone/>
              <a:defRPr sz="1400">
                <a:solidFill>
                  <a:srgbClr val="000000"/>
                </a:solidFill>
              </a:defRPr>
            </a:lvl5pPr>
            <a:lvl6pPr lvl="5" rtl="0">
              <a:spcBef>
                <a:spcPts val="0"/>
              </a:spcBef>
              <a:spcAft>
                <a:spcPts val="0"/>
              </a:spcAft>
              <a:buClr>
                <a:srgbClr val="000000"/>
              </a:buClr>
              <a:buSzPts val="1400"/>
              <a:buNone/>
              <a:defRPr sz="1400">
                <a:solidFill>
                  <a:srgbClr val="000000"/>
                </a:solidFill>
              </a:defRPr>
            </a:lvl6pPr>
            <a:lvl7pPr lvl="6" rtl="0">
              <a:spcBef>
                <a:spcPts val="0"/>
              </a:spcBef>
              <a:spcAft>
                <a:spcPts val="0"/>
              </a:spcAft>
              <a:buClr>
                <a:srgbClr val="000000"/>
              </a:buClr>
              <a:buSzPts val="1400"/>
              <a:buNone/>
              <a:defRPr sz="1400">
                <a:solidFill>
                  <a:srgbClr val="000000"/>
                </a:solidFill>
              </a:defRPr>
            </a:lvl7pPr>
            <a:lvl8pPr lvl="7" rtl="0">
              <a:spcBef>
                <a:spcPts val="0"/>
              </a:spcBef>
              <a:spcAft>
                <a:spcPts val="0"/>
              </a:spcAft>
              <a:buClr>
                <a:srgbClr val="000000"/>
              </a:buClr>
              <a:buSzPts val="1400"/>
              <a:buNone/>
              <a:defRPr sz="1400">
                <a:solidFill>
                  <a:srgbClr val="000000"/>
                </a:solidFill>
              </a:defRPr>
            </a:lvl8pPr>
            <a:lvl9pPr lvl="8" rtl="0">
              <a:spcBef>
                <a:spcPts val="0"/>
              </a:spcBef>
              <a:spcAft>
                <a:spcPts val="0"/>
              </a:spcAft>
              <a:buClr>
                <a:srgbClr val="000000"/>
              </a:buClr>
              <a:buSzPts val="1400"/>
              <a:buNone/>
              <a:defRPr sz="1400">
                <a:solidFill>
                  <a:srgbClr val="000000"/>
                </a:solidFill>
              </a:defRPr>
            </a:lvl9pPr>
          </a:lstStyle>
          <a:p>
            <a:endParaRPr/>
          </a:p>
        </p:txBody>
      </p:sp>
      <p:sp>
        <p:nvSpPr>
          <p:cNvPr id="221" name="Google Shape;221;p41"/>
          <p:cNvSpPr txBox="1">
            <a:spLocks noGrp="1"/>
          </p:cNvSpPr>
          <p:nvPr>
            <p:ph type="subTitle" idx="1"/>
          </p:nvPr>
        </p:nvSpPr>
        <p:spPr>
          <a:xfrm>
            <a:off x="616128" y="2100749"/>
            <a:ext cx="1477200" cy="10032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100"/>
              <a:buNone/>
              <a:defRPr/>
            </a:lvl1pPr>
            <a:lvl2pPr lvl="1" rtl="0">
              <a:lnSpc>
                <a:spcPct val="100000"/>
              </a:lnSpc>
              <a:spcBef>
                <a:spcPts val="0"/>
              </a:spcBef>
              <a:spcAft>
                <a:spcPts val="0"/>
              </a:spcAft>
              <a:buSzPts val="1100"/>
              <a:buNone/>
              <a:defRPr sz="1100"/>
            </a:lvl2pPr>
            <a:lvl3pPr lvl="2" rtl="0">
              <a:lnSpc>
                <a:spcPct val="100000"/>
              </a:lnSpc>
              <a:spcBef>
                <a:spcPts val="0"/>
              </a:spcBef>
              <a:spcAft>
                <a:spcPts val="0"/>
              </a:spcAft>
              <a:buSzPts val="1100"/>
              <a:buNone/>
              <a:defRPr sz="1100"/>
            </a:lvl3pPr>
            <a:lvl4pPr lvl="3" rtl="0">
              <a:lnSpc>
                <a:spcPct val="100000"/>
              </a:lnSpc>
              <a:spcBef>
                <a:spcPts val="0"/>
              </a:spcBef>
              <a:spcAft>
                <a:spcPts val="0"/>
              </a:spcAft>
              <a:buSzPts val="1100"/>
              <a:buNone/>
              <a:defRPr sz="1100"/>
            </a:lvl4pPr>
            <a:lvl5pPr lvl="4" rtl="0">
              <a:lnSpc>
                <a:spcPct val="100000"/>
              </a:lnSpc>
              <a:spcBef>
                <a:spcPts val="0"/>
              </a:spcBef>
              <a:spcAft>
                <a:spcPts val="0"/>
              </a:spcAft>
              <a:buSzPts val="1100"/>
              <a:buNone/>
              <a:defRPr sz="1100"/>
            </a:lvl5pPr>
            <a:lvl6pPr lvl="5" rtl="0">
              <a:lnSpc>
                <a:spcPct val="100000"/>
              </a:lnSpc>
              <a:spcBef>
                <a:spcPts val="0"/>
              </a:spcBef>
              <a:spcAft>
                <a:spcPts val="0"/>
              </a:spcAft>
              <a:buSzPts val="1100"/>
              <a:buNone/>
              <a:defRPr sz="1100"/>
            </a:lvl6pPr>
            <a:lvl7pPr lvl="6" rtl="0">
              <a:lnSpc>
                <a:spcPct val="100000"/>
              </a:lnSpc>
              <a:spcBef>
                <a:spcPts val="0"/>
              </a:spcBef>
              <a:spcAft>
                <a:spcPts val="0"/>
              </a:spcAft>
              <a:buSzPts val="1100"/>
              <a:buNone/>
              <a:defRPr sz="1100"/>
            </a:lvl7pPr>
            <a:lvl8pPr lvl="7" rtl="0">
              <a:lnSpc>
                <a:spcPct val="100000"/>
              </a:lnSpc>
              <a:spcBef>
                <a:spcPts val="0"/>
              </a:spcBef>
              <a:spcAft>
                <a:spcPts val="0"/>
              </a:spcAft>
              <a:buSzPts val="1100"/>
              <a:buNone/>
              <a:defRPr sz="1100"/>
            </a:lvl8pPr>
            <a:lvl9pPr lvl="8" rtl="0">
              <a:lnSpc>
                <a:spcPct val="100000"/>
              </a:lnSpc>
              <a:spcBef>
                <a:spcPts val="0"/>
              </a:spcBef>
              <a:spcAft>
                <a:spcPts val="0"/>
              </a:spcAft>
              <a:buSzPts val="1100"/>
              <a:buNone/>
              <a:defRPr sz="1100"/>
            </a:lvl9pPr>
          </a:lstStyle>
          <a:p>
            <a:endParaRPr/>
          </a:p>
        </p:txBody>
      </p:sp>
      <p:sp>
        <p:nvSpPr>
          <p:cNvPr id="222" name="Google Shape;222;p41"/>
          <p:cNvSpPr txBox="1">
            <a:spLocks noGrp="1"/>
          </p:cNvSpPr>
          <p:nvPr>
            <p:ph type="ctrTitle" idx="3"/>
          </p:nvPr>
        </p:nvSpPr>
        <p:spPr>
          <a:xfrm>
            <a:off x="2077426" y="1806500"/>
            <a:ext cx="1780500" cy="4275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400"/>
              <a:buNone/>
              <a:defRPr sz="1400"/>
            </a:lvl1pPr>
            <a:lvl2pPr lvl="1" rtl="0">
              <a:spcBef>
                <a:spcPts val="0"/>
              </a:spcBef>
              <a:spcAft>
                <a:spcPts val="0"/>
              </a:spcAft>
              <a:buClr>
                <a:srgbClr val="000000"/>
              </a:buClr>
              <a:buSzPts val="1400"/>
              <a:buNone/>
              <a:defRPr sz="1400">
                <a:solidFill>
                  <a:srgbClr val="000000"/>
                </a:solidFill>
              </a:defRPr>
            </a:lvl2pPr>
            <a:lvl3pPr lvl="2" rtl="0">
              <a:spcBef>
                <a:spcPts val="0"/>
              </a:spcBef>
              <a:spcAft>
                <a:spcPts val="0"/>
              </a:spcAft>
              <a:buClr>
                <a:srgbClr val="000000"/>
              </a:buClr>
              <a:buSzPts val="1400"/>
              <a:buNone/>
              <a:defRPr sz="1400">
                <a:solidFill>
                  <a:srgbClr val="000000"/>
                </a:solidFill>
              </a:defRPr>
            </a:lvl3pPr>
            <a:lvl4pPr lvl="3" rtl="0">
              <a:spcBef>
                <a:spcPts val="0"/>
              </a:spcBef>
              <a:spcAft>
                <a:spcPts val="0"/>
              </a:spcAft>
              <a:buClr>
                <a:srgbClr val="000000"/>
              </a:buClr>
              <a:buSzPts val="1400"/>
              <a:buNone/>
              <a:defRPr sz="1400">
                <a:solidFill>
                  <a:srgbClr val="000000"/>
                </a:solidFill>
              </a:defRPr>
            </a:lvl4pPr>
            <a:lvl5pPr lvl="4" rtl="0">
              <a:spcBef>
                <a:spcPts val="0"/>
              </a:spcBef>
              <a:spcAft>
                <a:spcPts val="0"/>
              </a:spcAft>
              <a:buClr>
                <a:srgbClr val="000000"/>
              </a:buClr>
              <a:buSzPts val="1400"/>
              <a:buNone/>
              <a:defRPr sz="1400">
                <a:solidFill>
                  <a:srgbClr val="000000"/>
                </a:solidFill>
              </a:defRPr>
            </a:lvl5pPr>
            <a:lvl6pPr lvl="5" rtl="0">
              <a:spcBef>
                <a:spcPts val="0"/>
              </a:spcBef>
              <a:spcAft>
                <a:spcPts val="0"/>
              </a:spcAft>
              <a:buClr>
                <a:srgbClr val="000000"/>
              </a:buClr>
              <a:buSzPts val="1400"/>
              <a:buNone/>
              <a:defRPr sz="1400">
                <a:solidFill>
                  <a:srgbClr val="000000"/>
                </a:solidFill>
              </a:defRPr>
            </a:lvl6pPr>
            <a:lvl7pPr lvl="6" rtl="0">
              <a:spcBef>
                <a:spcPts val="0"/>
              </a:spcBef>
              <a:spcAft>
                <a:spcPts val="0"/>
              </a:spcAft>
              <a:buClr>
                <a:srgbClr val="000000"/>
              </a:buClr>
              <a:buSzPts val="1400"/>
              <a:buNone/>
              <a:defRPr sz="1400">
                <a:solidFill>
                  <a:srgbClr val="000000"/>
                </a:solidFill>
              </a:defRPr>
            </a:lvl7pPr>
            <a:lvl8pPr lvl="7" rtl="0">
              <a:spcBef>
                <a:spcPts val="0"/>
              </a:spcBef>
              <a:spcAft>
                <a:spcPts val="0"/>
              </a:spcAft>
              <a:buClr>
                <a:srgbClr val="000000"/>
              </a:buClr>
              <a:buSzPts val="1400"/>
              <a:buNone/>
              <a:defRPr sz="1400">
                <a:solidFill>
                  <a:srgbClr val="000000"/>
                </a:solidFill>
              </a:defRPr>
            </a:lvl8pPr>
            <a:lvl9pPr lvl="8" rtl="0">
              <a:spcBef>
                <a:spcPts val="0"/>
              </a:spcBef>
              <a:spcAft>
                <a:spcPts val="0"/>
              </a:spcAft>
              <a:buClr>
                <a:srgbClr val="000000"/>
              </a:buClr>
              <a:buSzPts val="1400"/>
              <a:buNone/>
              <a:defRPr sz="1400">
                <a:solidFill>
                  <a:srgbClr val="000000"/>
                </a:solidFill>
              </a:defRPr>
            </a:lvl9pPr>
          </a:lstStyle>
          <a:p>
            <a:endParaRPr/>
          </a:p>
        </p:txBody>
      </p:sp>
      <p:sp>
        <p:nvSpPr>
          <p:cNvPr id="223" name="Google Shape;223;p41"/>
          <p:cNvSpPr txBox="1">
            <a:spLocks noGrp="1"/>
          </p:cNvSpPr>
          <p:nvPr>
            <p:ph type="subTitle" idx="4"/>
          </p:nvPr>
        </p:nvSpPr>
        <p:spPr>
          <a:xfrm>
            <a:off x="2229076" y="2100749"/>
            <a:ext cx="1477200" cy="10032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100"/>
              <a:buNone/>
              <a:defRPr/>
            </a:lvl1pPr>
            <a:lvl2pPr lvl="1" rtl="0">
              <a:lnSpc>
                <a:spcPct val="100000"/>
              </a:lnSpc>
              <a:spcBef>
                <a:spcPts val="0"/>
              </a:spcBef>
              <a:spcAft>
                <a:spcPts val="0"/>
              </a:spcAft>
              <a:buSzPts val="1100"/>
              <a:buNone/>
              <a:defRPr sz="1100"/>
            </a:lvl2pPr>
            <a:lvl3pPr lvl="2" rtl="0">
              <a:lnSpc>
                <a:spcPct val="100000"/>
              </a:lnSpc>
              <a:spcBef>
                <a:spcPts val="0"/>
              </a:spcBef>
              <a:spcAft>
                <a:spcPts val="0"/>
              </a:spcAft>
              <a:buSzPts val="1100"/>
              <a:buNone/>
              <a:defRPr sz="1100"/>
            </a:lvl3pPr>
            <a:lvl4pPr lvl="3" rtl="0">
              <a:lnSpc>
                <a:spcPct val="100000"/>
              </a:lnSpc>
              <a:spcBef>
                <a:spcPts val="0"/>
              </a:spcBef>
              <a:spcAft>
                <a:spcPts val="0"/>
              </a:spcAft>
              <a:buSzPts val="1100"/>
              <a:buNone/>
              <a:defRPr sz="1100"/>
            </a:lvl4pPr>
            <a:lvl5pPr lvl="4" rtl="0">
              <a:lnSpc>
                <a:spcPct val="100000"/>
              </a:lnSpc>
              <a:spcBef>
                <a:spcPts val="0"/>
              </a:spcBef>
              <a:spcAft>
                <a:spcPts val="0"/>
              </a:spcAft>
              <a:buSzPts val="1100"/>
              <a:buNone/>
              <a:defRPr sz="1100"/>
            </a:lvl5pPr>
            <a:lvl6pPr lvl="5" rtl="0">
              <a:lnSpc>
                <a:spcPct val="100000"/>
              </a:lnSpc>
              <a:spcBef>
                <a:spcPts val="0"/>
              </a:spcBef>
              <a:spcAft>
                <a:spcPts val="0"/>
              </a:spcAft>
              <a:buSzPts val="1100"/>
              <a:buNone/>
              <a:defRPr sz="1100"/>
            </a:lvl6pPr>
            <a:lvl7pPr lvl="6" rtl="0">
              <a:lnSpc>
                <a:spcPct val="100000"/>
              </a:lnSpc>
              <a:spcBef>
                <a:spcPts val="0"/>
              </a:spcBef>
              <a:spcAft>
                <a:spcPts val="0"/>
              </a:spcAft>
              <a:buSzPts val="1100"/>
              <a:buNone/>
              <a:defRPr sz="1100"/>
            </a:lvl7pPr>
            <a:lvl8pPr lvl="7" rtl="0">
              <a:lnSpc>
                <a:spcPct val="100000"/>
              </a:lnSpc>
              <a:spcBef>
                <a:spcPts val="0"/>
              </a:spcBef>
              <a:spcAft>
                <a:spcPts val="0"/>
              </a:spcAft>
              <a:buSzPts val="1100"/>
              <a:buNone/>
              <a:defRPr sz="1100"/>
            </a:lvl8pPr>
            <a:lvl9pPr lvl="8" rtl="0">
              <a:lnSpc>
                <a:spcPct val="100000"/>
              </a:lnSpc>
              <a:spcBef>
                <a:spcPts val="0"/>
              </a:spcBef>
              <a:spcAft>
                <a:spcPts val="0"/>
              </a:spcAft>
              <a:buSzPts val="1100"/>
              <a:buNone/>
              <a:defRPr sz="1100"/>
            </a:lvl9pPr>
          </a:lstStyle>
          <a:p>
            <a:endParaRPr/>
          </a:p>
        </p:txBody>
      </p:sp>
      <p:sp>
        <p:nvSpPr>
          <p:cNvPr id="224" name="Google Shape;224;p41"/>
          <p:cNvSpPr txBox="1">
            <a:spLocks noGrp="1"/>
          </p:cNvSpPr>
          <p:nvPr>
            <p:ph type="ctrTitle" idx="5"/>
          </p:nvPr>
        </p:nvSpPr>
        <p:spPr>
          <a:xfrm>
            <a:off x="3690375" y="1806500"/>
            <a:ext cx="1780500" cy="4275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400"/>
              <a:buNone/>
              <a:defRPr sz="1400"/>
            </a:lvl1pPr>
            <a:lvl2pPr lvl="1" rtl="0">
              <a:spcBef>
                <a:spcPts val="0"/>
              </a:spcBef>
              <a:spcAft>
                <a:spcPts val="0"/>
              </a:spcAft>
              <a:buClr>
                <a:srgbClr val="000000"/>
              </a:buClr>
              <a:buSzPts val="1400"/>
              <a:buNone/>
              <a:defRPr sz="1400">
                <a:solidFill>
                  <a:srgbClr val="000000"/>
                </a:solidFill>
              </a:defRPr>
            </a:lvl2pPr>
            <a:lvl3pPr lvl="2" rtl="0">
              <a:spcBef>
                <a:spcPts val="0"/>
              </a:spcBef>
              <a:spcAft>
                <a:spcPts val="0"/>
              </a:spcAft>
              <a:buClr>
                <a:srgbClr val="000000"/>
              </a:buClr>
              <a:buSzPts val="1400"/>
              <a:buNone/>
              <a:defRPr sz="1400">
                <a:solidFill>
                  <a:srgbClr val="000000"/>
                </a:solidFill>
              </a:defRPr>
            </a:lvl3pPr>
            <a:lvl4pPr lvl="3" rtl="0">
              <a:spcBef>
                <a:spcPts val="0"/>
              </a:spcBef>
              <a:spcAft>
                <a:spcPts val="0"/>
              </a:spcAft>
              <a:buClr>
                <a:srgbClr val="000000"/>
              </a:buClr>
              <a:buSzPts val="1400"/>
              <a:buNone/>
              <a:defRPr sz="1400">
                <a:solidFill>
                  <a:srgbClr val="000000"/>
                </a:solidFill>
              </a:defRPr>
            </a:lvl4pPr>
            <a:lvl5pPr lvl="4" rtl="0">
              <a:spcBef>
                <a:spcPts val="0"/>
              </a:spcBef>
              <a:spcAft>
                <a:spcPts val="0"/>
              </a:spcAft>
              <a:buClr>
                <a:srgbClr val="000000"/>
              </a:buClr>
              <a:buSzPts val="1400"/>
              <a:buNone/>
              <a:defRPr sz="1400">
                <a:solidFill>
                  <a:srgbClr val="000000"/>
                </a:solidFill>
              </a:defRPr>
            </a:lvl5pPr>
            <a:lvl6pPr lvl="5" rtl="0">
              <a:spcBef>
                <a:spcPts val="0"/>
              </a:spcBef>
              <a:spcAft>
                <a:spcPts val="0"/>
              </a:spcAft>
              <a:buClr>
                <a:srgbClr val="000000"/>
              </a:buClr>
              <a:buSzPts val="1400"/>
              <a:buNone/>
              <a:defRPr sz="1400">
                <a:solidFill>
                  <a:srgbClr val="000000"/>
                </a:solidFill>
              </a:defRPr>
            </a:lvl6pPr>
            <a:lvl7pPr lvl="6" rtl="0">
              <a:spcBef>
                <a:spcPts val="0"/>
              </a:spcBef>
              <a:spcAft>
                <a:spcPts val="0"/>
              </a:spcAft>
              <a:buClr>
                <a:srgbClr val="000000"/>
              </a:buClr>
              <a:buSzPts val="1400"/>
              <a:buNone/>
              <a:defRPr sz="1400">
                <a:solidFill>
                  <a:srgbClr val="000000"/>
                </a:solidFill>
              </a:defRPr>
            </a:lvl7pPr>
            <a:lvl8pPr lvl="7" rtl="0">
              <a:spcBef>
                <a:spcPts val="0"/>
              </a:spcBef>
              <a:spcAft>
                <a:spcPts val="0"/>
              </a:spcAft>
              <a:buClr>
                <a:srgbClr val="000000"/>
              </a:buClr>
              <a:buSzPts val="1400"/>
              <a:buNone/>
              <a:defRPr sz="1400">
                <a:solidFill>
                  <a:srgbClr val="000000"/>
                </a:solidFill>
              </a:defRPr>
            </a:lvl8pPr>
            <a:lvl9pPr lvl="8" rtl="0">
              <a:spcBef>
                <a:spcPts val="0"/>
              </a:spcBef>
              <a:spcAft>
                <a:spcPts val="0"/>
              </a:spcAft>
              <a:buClr>
                <a:srgbClr val="000000"/>
              </a:buClr>
              <a:buSzPts val="1400"/>
              <a:buNone/>
              <a:defRPr sz="1400">
                <a:solidFill>
                  <a:srgbClr val="000000"/>
                </a:solidFill>
              </a:defRPr>
            </a:lvl9pPr>
          </a:lstStyle>
          <a:p>
            <a:endParaRPr/>
          </a:p>
        </p:txBody>
      </p:sp>
      <p:sp>
        <p:nvSpPr>
          <p:cNvPr id="225" name="Google Shape;225;p41"/>
          <p:cNvSpPr txBox="1">
            <a:spLocks noGrp="1"/>
          </p:cNvSpPr>
          <p:nvPr>
            <p:ph type="subTitle" idx="6"/>
          </p:nvPr>
        </p:nvSpPr>
        <p:spPr>
          <a:xfrm>
            <a:off x="3842025" y="2100749"/>
            <a:ext cx="1477200" cy="10032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100"/>
              <a:buNone/>
              <a:defRPr/>
            </a:lvl1pPr>
            <a:lvl2pPr lvl="1" rtl="0">
              <a:lnSpc>
                <a:spcPct val="100000"/>
              </a:lnSpc>
              <a:spcBef>
                <a:spcPts val="0"/>
              </a:spcBef>
              <a:spcAft>
                <a:spcPts val="0"/>
              </a:spcAft>
              <a:buSzPts val="1100"/>
              <a:buNone/>
              <a:defRPr sz="1100"/>
            </a:lvl2pPr>
            <a:lvl3pPr lvl="2" rtl="0">
              <a:lnSpc>
                <a:spcPct val="100000"/>
              </a:lnSpc>
              <a:spcBef>
                <a:spcPts val="0"/>
              </a:spcBef>
              <a:spcAft>
                <a:spcPts val="0"/>
              </a:spcAft>
              <a:buSzPts val="1100"/>
              <a:buNone/>
              <a:defRPr sz="1100"/>
            </a:lvl3pPr>
            <a:lvl4pPr lvl="3" rtl="0">
              <a:lnSpc>
                <a:spcPct val="100000"/>
              </a:lnSpc>
              <a:spcBef>
                <a:spcPts val="0"/>
              </a:spcBef>
              <a:spcAft>
                <a:spcPts val="0"/>
              </a:spcAft>
              <a:buSzPts val="1100"/>
              <a:buNone/>
              <a:defRPr sz="1100"/>
            </a:lvl4pPr>
            <a:lvl5pPr lvl="4" rtl="0">
              <a:lnSpc>
                <a:spcPct val="100000"/>
              </a:lnSpc>
              <a:spcBef>
                <a:spcPts val="0"/>
              </a:spcBef>
              <a:spcAft>
                <a:spcPts val="0"/>
              </a:spcAft>
              <a:buSzPts val="1100"/>
              <a:buNone/>
              <a:defRPr sz="1100"/>
            </a:lvl5pPr>
            <a:lvl6pPr lvl="5" rtl="0">
              <a:lnSpc>
                <a:spcPct val="100000"/>
              </a:lnSpc>
              <a:spcBef>
                <a:spcPts val="0"/>
              </a:spcBef>
              <a:spcAft>
                <a:spcPts val="0"/>
              </a:spcAft>
              <a:buSzPts val="1100"/>
              <a:buNone/>
              <a:defRPr sz="1100"/>
            </a:lvl6pPr>
            <a:lvl7pPr lvl="6" rtl="0">
              <a:lnSpc>
                <a:spcPct val="100000"/>
              </a:lnSpc>
              <a:spcBef>
                <a:spcPts val="0"/>
              </a:spcBef>
              <a:spcAft>
                <a:spcPts val="0"/>
              </a:spcAft>
              <a:buSzPts val="1100"/>
              <a:buNone/>
              <a:defRPr sz="1100"/>
            </a:lvl7pPr>
            <a:lvl8pPr lvl="7" rtl="0">
              <a:lnSpc>
                <a:spcPct val="100000"/>
              </a:lnSpc>
              <a:spcBef>
                <a:spcPts val="0"/>
              </a:spcBef>
              <a:spcAft>
                <a:spcPts val="0"/>
              </a:spcAft>
              <a:buSzPts val="1100"/>
              <a:buNone/>
              <a:defRPr sz="1100"/>
            </a:lvl8pPr>
            <a:lvl9pPr lvl="8" rtl="0">
              <a:lnSpc>
                <a:spcPct val="100000"/>
              </a:lnSpc>
              <a:spcBef>
                <a:spcPts val="0"/>
              </a:spcBef>
              <a:spcAft>
                <a:spcPts val="0"/>
              </a:spcAft>
              <a:buSzPts val="1100"/>
              <a:buNone/>
              <a:defRPr sz="1100"/>
            </a:lvl9pPr>
          </a:lstStyle>
          <a:p>
            <a:endParaRPr/>
          </a:p>
        </p:txBody>
      </p:sp>
      <p:sp>
        <p:nvSpPr>
          <p:cNvPr id="226" name="Google Shape;226;p41"/>
          <p:cNvSpPr txBox="1">
            <a:spLocks noGrp="1"/>
          </p:cNvSpPr>
          <p:nvPr>
            <p:ph type="ctrTitle" idx="7"/>
          </p:nvPr>
        </p:nvSpPr>
        <p:spPr>
          <a:xfrm>
            <a:off x="3707117" y="3549862"/>
            <a:ext cx="1780500" cy="4275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400"/>
              <a:buNone/>
              <a:defRPr sz="1400"/>
            </a:lvl1pPr>
            <a:lvl2pPr lvl="1" rtl="0">
              <a:spcBef>
                <a:spcPts val="0"/>
              </a:spcBef>
              <a:spcAft>
                <a:spcPts val="0"/>
              </a:spcAft>
              <a:buClr>
                <a:srgbClr val="000000"/>
              </a:buClr>
              <a:buSzPts val="1400"/>
              <a:buNone/>
              <a:defRPr sz="1400">
                <a:solidFill>
                  <a:srgbClr val="000000"/>
                </a:solidFill>
              </a:defRPr>
            </a:lvl2pPr>
            <a:lvl3pPr lvl="2" rtl="0">
              <a:spcBef>
                <a:spcPts val="0"/>
              </a:spcBef>
              <a:spcAft>
                <a:spcPts val="0"/>
              </a:spcAft>
              <a:buClr>
                <a:srgbClr val="000000"/>
              </a:buClr>
              <a:buSzPts val="1400"/>
              <a:buNone/>
              <a:defRPr sz="1400">
                <a:solidFill>
                  <a:srgbClr val="000000"/>
                </a:solidFill>
              </a:defRPr>
            </a:lvl3pPr>
            <a:lvl4pPr lvl="3" rtl="0">
              <a:spcBef>
                <a:spcPts val="0"/>
              </a:spcBef>
              <a:spcAft>
                <a:spcPts val="0"/>
              </a:spcAft>
              <a:buClr>
                <a:srgbClr val="000000"/>
              </a:buClr>
              <a:buSzPts val="1400"/>
              <a:buNone/>
              <a:defRPr sz="1400">
                <a:solidFill>
                  <a:srgbClr val="000000"/>
                </a:solidFill>
              </a:defRPr>
            </a:lvl4pPr>
            <a:lvl5pPr lvl="4" rtl="0">
              <a:spcBef>
                <a:spcPts val="0"/>
              </a:spcBef>
              <a:spcAft>
                <a:spcPts val="0"/>
              </a:spcAft>
              <a:buClr>
                <a:srgbClr val="000000"/>
              </a:buClr>
              <a:buSzPts val="1400"/>
              <a:buNone/>
              <a:defRPr sz="1400">
                <a:solidFill>
                  <a:srgbClr val="000000"/>
                </a:solidFill>
              </a:defRPr>
            </a:lvl5pPr>
            <a:lvl6pPr lvl="5" rtl="0">
              <a:spcBef>
                <a:spcPts val="0"/>
              </a:spcBef>
              <a:spcAft>
                <a:spcPts val="0"/>
              </a:spcAft>
              <a:buClr>
                <a:srgbClr val="000000"/>
              </a:buClr>
              <a:buSzPts val="1400"/>
              <a:buNone/>
              <a:defRPr sz="1400">
                <a:solidFill>
                  <a:srgbClr val="000000"/>
                </a:solidFill>
              </a:defRPr>
            </a:lvl6pPr>
            <a:lvl7pPr lvl="6" rtl="0">
              <a:spcBef>
                <a:spcPts val="0"/>
              </a:spcBef>
              <a:spcAft>
                <a:spcPts val="0"/>
              </a:spcAft>
              <a:buClr>
                <a:srgbClr val="000000"/>
              </a:buClr>
              <a:buSzPts val="1400"/>
              <a:buNone/>
              <a:defRPr sz="1400">
                <a:solidFill>
                  <a:srgbClr val="000000"/>
                </a:solidFill>
              </a:defRPr>
            </a:lvl7pPr>
            <a:lvl8pPr lvl="7" rtl="0">
              <a:spcBef>
                <a:spcPts val="0"/>
              </a:spcBef>
              <a:spcAft>
                <a:spcPts val="0"/>
              </a:spcAft>
              <a:buClr>
                <a:srgbClr val="000000"/>
              </a:buClr>
              <a:buSzPts val="1400"/>
              <a:buNone/>
              <a:defRPr sz="1400">
                <a:solidFill>
                  <a:srgbClr val="000000"/>
                </a:solidFill>
              </a:defRPr>
            </a:lvl8pPr>
            <a:lvl9pPr lvl="8" rtl="0">
              <a:spcBef>
                <a:spcPts val="0"/>
              </a:spcBef>
              <a:spcAft>
                <a:spcPts val="0"/>
              </a:spcAft>
              <a:buClr>
                <a:srgbClr val="000000"/>
              </a:buClr>
              <a:buSzPts val="1400"/>
              <a:buNone/>
              <a:defRPr sz="1400">
                <a:solidFill>
                  <a:srgbClr val="000000"/>
                </a:solidFill>
              </a:defRPr>
            </a:lvl9pPr>
          </a:lstStyle>
          <a:p>
            <a:endParaRPr/>
          </a:p>
        </p:txBody>
      </p:sp>
      <p:sp>
        <p:nvSpPr>
          <p:cNvPr id="227" name="Google Shape;227;p41"/>
          <p:cNvSpPr txBox="1">
            <a:spLocks noGrp="1"/>
          </p:cNvSpPr>
          <p:nvPr>
            <p:ph type="subTitle" idx="8"/>
          </p:nvPr>
        </p:nvSpPr>
        <p:spPr>
          <a:xfrm>
            <a:off x="3858772" y="3890201"/>
            <a:ext cx="1477200" cy="10032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100"/>
              <a:buNone/>
              <a:defRPr/>
            </a:lvl1pPr>
            <a:lvl2pPr lvl="1" rtl="0">
              <a:lnSpc>
                <a:spcPct val="100000"/>
              </a:lnSpc>
              <a:spcBef>
                <a:spcPts val="0"/>
              </a:spcBef>
              <a:spcAft>
                <a:spcPts val="0"/>
              </a:spcAft>
              <a:buSzPts val="1100"/>
              <a:buNone/>
              <a:defRPr sz="1100"/>
            </a:lvl2pPr>
            <a:lvl3pPr lvl="2" rtl="0">
              <a:lnSpc>
                <a:spcPct val="100000"/>
              </a:lnSpc>
              <a:spcBef>
                <a:spcPts val="0"/>
              </a:spcBef>
              <a:spcAft>
                <a:spcPts val="0"/>
              </a:spcAft>
              <a:buSzPts val="1100"/>
              <a:buNone/>
              <a:defRPr sz="1100"/>
            </a:lvl3pPr>
            <a:lvl4pPr lvl="3" rtl="0">
              <a:lnSpc>
                <a:spcPct val="100000"/>
              </a:lnSpc>
              <a:spcBef>
                <a:spcPts val="0"/>
              </a:spcBef>
              <a:spcAft>
                <a:spcPts val="0"/>
              </a:spcAft>
              <a:buSzPts val="1100"/>
              <a:buNone/>
              <a:defRPr sz="1100"/>
            </a:lvl4pPr>
            <a:lvl5pPr lvl="4" rtl="0">
              <a:lnSpc>
                <a:spcPct val="100000"/>
              </a:lnSpc>
              <a:spcBef>
                <a:spcPts val="0"/>
              </a:spcBef>
              <a:spcAft>
                <a:spcPts val="0"/>
              </a:spcAft>
              <a:buSzPts val="1100"/>
              <a:buNone/>
              <a:defRPr sz="1100"/>
            </a:lvl5pPr>
            <a:lvl6pPr lvl="5" rtl="0">
              <a:lnSpc>
                <a:spcPct val="100000"/>
              </a:lnSpc>
              <a:spcBef>
                <a:spcPts val="0"/>
              </a:spcBef>
              <a:spcAft>
                <a:spcPts val="0"/>
              </a:spcAft>
              <a:buSzPts val="1100"/>
              <a:buNone/>
              <a:defRPr sz="1100"/>
            </a:lvl6pPr>
            <a:lvl7pPr lvl="6" rtl="0">
              <a:lnSpc>
                <a:spcPct val="100000"/>
              </a:lnSpc>
              <a:spcBef>
                <a:spcPts val="0"/>
              </a:spcBef>
              <a:spcAft>
                <a:spcPts val="0"/>
              </a:spcAft>
              <a:buSzPts val="1100"/>
              <a:buNone/>
              <a:defRPr sz="1100"/>
            </a:lvl7pPr>
            <a:lvl8pPr lvl="7" rtl="0">
              <a:lnSpc>
                <a:spcPct val="100000"/>
              </a:lnSpc>
              <a:spcBef>
                <a:spcPts val="0"/>
              </a:spcBef>
              <a:spcAft>
                <a:spcPts val="0"/>
              </a:spcAft>
              <a:buSzPts val="1100"/>
              <a:buNone/>
              <a:defRPr sz="1100"/>
            </a:lvl8pPr>
            <a:lvl9pPr lvl="8" rtl="0">
              <a:lnSpc>
                <a:spcPct val="100000"/>
              </a:lnSpc>
              <a:spcBef>
                <a:spcPts val="0"/>
              </a:spcBef>
              <a:spcAft>
                <a:spcPts val="0"/>
              </a:spcAft>
              <a:buSzPts val="1100"/>
              <a:buNone/>
              <a:defRPr sz="1100"/>
            </a:lvl9pPr>
          </a:lstStyle>
          <a:p>
            <a:endParaRPr/>
          </a:p>
        </p:txBody>
      </p:sp>
      <p:sp>
        <p:nvSpPr>
          <p:cNvPr id="228" name="Google Shape;228;p41"/>
          <p:cNvSpPr txBox="1">
            <a:spLocks noGrp="1"/>
          </p:cNvSpPr>
          <p:nvPr>
            <p:ph type="ctrTitle" idx="9"/>
          </p:nvPr>
        </p:nvSpPr>
        <p:spPr>
          <a:xfrm>
            <a:off x="5343519" y="3549862"/>
            <a:ext cx="1780500" cy="4275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400"/>
              <a:buNone/>
              <a:defRPr sz="1400"/>
            </a:lvl1pPr>
            <a:lvl2pPr lvl="1" rtl="0">
              <a:spcBef>
                <a:spcPts val="0"/>
              </a:spcBef>
              <a:spcAft>
                <a:spcPts val="0"/>
              </a:spcAft>
              <a:buClr>
                <a:srgbClr val="000000"/>
              </a:buClr>
              <a:buSzPts val="1400"/>
              <a:buNone/>
              <a:defRPr sz="1400">
                <a:solidFill>
                  <a:srgbClr val="000000"/>
                </a:solidFill>
              </a:defRPr>
            </a:lvl2pPr>
            <a:lvl3pPr lvl="2" rtl="0">
              <a:spcBef>
                <a:spcPts val="0"/>
              </a:spcBef>
              <a:spcAft>
                <a:spcPts val="0"/>
              </a:spcAft>
              <a:buClr>
                <a:srgbClr val="000000"/>
              </a:buClr>
              <a:buSzPts val="1400"/>
              <a:buNone/>
              <a:defRPr sz="1400">
                <a:solidFill>
                  <a:srgbClr val="000000"/>
                </a:solidFill>
              </a:defRPr>
            </a:lvl3pPr>
            <a:lvl4pPr lvl="3" rtl="0">
              <a:spcBef>
                <a:spcPts val="0"/>
              </a:spcBef>
              <a:spcAft>
                <a:spcPts val="0"/>
              </a:spcAft>
              <a:buClr>
                <a:srgbClr val="000000"/>
              </a:buClr>
              <a:buSzPts val="1400"/>
              <a:buNone/>
              <a:defRPr sz="1400">
                <a:solidFill>
                  <a:srgbClr val="000000"/>
                </a:solidFill>
              </a:defRPr>
            </a:lvl4pPr>
            <a:lvl5pPr lvl="4" rtl="0">
              <a:spcBef>
                <a:spcPts val="0"/>
              </a:spcBef>
              <a:spcAft>
                <a:spcPts val="0"/>
              </a:spcAft>
              <a:buClr>
                <a:srgbClr val="000000"/>
              </a:buClr>
              <a:buSzPts val="1400"/>
              <a:buNone/>
              <a:defRPr sz="1400">
                <a:solidFill>
                  <a:srgbClr val="000000"/>
                </a:solidFill>
              </a:defRPr>
            </a:lvl5pPr>
            <a:lvl6pPr lvl="5" rtl="0">
              <a:spcBef>
                <a:spcPts val="0"/>
              </a:spcBef>
              <a:spcAft>
                <a:spcPts val="0"/>
              </a:spcAft>
              <a:buClr>
                <a:srgbClr val="000000"/>
              </a:buClr>
              <a:buSzPts val="1400"/>
              <a:buNone/>
              <a:defRPr sz="1400">
                <a:solidFill>
                  <a:srgbClr val="000000"/>
                </a:solidFill>
              </a:defRPr>
            </a:lvl6pPr>
            <a:lvl7pPr lvl="6" rtl="0">
              <a:spcBef>
                <a:spcPts val="0"/>
              </a:spcBef>
              <a:spcAft>
                <a:spcPts val="0"/>
              </a:spcAft>
              <a:buClr>
                <a:srgbClr val="000000"/>
              </a:buClr>
              <a:buSzPts val="1400"/>
              <a:buNone/>
              <a:defRPr sz="1400">
                <a:solidFill>
                  <a:srgbClr val="000000"/>
                </a:solidFill>
              </a:defRPr>
            </a:lvl7pPr>
            <a:lvl8pPr lvl="7" rtl="0">
              <a:spcBef>
                <a:spcPts val="0"/>
              </a:spcBef>
              <a:spcAft>
                <a:spcPts val="0"/>
              </a:spcAft>
              <a:buClr>
                <a:srgbClr val="000000"/>
              </a:buClr>
              <a:buSzPts val="1400"/>
              <a:buNone/>
              <a:defRPr sz="1400">
                <a:solidFill>
                  <a:srgbClr val="000000"/>
                </a:solidFill>
              </a:defRPr>
            </a:lvl8pPr>
            <a:lvl9pPr lvl="8" rtl="0">
              <a:spcBef>
                <a:spcPts val="0"/>
              </a:spcBef>
              <a:spcAft>
                <a:spcPts val="0"/>
              </a:spcAft>
              <a:buClr>
                <a:srgbClr val="000000"/>
              </a:buClr>
              <a:buSzPts val="1400"/>
              <a:buNone/>
              <a:defRPr sz="1400">
                <a:solidFill>
                  <a:srgbClr val="000000"/>
                </a:solidFill>
              </a:defRPr>
            </a:lvl9pPr>
          </a:lstStyle>
          <a:p>
            <a:endParaRPr/>
          </a:p>
        </p:txBody>
      </p:sp>
      <p:sp>
        <p:nvSpPr>
          <p:cNvPr id="229" name="Google Shape;229;p41"/>
          <p:cNvSpPr txBox="1">
            <a:spLocks noGrp="1"/>
          </p:cNvSpPr>
          <p:nvPr>
            <p:ph type="subTitle" idx="13"/>
          </p:nvPr>
        </p:nvSpPr>
        <p:spPr>
          <a:xfrm>
            <a:off x="5500261" y="3890201"/>
            <a:ext cx="1477200" cy="10032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100"/>
              <a:buNone/>
              <a:defRPr/>
            </a:lvl1pPr>
            <a:lvl2pPr lvl="1" rtl="0">
              <a:lnSpc>
                <a:spcPct val="100000"/>
              </a:lnSpc>
              <a:spcBef>
                <a:spcPts val="0"/>
              </a:spcBef>
              <a:spcAft>
                <a:spcPts val="0"/>
              </a:spcAft>
              <a:buSzPts val="1100"/>
              <a:buNone/>
              <a:defRPr sz="1100"/>
            </a:lvl2pPr>
            <a:lvl3pPr lvl="2" rtl="0">
              <a:lnSpc>
                <a:spcPct val="100000"/>
              </a:lnSpc>
              <a:spcBef>
                <a:spcPts val="0"/>
              </a:spcBef>
              <a:spcAft>
                <a:spcPts val="0"/>
              </a:spcAft>
              <a:buSzPts val="1100"/>
              <a:buNone/>
              <a:defRPr sz="1100"/>
            </a:lvl3pPr>
            <a:lvl4pPr lvl="3" rtl="0">
              <a:lnSpc>
                <a:spcPct val="100000"/>
              </a:lnSpc>
              <a:spcBef>
                <a:spcPts val="0"/>
              </a:spcBef>
              <a:spcAft>
                <a:spcPts val="0"/>
              </a:spcAft>
              <a:buSzPts val="1100"/>
              <a:buNone/>
              <a:defRPr sz="1100"/>
            </a:lvl4pPr>
            <a:lvl5pPr lvl="4" rtl="0">
              <a:lnSpc>
                <a:spcPct val="100000"/>
              </a:lnSpc>
              <a:spcBef>
                <a:spcPts val="0"/>
              </a:spcBef>
              <a:spcAft>
                <a:spcPts val="0"/>
              </a:spcAft>
              <a:buSzPts val="1100"/>
              <a:buNone/>
              <a:defRPr sz="1100"/>
            </a:lvl5pPr>
            <a:lvl6pPr lvl="5" rtl="0">
              <a:lnSpc>
                <a:spcPct val="100000"/>
              </a:lnSpc>
              <a:spcBef>
                <a:spcPts val="0"/>
              </a:spcBef>
              <a:spcAft>
                <a:spcPts val="0"/>
              </a:spcAft>
              <a:buSzPts val="1100"/>
              <a:buNone/>
              <a:defRPr sz="1100"/>
            </a:lvl6pPr>
            <a:lvl7pPr lvl="6" rtl="0">
              <a:lnSpc>
                <a:spcPct val="100000"/>
              </a:lnSpc>
              <a:spcBef>
                <a:spcPts val="0"/>
              </a:spcBef>
              <a:spcAft>
                <a:spcPts val="0"/>
              </a:spcAft>
              <a:buSzPts val="1100"/>
              <a:buNone/>
              <a:defRPr sz="1100"/>
            </a:lvl7pPr>
            <a:lvl8pPr lvl="7" rtl="0">
              <a:lnSpc>
                <a:spcPct val="100000"/>
              </a:lnSpc>
              <a:spcBef>
                <a:spcPts val="0"/>
              </a:spcBef>
              <a:spcAft>
                <a:spcPts val="0"/>
              </a:spcAft>
              <a:buSzPts val="1100"/>
              <a:buNone/>
              <a:defRPr sz="1100"/>
            </a:lvl8pPr>
            <a:lvl9pPr lvl="8" rtl="0">
              <a:lnSpc>
                <a:spcPct val="100000"/>
              </a:lnSpc>
              <a:spcBef>
                <a:spcPts val="0"/>
              </a:spcBef>
              <a:spcAft>
                <a:spcPts val="0"/>
              </a:spcAft>
              <a:buSzPts val="1100"/>
              <a:buNone/>
              <a:defRPr sz="1100"/>
            </a:lvl9pPr>
          </a:lstStyle>
          <a:p>
            <a:endParaRPr/>
          </a:p>
        </p:txBody>
      </p:sp>
      <p:sp>
        <p:nvSpPr>
          <p:cNvPr id="230" name="Google Shape;230;p41"/>
          <p:cNvSpPr txBox="1">
            <a:spLocks noGrp="1"/>
          </p:cNvSpPr>
          <p:nvPr>
            <p:ph type="ctrTitle" idx="14"/>
          </p:nvPr>
        </p:nvSpPr>
        <p:spPr>
          <a:xfrm>
            <a:off x="6979921" y="3549862"/>
            <a:ext cx="1780500" cy="4275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400"/>
              <a:buNone/>
              <a:defRPr sz="1400"/>
            </a:lvl1pPr>
            <a:lvl2pPr lvl="1" rtl="0">
              <a:spcBef>
                <a:spcPts val="0"/>
              </a:spcBef>
              <a:spcAft>
                <a:spcPts val="0"/>
              </a:spcAft>
              <a:buClr>
                <a:srgbClr val="000000"/>
              </a:buClr>
              <a:buSzPts val="1400"/>
              <a:buNone/>
              <a:defRPr sz="1400">
                <a:solidFill>
                  <a:srgbClr val="000000"/>
                </a:solidFill>
              </a:defRPr>
            </a:lvl2pPr>
            <a:lvl3pPr lvl="2" rtl="0">
              <a:spcBef>
                <a:spcPts val="0"/>
              </a:spcBef>
              <a:spcAft>
                <a:spcPts val="0"/>
              </a:spcAft>
              <a:buClr>
                <a:srgbClr val="000000"/>
              </a:buClr>
              <a:buSzPts val="1400"/>
              <a:buNone/>
              <a:defRPr sz="1400">
                <a:solidFill>
                  <a:srgbClr val="000000"/>
                </a:solidFill>
              </a:defRPr>
            </a:lvl3pPr>
            <a:lvl4pPr lvl="3" rtl="0">
              <a:spcBef>
                <a:spcPts val="0"/>
              </a:spcBef>
              <a:spcAft>
                <a:spcPts val="0"/>
              </a:spcAft>
              <a:buClr>
                <a:srgbClr val="000000"/>
              </a:buClr>
              <a:buSzPts val="1400"/>
              <a:buNone/>
              <a:defRPr sz="1400">
                <a:solidFill>
                  <a:srgbClr val="000000"/>
                </a:solidFill>
              </a:defRPr>
            </a:lvl4pPr>
            <a:lvl5pPr lvl="4" rtl="0">
              <a:spcBef>
                <a:spcPts val="0"/>
              </a:spcBef>
              <a:spcAft>
                <a:spcPts val="0"/>
              </a:spcAft>
              <a:buClr>
                <a:srgbClr val="000000"/>
              </a:buClr>
              <a:buSzPts val="1400"/>
              <a:buNone/>
              <a:defRPr sz="1400">
                <a:solidFill>
                  <a:srgbClr val="000000"/>
                </a:solidFill>
              </a:defRPr>
            </a:lvl5pPr>
            <a:lvl6pPr lvl="5" rtl="0">
              <a:spcBef>
                <a:spcPts val="0"/>
              </a:spcBef>
              <a:spcAft>
                <a:spcPts val="0"/>
              </a:spcAft>
              <a:buClr>
                <a:srgbClr val="000000"/>
              </a:buClr>
              <a:buSzPts val="1400"/>
              <a:buNone/>
              <a:defRPr sz="1400">
                <a:solidFill>
                  <a:srgbClr val="000000"/>
                </a:solidFill>
              </a:defRPr>
            </a:lvl6pPr>
            <a:lvl7pPr lvl="6" rtl="0">
              <a:spcBef>
                <a:spcPts val="0"/>
              </a:spcBef>
              <a:spcAft>
                <a:spcPts val="0"/>
              </a:spcAft>
              <a:buClr>
                <a:srgbClr val="000000"/>
              </a:buClr>
              <a:buSzPts val="1400"/>
              <a:buNone/>
              <a:defRPr sz="1400">
                <a:solidFill>
                  <a:srgbClr val="000000"/>
                </a:solidFill>
              </a:defRPr>
            </a:lvl7pPr>
            <a:lvl8pPr lvl="7" rtl="0">
              <a:spcBef>
                <a:spcPts val="0"/>
              </a:spcBef>
              <a:spcAft>
                <a:spcPts val="0"/>
              </a:spcAft>
              <a:buClr>
                <a:srgbClr val="000000"/>
              </a:buClr>
              <a:buSzPts val="1400"/>
              <a:buNone/>
              <a:defRPr sz="1400">
                <a:solidFill>
                  <a:srgbClr val="000000"/>
                </a:solidFill>
              </a:defRPr>
            </a:lvl8pPr>
            <a:lvl9pPr lvl="8" rtl="0">
              <a:spcBef>
                <a:spcPts val="0"/>
              </a:spcBef>
              <a:spcAft>
                <a:spcPts val="0"/>
              </a:spcAft>
              <a:buClr>
                <a:srgbClr val="000000"/>
              </a:buClr>
              <a:buSzPts val="1400"/>
              <a:buNone/>
              <a:defRPr sz="1400">
                <a:solidFill>
                  <a:srgbClr val="000000"/>
                </a:solidFill>
              </a:defRPr>
            </a:lvl9pPr>
          </a:lstStyle>
          <a:p>
            <a:endParaRPr/>
          </a:p>
        </p:txBody>
      </p:sp>
      <p:sp>
        <p:nvSpPr>
          <p:cNvPr id="231" name="Google Shape;231;p41"/>
          <p:cNvSpPr txBox="1">
            <a:spLocks noGrp="1"/>
          </p:cNvSpPr>
          <p:nvPr>
            <p:ph type="subTitle" idx="15"/>
          </p:nvPr>
        </p:nvSpPr>
        <p:spPr>
          <a:xfrm>
            <a:off x="7141750" y="3890201"/>
            <a:ext cx="1456800" cy="10032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100"/>
              <a:buNone/>
              <a:defRPr/>
            </a:lvl1pPr>
            <a:lvl2pPr lvl="1" rtl="0">
              <a:lnSpc>
                <a:spcPct val="100000"/>
              </a:lnSpc>
              <a:spcBef>
                <a:spcPts val="0"/>
              </a:spcBef>
              <a:spcAft>
                <a:spcPts val="0"/>
              </a:spcAft>
              <a:buSzPts val="1100"/>
              <a:buNone/>
              <a:defRPr sz="1100"/>
            </a:lvl2pPr>
            <a:lvl3pPr lvl="2" rtl="0">
              <a:lnSpc>
                <a:spcPct val="100000"/>
              </a:lnSpc>
              <a:spcBef>
                <a:spcPts val="0"/>
              </a:spcBef>
              <a:spcAft>
                <a:spcPts val="0"/>
              </a:spcAft>
              <a:buSzPts val="1100"/>
              <a:buNone/>
              <a:defRPr sz="1100"/>
            </a:lvl3pPr>
            <a:lvl4pPr lvl="3" rtl="0">
              <a:lnSpc>
                <a:spcPct val="100000"/>
              </a:lnSpc>
              <a:spcBef>
                <a:spcPts val="0"/>
              </a:spcBef>
              <a:spcAft>
                <a:spcPts val="0"/>
              </a:spcAft>
              <a:buSzPts val="1100"/>
              <a:buNone/>
              <a:defRPr sz="1100"/>
            </a:lvl4pPr>
            <a:lvl5pPr lvl="4" rtl="0">
              <a:lnSpc>
                <a:spcPct val="100000"/>
              </a:lnSpc>
              <a:spcBef>
                <a:spcPts val="0"/>
              </a:spcBef>
              <a:spcAft>
                <a:spcPts val="0"/>
              </a:spcAft>
              <a:buSzPts val="1100"/>
              <a:buNone/>
              <a:defRPr sz="1100"/>
            </a:lvl5pPr>
            <a:lvl6pPr lvl="5" rtl="0">
              <a:lnSpc>
                <a:spcPct val="100000"/>
              </a:lnSpc>
              <a:spcBef>
                <a:spcPts val="0"/>
              </a:spcBef>
              <a:spcAft>
                <a:spcPts val="0"/>
              </a:spcAft>
              <a:buSzPts val="1100"/>
              <a:buNone/>
              <a:defRPr sz="1100"/>
            </a:lvl6pPr>
            <a:lvl7pPr lvl="6" rtl="0">
              <a:lnSpc>
                <a:spcPct val="100000"/>
              </a:lnSpc>
              <a:spcBef>
                <a:spcPts val="0"/>
              </a:spcBef>
              <a:spcAft>
                <a:spcPts val="0"/>
              </a:spcAft>
              <a:buSzPts val="1100"/>
              <a:buNone/>
              <a:defRPr sz="1100"/>
            </a:lvl7pPr>
            <a:lvl8pPr lvl="7" rtl="0">
              <a:lnSpc>
                <a:spcPct val="100000"/>
              </a:lnSpc>
              <a:spcBef>
                <a:spcPts val="0"/>
              </a:spcBef>
              <a:spcAft>
                <a:spcPts val="0"/>
              </a:spcAft>
              <a:buSzPts val="1100"/>
              <a:buNone/>
              <a:defRPr sz="1100"/>
            </a:lvl8pPr>
            <a:lvl9pPr lvl="8" rtl="0">
              <a:lnSpc>
                <a:spcPct val="100000"/>
              </a:lnSpc>
              <a:spcBef>
                <a:spcPts val="0"/>
              </a:spcBef>
              <a:spcAft>
                <a:spcPts val="0"/>
              </a:spcAft>
              <a:buSzPts val="1100"/>
              <a:buNone/>
              <a:defRPr sz="1100"/>
            </a:lvl9pPr>
          </a:lstStyle>
          <a:p>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Section header 3">
  <p:cSld name="CUSTOM_5">
    <p:bg>
      <p:bgPr>
        <a:blipFill>
          <a:blip r:embed="rId2">
            <a:alphaModFix/>
          </a:blip>
          <a:stretch>
            <a:fillRect/>
          </a:stretch>
        </a:blipFill>
        <a:effectLst/>
      </p:bgPr>
    </p:bg>
    <p:spTree>
      <p:nvGrpSpPr>
        <p:cNvPr id="1" name="Shape 232"/>
        <p:cNvGrpSpPr/>
        <p:nvPr/>
      </p:nvGrpSpPr>
      <p:grpSpPr>
        <a:xfrm>
          <a:off x="0" y="0"/>
          <a:ext cx="0" cy="0"/>
          <a:chOff x="0" y="0"/>
          <a:chExt cx="0" cy="0"/>
        </a:xfrm>
      </p:grpSpPr>
      <p:sp>
        <p:nvSpPr>
          <p:cNvPr id="233" name="Google Shape;233;p42"/>
          <p:cNvSpPr txBox="1">
            <a:spLocks noGrp="1"/>
          </p:cNvSpPr>
          <p:nvPr>
            <p:ph type="ctrTitle"/>
          </p:nvPr>
        </p:nvSpPr>
        <p:spPr>
          <a:xfrm flipH="1">
            <a:off x="1180003" y="1347038"/>
            <a:ext cx="5195700" cy="1921200"/>
          </a:xfrm>
          <a:prstGeom prst="rect">
            <a:avLst/>
          </a:prstGeom>
        </p:spPr>
        <p:txBody>
          <a:bodyPr spcFirstLastPara="1" wrap="square" lIns="91425" tIns="91425" rIns="91425" bIns="91425" anchor="ctr" anchorCtr="0">
            <a:noAutofit/>
          </a:bodyPr>
          <a:lstStyle>
            <a:lvl1pPr lvl="0" rtl="0">
              <a:spcBef>
                <a:spcPts val="0"/>
              </a:spcBef>
              <a:spcAft>
                <a:spcPts val="0"/>
              </a:spcAft>
              <a:buClr>
                <a:srgbClr val="000000"/>
              </a:buClr>
              <a:buSzPts val="3600"/>
              <a:buNone/>
              <a:defRPr sz="3600"/>
            </a:lvl1pPr>
            <a:lvl2pPr lvl="1" rtl="0">
              <a:spcBef>
                <a:spcPts val="0"/>
              </a:spcBef>
              <a:spcAft>
                <a:spcPts val="0"/>
              </a:spcAft>
              <a:buClr>
                <a:srgbClr val="FFFFFF"/>
              </a:buClr>
              <a:buSzPts val="6500"/>
              <a:buNone/>
              <a:defRPr sz="6500">
                <a:solidFill>
                  <a:srgbClr val="FFFFFF"/>
                </a:solidFill>
              </a:defRPr>
            </a:lvl2pPr>
            <a:lvl3pPr lvl="2" rtl="0">
              <a:spcBef>
                <a:spcPts val="0"/>
              </a:spcBef>
              <a:spcAft>
                <a:spcPts val="0"/>
              </a:spcAft>
              <a:buClr>
                <a:srgbClr val="FFFFFF"/>
              </a:buClr>
              <a:buSzPts val="6500"/>
              <a:buNone/>
              <a:defRPr sz="6500">
                <a:solidFill>
                  <a:srgbClr val="FFFFFF"/>
                </a:solidFill>
              </a:defRPr>
            </a:lvl3pPr>
            <a:lvl4pPr lvl="3" rtl="0">
              <a:spcBef>
                <a:spcPts val="0"/>
              </a:spcBef>
              <a:spcAft>
                <a:spcPts val="0"/>
              </a:spcAft>
              <a:buClr>
                <a:srgbClr val="FFFFFF"/>
              </a:buClr>
              <a:buSzPts val="6500"/>
              <a:buNone/>
              <a:defRPr sz="6500">
                <a:solidFill>
                  <a:srgbClr val="FFFFFF"/>
                </a:solidFill>
              </a:defRPr>
            </a:lvl4pPr>
            <a:lvl5pPr lvl="4" rtl="0">
              <a:spcBef>
                <a:spcPts val="0"/>
              </a:spcBef>
              <a:spcAft>
                <a:spcPts val="0"/>
              </a:spcAft>
              <a:buClr>
                <a:srgbClr val="FFFFFF"/>
              </a:buClr>
              <a:buSzPts val="6500"/>
              <a:buNone/>
              <a:defRPr sz="6500">
                <a:solidFill>
                  <a:srgbClr val="FFFFFF"/>
                </a:solidFill>
              </a:defRPr>
            </a:lvl5pPr>
            <a:lvl6pPr lvl="5" rtl="0">
              <a:spcBef>
                <a:spcPts val="0"/>
              </a:spcBef>
              <a:spcAft>
                <a:spcPts val="0"/>
              </a:spcAft>
              <a:buClr>
                <a:srgbClr val="FFFFFF"/>
              </a:buClr>
              <a:buSzPts val="6500"/>
              <a:buNone/>
              <a:defRPr sz="6500">
                <a:solidFill>
                  <a:srgbClr val="FFFFFF"/>
                </a:solidFill>
              </a:defRPr>
            </a:lvl6pPr>
            <a:lvl7pPr lvl="6" rtl="0">
              <a:spcBef>
                <a:spcPts val="0"/>
              </a:spcBef>
              <a:spcAft>
                <a:spcPts val="0"/>
              </a:spcAft>
              <a:buClr>
                <a:srgbClr val="FFFFFF"/>
              </a:buClr>
              <a:buSzPts val="6500"/>
              <a:buNone/>
              <a:defRPr sz="6500">
                <a:solidFill>
                  <a:srgbClr val="FFFFFF"/>
                </a:solidFill>
              </a:defRPr>
            </a:lvl7pPr>
            <a:lvl8pPr lvl="7" rtl="0">
              <a:spcBef>
                <a:spcPts val="0"/>
              </a:spcBef>
              <a:spcAft>
                <a:spcPts val="0"/>
              </a:spcAft>
              <a:buClr>
                <a:srgbClr val="FFFFFF"/>
              </a:buClr>
              <a:buSzPts val="6500"/>
              <a:buNone/>
              <a:defRPr sz="6500">
                <a:solidFill>
                  <a:srgbClr val="FFFFFF"/>
                </a:solidFill>
              </a:defRPr>
            </a:lvl8pPr>
            <a:lvl9pPr lvl="8" rtl="0">
              <a:spcBef>
                <a:spcPts val="0"/>
              </a:spcBef>
              <a:spcAft>
                <a:spcPts val="0"/>
              </a:spcAft>
              <a:buClr>
                <a:srgbClr val="FFFFFF"/>
              </a:buClr>
              <a:buSzPts val="6500"/>
              <a:buNone/>
              <a:defRPr sz="6500">
                <a:solidFill>
                  <a:srgbClr val="FFFFFF"/>
                </a:solidFill>
              </a:defRPr>
            </a:lvl9pPr>
          </a:lstStyle>
          <a:p>
            <a:endParaRPr/>
          </a:p>
        </p:txBody>
      </p:sp>
      <p:sp>
        <p:nvSpPr>
          <p:cNvPr id="234" name="Google Shape;234;p42"/>
          <p:cNvSpPr txBox="1">
            <a:spLocks noGrp="1"/>
          </p:cNvSpPr>
          <p:nvPr>
            <p:ph type="title" idx="2" hasCustomPrompt="1"/>
          </p:nvPr>
        </p:nvSpPr>
        <p:spPr>
          <a:xfrm flipH="1">
            <a:off x="1180003" y="1035213"/>
            <a:ext cx="2979300" cy="754500"/>
          </a:xfrm>
          <a:prstGeom prst="rect">
            <a:avLst/>
          </a:prstGeom>
        </p:spPr>
        <p:txBody>
          <a:bodyPr spcFirstLastPara="1" wrap="square" lIns="91425" tIns="91425" rIns="91425" bIns="91425" anchor="ctr" anchorCtr="0">
            <a:noAutofit/>
          </a:bodyPr>
          <a:lstStyle>
            <a:lvl1pPr lvl="0" rtl="0">
              <a:spcBef>
                <a:spcPts val="0"/>
              </a:spcBef>
              <a:spcAft>
                <a:spcPts val="0"/>
              </a:spcAft>
              <a:buClr>
                <a:srgbClr val="000000"/>
              </a:buClr>
              <a:buSzPts val="9600"/>
              <a:buNone/>
              <a:defRPr sz="9600"/>
            </a:lvl1pPr>
            <a:lvl2pPr lvl="1"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2pPr>
            <a:lvl3pPr lvl="2"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3pPr>
            <a:lvl4pPr lvl="3"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4pPr>
            <a:lvl5pPr lvl="4"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5pPr>
            <a:lvl6pPr lvl="5"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6pPr>
            <a:lvl7pPr lvl="6"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7pPr>
            <a:lvl8pPr lvl="7"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8pPr>
            <a:lvl9pPr lvl="8"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9pPr>
          </a:lstStyle>
          <a:p>
            <a:r>
              <a:t>xx%</a:t>
            </a:r>
          </a:p>
        </p:txBody>
      </p:sp>
      <p:sp>
        <p:nvSpPr>
          <p:cNvPr id="235" name="Google Shape;235;p42"/>
          <p:cNvSpPr txBox="1">
            <a:spLocks noGrp="1"/>
          </p:cNvSpPr>
          <p:nvPr>
            <p:ph type="subTitle" idx="1"/>
          </p:nvPr>
        </p:nvSpPr>
        <p:spPr>
          <a:xfrm>
            <a:off x="1180003" y="2742989"/>
            <a:ext cx="4224900" cy="5367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sz="1400"/>
            </a:lvl1pPr>
            <a:lvl2pPr lvl="1" algn="r" rtl="0">
              <a:lnSpc>
                <a:spcPct val="100000"/>
              </a:lnSpc>
              <a:spcBef>
                <a:spcPts val="0"/>
              </a:spcBef>
              <a:spcAft>
                <a:spcPts val="0"/>
              </a:spcAft>
              <a:buSzPts val="1200"/>
              <a:buNone/>
              <a:defRPr/>
            </a:lvl2pPr>
            <a:lvl3pPr lvl="2" algn="r" rtl="0">
              <a:lnSpc>
                <a:spcPct val="100000"/>
              </a:lnSpc>
              <a:spcBef>
                <a:spcPts val="0"/>
              </a:spcBef>
              <a:spcAft>
                <a:spcPts val="0"/>
              </a:spcAft>
              <a:buSzPts val="1200"/>
              <a:buNone/>
              <a:defRPr/>
            </a:lvl3pPr>
            <a:lvl4pPr lvl="3" algn="r" rtl="0">
              <a:lnSpc>
                <a:spcPct val="100000"/>
              </a:lnSpc>
              <a:spcBef>
                <a:spcPts val="0"/>
              </a:spcBef>
              <a:spcAft>
                <a:spcPts val="0"/>
              </a:spcAft>
              <a:buSzPts val="1200"/>
              <a:buNone/>
              <a:defRPr/>
            </a:lvl4pPr>
            <a:lvl5pPr lvl="4" algn="r" rtl="0">
              <a:lnSpc>
                <a:spcPct val="100000"/>
              </a:lnSpc>
              <a:spcBef>
                <a:spcPts val="0"/>
              </a:spcBef>
              <a:spcAft>
                <a:spcPts val="0"/>
              </a:spcAft>
              <a:buSzPts val="1200"/>
              <a:buNone/>
              <a:defRPr/>
            </a:lvl5pPr>
            <a:lvl6pPr lvl="5" algn="r" rtl="0">
              <a:lnSpc>
                <a:spcPct val="100000"/>
              </a:lnSpc>
              <a:spcBef>
                <a:spcPts val="0"/>
              </a:spcBef>
              <a:spcAft>
                <a:spcPts val="0"/>
              </a:spcAft>
              <a:buSzPts val="1200"/>
              <a:buNone/>
              <a:defRPr/>
            </a:lvl6pPr>
            <a:lvl7pPr lvl="6" algn="r" rtl="0">
              <a:lnSpc>
                <a:spcPct val="100000"/>
              </a:lnSpc>
              <a:spcBef>
                <a:spcPts val="0"/>
              </a:spcBef>
              <a:spcAft>
                <a:spcPts val="0"/>
              </a:spcAft>
              <a:buSzPts val="1200"/>
              <a:buNone/>
              <a:defRPr/>
            </a:lvl7pPr>
            <a:lvl8pPr lvl="7" algn="r" rtl="0">
              <a:lnSpc>
                <a:spcPct val="100000"/>
              </a:lnSpc>
              <a:spcBef>
                <a:spcPts val="0"/>
              </a:spcBef>
              <a:spcAft>
                <a:spcPts val="0"/>
              </a:spcAft>
              <a:buSzPts val="1200"/>
              <a:buNone/>
              <a:defRPr/>
            </a:lvl8pPr>
            <a:lvl9pPr lvl="8" algn="r" rtl="0">
              <a:lnSpc>
                <a:spcPct val="100000"/>
              </a:lnSpc>
              <a:spcBef>
                <a:spcPts val="0"/>
              </a:spcBef>
              <a:spcAft>
                <a:spcPts val="0"/>
              </a:spcAft>
              <a:buSzPts val="1200"/>
              <a:buNone/>
              <a:defRPr/>
            </a:lvl9pPr>
          </a:lstStyle>
          <a:p>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236"/>
        <p:cNvGrpSpPr/>
        <p:nvPr/>
      </p:nvGrpSpPr>
      <p:grpSpPr>
        <a:xfrm>
          <a:off x="0" y="0"/>
          <a:ext cx="0" cy="0"/>
          <a:chOff x="0" y="0"/>
          <a:chExt cx="0" cy="0"/>
        </a:xfrm>
      </p:grpSpPr>
      <p:sp>
        <p:nvSpPr>
          <p:cNvPr id="237" name="Google Shape;237;p43"/>
          <p:cNvSpPr txBox="1">
            <a:spLocks noGrp="1"/>
          </p:cNvSpPr>
          <p:nvPr>
            <p:ph type="ctrTitle"/>
          </p:nvPr>
        </p:nvSpPr>
        <p:spPr>
          <a:xfrm flipH="1">
            <a:off x="1193529" y="1611150"/>
            <a:ext cx="5195700" cy="1921200"/>
          </a:xfrm>
          <a:prstGeom prst="rect">
            <a:avLst/>
          </a:prstGeom>
        </p:spPr>
        <p:txBody>
          <a:bodyPr spcFirstLastPara="1" wrap="square" lIns="91425" tIns="91425" rIns="91425" bIns="91425" anchor="ctr" anchorCtr="0">
            <a:noAutofit/>
          </a:bodyPr>
          <a:lstStyle>
            <a:lvl1pPr lvl="0" rtl="0">
              <a:spcBef>
                <a:spcPts val="0"/>
              </a:spcBef>
              <a:spcAft>
                <a:spcPts val="0"/>
              </a:spcAft>
              <a:buSzPts val="3600"/>
              <a:buNone/>
              <a:defRPr sz="3600"/>
            </a:lvl1pPr>
            <a:lvl2pPr lvl="1" rtl="0">
              <a:spcBef>
                <a:spcPts val="0"/>
              </a:spcBef>
              <a:spcAft>
                <a:spcPts val="0"/>
              </a:spcAft>
              <a:buSzPts val="6500"/>
              <a:buNone/>
              <a:defRPr sz="6500"/>
            </a:lvl2pPr>
            <a:lvl3pPr lvl="2" rtl="0">
              <a:spcBef>
                <a:spcPts val="0"/>
              </a:spcBef>
              <a:spcAft>
                <a:spcPts val="0"/>
              </a:spcAft>
              <a:buSzPts val="6500"/>
              <a:buNone/>
              <a:defRPr sz="6500"/>
            </a:lvl3pPr>
            <a:lvl4pPr lvl="3" rtl="0">
              <a:spcBef>
                <a:spcPts val="0"/>
              </a:spcBef>
              <a:spcAft>
                <a:spcPts val="0"/>
              </a:spcAft>
              <a:buSzPts val="6500"/>
              <a:buNone/>
              <a:defRPr sz="6500"/>
            </a:lvl4pPr>
            <a:lvl5pPr lvl="4" rtl="0">
              <a:spcBef>
                <a:spcPts val="0"/>
              </a:spcBef>
              <a:spcAft>
                <a:spcPts val="0"/>
              </a:spcAft>
              <a:buSzPts val="6500"/>
              <a:buNone/>
              <a:defRPr sz="6500"/>
            </a:lvl5pPr>
            <a:lvl6pPr lvl="5" rtl="0">
              <a:spcBef>
                <a:spcPts val="0"/>
              </a:spcBef>
              <a:spcAft>
                <a:spcPts val="0"/>
              </a:spcAft>
              <a:buSzPts val="6500"/>
              <a:buNone/>
              <a:defRPr sz="6500"/>
            </a:lvl6pPr>
            <a:lvl7pPr lvl="6" rtl="0">
              <a:spcBef>
                <a:spcPts val="0"/>
              </a:spcBef>
              <a:spcAft>
                <a:spcPts val="0"/>
              </a:spcAft>
              <a:buSzPts val="6500"/>
              <a:buNone/>
              <a:defRPr sz="6500"/>
            </a:lvl7pPr>
            <a:lvl8pPr lvl="7" rtl="0">
              <a:spcBef>
                <a:spcPts val="0"/>
              </a:spcBef>
              <a:spcAft>
                <a:spcPts val="0"/>
              </a:spcAft>
              <a:buSzPts val="6500"/>
              <a:buNone/>
              <a:defRPr sz="6500"/>
            </a:lvl8pPr>
            <a:lvl9pPr lvl="8" rtl="0">
              <a:spcBef>
                <a:spcPts val="0"/>
              </a:spcBef>
              <a:spcAft>
                <a:spcPts val="0"/>
              </a:spcAft>
              <a:buSzPts val="6500"/>
              <a:buNone/>
              <a:defRPr sz="6500"/>
            </a:lvl9pPr>
          </a:lstStyle>
          <a:p>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Section header 4">
  <p:cSld name="CUSTOM_16">
    <p:bg>
      <p:bgPr>
        <a:blipFill>
          <a:blip r:embed="rId2">
            <a:alphaModFix/>
          </a:blip>
          <a:stretch>
            <a:fillRect/>
          </a:stretch>
        </a:blipFill>
        <a:effectLst/>
      </p:bgPr>
    </p:bg>
    <p:spTree>
      <p:nvGrpSpPr>
        <p:cNvPr id="1" name="Shape 238"/>
        <p:cNvGrpSpPr/>
        <p:nvPr/>
      </p:nvGrpSpPr>
      <p:grpSpPr>
        <a:xfrm>
          <a:off x="0" y="0"/>
          <a:ext cx="0" cy="0"/>
          <a:chOff x="0" y="0"/>
          <a:chExt cx="0" cy="0"/>
        </a:xfrm>
      </p:grpSpPr>
      <p:sp>
        <p:nvSpPr>
          <p:cNvPr id="239" name="Google Shape;239;p44"/>
          <p:cNvSpPr txBox="1">
            <a:spLocks noGrp="1"/>
          </p:cNvSpPr>
          <p:nvPr>
            <p:ph type="ctrTitle"/>
          </p:nvPr>
        </p:nvSpPr>
        <p:spPr>
          <a:xfrm flipH="1">
            <a:off x="2260329" y="2193805"/>
            <a:ext cx="5195700" cy="1921200"/>
          </a:xfrm>
          <a:prstGeom prst="rect">
            <a:avLst/>
          </a:prstGeom>
        </p:spPr>
        <p:txBody>
          <a:bodyPr spcFirstLastPara="1" wrap="square" lIns="91425" tIns="91425" rIns="91425" bIns="91425" anchor="ctr" anchorCtr="0">
            <a:noAutofit/>
          </a:bodyPr>
          <a:lstStyle>
            <a:lvl1pPr lvl="0" rtl="0">
              <a:spcBef>
                <a:spcPts val="0"/>
              </a:spcBef>
              <a:spcAft>
                <a:spcPts val="0"/>
              </a:spcAft>
              <a:buClr>
                <a:srgbClr val="000000"/>
              </a:buClr>
              <a:buSzPts val="3600"/>
              <a:buNone/>
              <a:defRPr sz="3600"/>
            </a:lvl1pPr>
            <a:lvl2pPr lvl="1" rtl="0">
              <a:spcBef>
                <a:spcPts val="0"/>
              </a:spcBef>
              <a:spcAft>
                <a:spcPts val="0"/>
              </a:spcAft>
              <a:buClr>
                <a:srgbClr val="FFFFFF"/>
              </a:buClr>
              <a:buSzPts val="6500"/>
              <a:buNone/>
              <a:defRPr sz="6500">
                <a:solidFill>
                  <a:srgbClr val="FFFFFF"/>
                </a:solidFill>
              </a:defRPr>
            </a:lvl2pPr>
            <a:lvl3pPr lvl="2" rtl="0">
              <a:spcBef>
                <a:spcPts val="0"/>
              </a:spcBef>
              <a:spcAft>
                <a:spcPts val="0"/>
              </a:spcAft>
              <a:buClr>
                <a:srgbClr val="FFFFFF"/>
              </a:buClr>
              <a:buSzPts val="6500"/>
              <a:buNone/>
              <a:defRPr sz="6500">
                <a:solidFill>
                  <a:srgbClr val="FFFFFF"/>
                </a:solidFill>
              </a:defRPr>
            </a:lvl3pPr>
            <a:lvl4pPr lvl="3" rtl="0">
              <a:spcBef>
                <a:spcPts val="0"/>
              </a:spcBef>
              <a:spcAft>
                <a:spcPts val="0"/>
              </a:spcAft>
              <a:buClr>
                <a:srgbClr val="FFFFFF"/>
              </a:buClr>
              <a:buSzPts val="6500"/>
              <a:buNone/>
              <a:defRPr sz="6500">
                <a:solidFill>
                  <a:srgbClr val="FFFFFF"/>
                </a:solidFill>
              </a:defRPr>
            </a:lvl4pPr>
            <a:lvl5pPr lvl="4" rtl="0">
              <a:spcBef>
                <a:spcPts val="0"/>
              </a:spcBef>
              <a:spcAft>
                <a:spcPts val="0"/>
              </a:spcAft>
              <a:buClr>
                <a:srgbClr val="FFFFFF"/>
              </a:buClr>
              <a:buSzPts val="6500"/>
              <a:buNone/>
              <a:defRPr sz="6500">
                <a:solidFill>
                  <a:srgbClr val="FFFFFF"/>
                </a:solidFill>
              </a:defRPr>
            </a:lvl5pPr>
            <a:lvl6pPr lvl="5" rtl="0">
              <a:spcBef>
                <a:spcPts val="0"/>
              </a:spcBef>
              <a:spcAft>
                <a:spcPts val="0"/>
              </a:spcAft>
              <a:buClr>
                <a:srgbClr val="FFFFFF"/>
              </a:buClr>
              <a:buSzPts val="6500"/>
              <a:buNone/>
              <a:defRPr sz="6500">
                <a:solidFill>
                  <a:srgbClr val="FFFFFF"/>
                </a:solidFill>
              </a:defRPr>
            </a:lvl6pPr>
            <a:lvl7pPr lvl="6" rtl="0">
              <a:spcBef>
                <a:spcPts val="0"/>
              </a:spcBef>
              <a:spcAft>
                <a:spcPts val="0"/>
              </a:spcAft>
              <a:buClr>
                <a:srgbClr val="FFFFFF"/>
              </a:buClr>
              <a:buSzPts val="6500"/>
              <a:buNone/>
              <a:defRPr sz="6500">
                <a:solidFill>
                  <a:srgbClr val="FFFFFF"/>
                </a:solidFill>
              </a:defRPr>
            </a:lvl7pPr>
            <a:lvl8pPr lvl="7" rtl="0">
              <a:spcBef>
                <a:spcPts val="0"/>
              </a:spcBef>
              <a:spcAft>
                <a:spcPts val="0"/>
              </a:spcAft>
              <a:buClr>
                <a:srgbClr val="FFFFFF"/>
              </a:buClr>
              <a:buSzPts val="6500"/>
              <a:buNone/>
              <a:defRPr sz="6500">
                <a:solidFill>
                  <a:srgbClr val="FFFFFF"/>
                </a:solidFill>
              </a:defRPr>
            </a:lvl8pPr>
            <a:lvl9pPr lvl="8" rtl="0">
              <a:spcBef>
                <a:spcPts val="0"/>
              </a:spcBef>
              <a:spcAft>
                <a:spcPts val="0"/>
              </a:spcAft>
              <a:buClr>
                <a:srgbClr val="FFFFFF"/>
              </a:buClr>
              <a:buSzPts val="6500"/>
              <a:buNone/>
              <a:defRPr sz="6500">
                <a:solidFill>
                  <a:srgbClr val="FFFFFF"/>
                </a:solidFill>
              </a:defRPr>
            </a:lvl9pPr>
          </a:lstStyle>
          <a:p>
            <a:endParaRPr/>
          </a:p>
        </p:txBody>
      </p:sp>
      <p:sp>
        <p:nvSpPr>
          <p:cNvPr id="240" name="Google Shape;240;p44"/>
          <p:cNvSpPr txBox="1">
            <a:spLocks noGrp="1"/>
          </p:cNvSpPr>
          <p:nvPr>
            <p:ph type="title" idx="2" hasCustomPrompt="1"/>
          </p:nvPr>
        </p:nvSpPr>
        <p:spPr>
          <a:xfrm flipH="1">
            <a:off x="2260329" y="1881980"/>
            <a:ext cx="2979300" cy="754500"/>
          </a:xfrm>
          <a:prstGeom prst="rect">
            <a:avLst/>
          </a:prstGeom>
        </p:spPr>
        <p:txBody>
          <a:bodyPr spcFirstLastPara="1" wrap="square" lIns="91425" tIns="91425" rIns="91425" bIns="91425" anchor="ctr" anchorCtr="0">
            <a:noAutofit/>
          </a:bodyPr>
          <a:lstStyle>
            <a:lvl1pPr lvl="0" rtl="0">
              <a:spcBef>
                <a:spcPts val="0"/>
              </a:spcBef>
              <a:spcAft>
                <a:spcPts val="0"/>
              </a:spcAft>
              <a:buClr>
                <a:srgbClr val="000000"/>
              </a:buClr>
              <a:buSzPts val="9600"/>
              <a:buNone/>
              <a:defRPr sz="9600"/>
            </a:lvl1pPr>
            <a:lvl2pPr lvl="1"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2pPr>
            <a:lvl3pPr lvl="2"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3pPr>
            <a:lvl4pPr lvl="3"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4pPr>
            <a:lvl5pPr lvl="4"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5pPr>
            <a:lvl6pPr lvl="5"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6pPr>
            <a:lvl7pPr lvl="6"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7pPr>
            <a:lvl8pPr lvl="7"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8pPr>
            <a:lvl9pPr lvl="8"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9pPr>
          </a:lstStyle>
          <a:p>
            <a:r>
              <a:t>xx%</a:t>
            </a:r>
          </a:p>
        </p:txBody>
      </p:sp>
      <p:sp>
        <p:nvSpPr>
          <p:cNvPr id="241" name="Google Shape;241;p44"/>
          <p:cNvSpPr txBox="1">
            <a:spLocks noGrp="1"/>
          </p:cNvSpPr>
          <p:nvPr>
            <p:ph type="subTitle" idx="1"/>
          </p:nvPr>
        </p:nvSpPr>
        <p:spPr>
          <a:xfrm>
            <a:off x="2260329" y="3476054"/>
            <a:ext cx="4224900" cy="5367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sz="1400"/>
            </a:lvl1pPr>
            <a:lvl2pPr lvl="1" rtl="0">
              <a:lnSpc>
                <a:spcPct val="100000"/>
              </a:lnSpc>
              <a:spcBef>
                <a:spcPts val="0"/>
              </a:spcBef>
              <a:spcAft>
                <a:spcPts val="0"/>
              </a:spcAft>
              <a:buSzPts val="1200"/>
              <a:buNone/>
              <a:defRPr/>
            </a:lvl2pPr>
            <a:lvl3pPr lvl="2" rtl="0">
              <a:lnSpc>
                <a:spcPct val="100000"/>
              </a:lnSpc>
              <a:spcBef>
                <a:spcPts val="0"/>
              </a:spcBef>
              <a:spcAft>
                <a:spcPts val="0"/>
              </a:spcAft>
              <a:buSzPts val="1200"/>
              <a:buNone/>
              <a:defRPr/>
            </a:lvl3pPr>
            <a:lvl4pPr lvl="3" rtl="0">
              <a:lnSpc>
                <a:spcPct val="100000"/>
              </a:lnSpc>
              <a:spcBef>
                <a:spcPts val="0"/>
              </a:spcBef>
              <a:spcAft>
                <a:spcPts val="0"/>
              </a:spcAft>
              <a:buSzPts val="1200"/>
              <a:buNone/>
              <a:defRPr/>
            </a:lvl4pPr>
            <a:lvl5pPr lvl="4" rtl="0">
              <a:lnSpc>
                <a:spcPct val="100000"/>
              </a:lnSpc>
              <a:spcBef>
                <a:spcPts val="0"/>
              </a:spcBef>
              <a:spcAft>
                <a:spcPts val="0"/>
              </a:spcAft>
              <a:buSzPts val="1200"/>
              <a:buNone/>
              <a:defRPr/>
            </a:lvl5pPr>
            <a:lvl6pPr lvl="5" rtl="0">
              <a:lnSpc>
                <a:spcPct val="100000"/>
              </a:lnSpc>
              <a:spcBef>
                <a:spcPts val="0"/>
              </a:spcBef>
              <a:spcAft>
                <a:spcPts val="0"/>
              </a:spcAft>
              <a:buSzPts val="1200"/>
              <a:buNone/>
              <a:defRPr/>
            </a:lvl6pPr>
            <a:lvl7pPr lvl="6" rtl="0">
              <a:lnSpc>
                <a:spcPct val="100000"/>
              </a:lnSpc>
              <a:spcBef>
                <a:spcPts val="0"/>
              </a:spcBef>
              <a:spcAft>
                <a:spcPts val="0"/>
              </a:spcAft>
              <a:buSzPts val="1200"/>
              <a:buNone/>
              <a:defRPr/>
            </a:lvl7pPr>
            <a:lvl8pPr lvl="7" rtl="0">
              <a:lnSpc>
                <a:spcPct val="100000"/>
              </a:lnSpc>
              <a:spcBef>
                <a:spcPts val="0"/>
              </a:spcBef>
              <a:spcAft>
                <a:spcPts val="0"/>
              </a:spcAft>
              <a:buSzPts val="1200"/>
              <a:buNone/>
              <a:defRPr/>
            </a:lvl8pPr>
            <a:lvl9pPr lvl="8" rtl="0">
              <a:lnSpc>
                <a:spcPct val="100000"/>
              </a:lnSpc>
              <a:spcBef>
                <a:spcPts val="0"/>
              </a:spcBef>
              <a:spcAft>
                <a:spcPts val="0"/>
              </a:spcAft>
              <a:buSzPts val="1200"/>
              <a:buNone/>
              <a:defRPr/>
            </a:lvl9pPr>
          </a:lstStyle>
          <a:p>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Title only 2">
  <p:cSld name="CUSTOM_7_1">
    <p:bg>
      <p:bgPr>
        <a:blipFill>
          <a:blip r:embed="rId2">
            <a:alphaModFix/>
          </a:blip>
          <a:stretch>
            <a:fillRect/>
          </a:stretch>
        </a:blipFill>
        <a:effectLst/>
      </p:bgPr>
    </p:bg>
    <p:spTree>
      <p:nvGrpSpPr>
        <p:cNvPr id="1" name="Shape 242"/>
        <p:cNvGrpSpPr/>
        <p:nvPr/>
      </p:nvGrpSpPr>
      <p:grpSpPr>
        <a:xfrm>
          <a:off x="0" y="0"/>
          <a:ext cx="0" cy="0"/>
          <a:chOff x="0" y="0"/>
          <a:chExt cx="0" cy="0"/>
        </a:xfrm>
      </p:grpSpPr>
      <p:sp>
        <p:nvSpPr>
          <p:cNvPr id="243" name="Google Shape;243;p45"/>
          <p:cNvSpPr txBox="1">
            <a:spLocks noGrp="1"/>
          </p:cNvSpPr>
          <p:nvPr>
            <p:ph type="ctrTitle"/>
          </p:nvPr>
        </p:nvSpPr>
        <p:spPr>
          <a:xfrm>
            <a:off x="1964851" y="352850"/>
            <a:ext cx="5214300" cy="9462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400"/>
              <a:buNone/>
              <a:defRPr sz="2400"/>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matchingName="Title only 3">
  <p:cSld name="CUSTOM_8">
    <p:bg>
      <p:bgPr>
        <a:blipFill>
          <a:blip r:embed="rId2">
            <a:alphaModFix/>
          </a:blip>
          <a:stretch>
            <a:fillRect/>
          </a:stretch>
        </a:blipFill>
        <a:effectLst/>
      </p:bgPr>
    </p:bg>
    <p:spTree>
      <p:nvGrpSpPr>
        <p:cNvPr id="1" name="Shape 244"/>
        <p:cNvGrpSpPr/>
        <p:nvPr/>
      </p:nvGrpSpPr>
      <p:grpSpPr>
        <a:xfrm>
          <a:off x="0" y="0"/>
          <a:ext cx="0" cy="0"/>
          <a:chOff x="0" y="0"/>
          <a:chExt cx="0" cy="0"/>
        </a:xfrm>
      </p:grpSpPr>
      <p:sp>
        <p:nvSpPr>
          <p:cNvPr id="245" name="Google Shape;245;p46"/>
          <p:cNvSpPr txBox="1">
            <a:spLocks noGrp="1"/>
          </p:cNvSpPr>
          <p:nvPr>
            <p:ph type="ctrTitle"/>
          </p:nvPr>
        </p:nvSpPr>
        <p:spPr>
          <a:xfrm>
            <a:off x="1964851" y="352850"/>
            <a:ext cx="5214300" cy="9462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400"/>
              <a:buNone/>
              <a:defRPr sz="2400"/>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matchingName="Section header 5">
  <p:cSld name="CUSTOM_17_1">
    <p:bg>
      <p:bgPr>
        <a:blipFill>
          <a:blip r:embed="rId2">
            <a:alphaModFix/>
          </a:blip>
          <a:stretch>
            <a:fillRect/>
          </a:stretch>
        </a:blipFill>
        <a:effectLst/>
      </p:bgPr>
    </p:bg>
    <p:spTree>
      <p:nvGrpSpPr>
        <p:cNvPr id="1" name="Shape 246"/>
        <p:cNvGrpSpPr/>
        <p:nvPr/>
      </p:nvGrpSpPr>
      <p:grpSpPr>
        <a:xfrm>
          <a:off x="0" y="0"/>
          <a:ext cx="0" cy="0"/>
          <a:chOff x="0" y="0"/>
          <a:chExt cx="0" cy="0"/>
        </a:xfrm>
      </p:grpSpPr>
      <p:sp>
        <p:nvSpPr>
          <p:cNvPr id="247" name="Google Shape;247;p47"/>
          <p:cNvSpPr txBox="1">
            <a:spLocks noGrp="1"/>
          </p:cNvSpPr>
          <p:nvPr>
            <p:ph type="ctrTitle"/>
          </p:nvPr>
        </p:nvSpPr>
        <p:spPr>
          <a:xfrm flipH="1">
            <a:off x="1698072" y="2178475"/>
            <a:ext cx="5195700" cy="1921200"/>
          </a:xfrm>
          <a:prstGeom prst="rect">
            <a:avLst/>
          </a:prstGeom>
        </p:spPr>
        <p:txBody>
          <a:bodyPr spcFirstLastPara="1" wrap="square" lIns="91425" tIns="91425" rIns="91425" bIns="91425" anchor="ctr" anchorCtr="0">
            <a:noAutofit/>
          </a:bodyPr>
          <a:lstStyle>
            <a:lvl1pPr lvl="0" algn="r" rtl="0">
              <a:spcBef>
                <a:spcPts val="0"/>
              </a:spcBef>
              <a:spcAft>
                <a:spcPts val="0"/>
              </a:spcAft>
              <a:buClr>
                <a:srgbClr val="000000"/>
              </a:buClr>
              <a:buSzPts val="3600"/>
              <a:buNone/>
              <a:defRPr sz="3600"/>
            </a:lvl1pPr>
            <a:lvl2pPr lvl="1" algn="r" rtl="0">
              <a:spcBef>
                <a:spcPts val="0"/>
              </a:spcBef>
              <a:spcAft>
                <a:spcPts val="0"/>
              </a:spcAft>
              <a:buClr>
                <a:srgbClr val="FFFFFF"/>
              </a:buClr>
              <a:buSzPts val="6500"/>
              <a:buNone/>
              <a:defRPr sz="6500">
                <a:solidFill>
                  <a:srgbClr val="FFFFFF"/>
                </a:solidFill>
              </a:defRPr>
            </a:lvl2pPr>
            <a:lvl3pPr lvl="2" algn="r" rtl="0">
              <a:spcBef>
                <a:spcPts val="0"/>
              </a:spcBef>
              <a:spcAft>
                <a:spcPts val="0"/>
              </a:spcAft>
              <a:buClr>
                <a:srgbClr val="FFFFFF"/>
              </a:buClr>
              <a:buSzPts val="6500"/>
              <a:buNone/>
              <a:defRPr sz="6500">
                <a:solidFill>
                  <a:srgbClr val="FFFFFF"/>
                </a:solidFill>
              </a:defRPr>
            </a:lvl3pPr>
            <a:lvl4pPr lvl="3" algn="r" rtl="0">
              <a:spcBef>
                <a:spcPts val="0"/>
              </a:spcBef>
              <a:spcAft>
                <a:spcPts val="0"/>
              </a:spcAft>
              <a:buClr>
                <a:srgbClr val="FFFFFF"/>
              </a:buClr>
              <a:buSzPts val="6500"/>
              <a:buNone/>
              <a:defRPr sz="6500">
                <a:solidFill>
                  <a:srgbClr val="FFFFFF"/>
                </a:solidFill>
              </a:defRPr>
            </a:lvl4pPr>
            <a:lvl5pPr lvl="4" algn="r" rtl="0">
              <a:spcBef>
                <a:spcPts val="0"/>
              </a:spcBef>
              <a:spcAft>
                <a:spcPts val="0"/>
              </a:spcAft>
              <a:buClr>
                <a:srgbClr val="FFFFFF"/>
              </a:buClr>
              <a:buSzPts val="6500"/>
              <a:buNone/>
              <a:defRPr sz="6500">
                <a:solidFill>
                  <a:srgbClr val="FFFFFF"/>
                </a:solidFill>
              </a:defRPr>
            </a:lvl5pPr>
            <a:lvl6pPr lvl="5" algn="r" rtl="0">
              <a:spcBef>
                <a:spcPts val="0"/>
              </a:spcBef>
              <a:spcAft>
                <a:spcPts val="0"/>
              </a:spcAft>
              <a:buClr>
                <a:srgbClr val="FFFFFF"/>
              </a:buClr>
              <a:buSzPts val="6500"/>
              <a:buNone/>
              <a:defRPr sz="6500">
                <a:solidFill>
                  <a:srgbClr val="FFFFFF"/>
                </a:solidFill>
              </a:defRPr>
            </a:lvl6pPr>
            <a:lvl7pPr lvl="6" algn="r" rtl="0">
              <a:spcBef>
                <a:spcPts val="0"/>
              </a:spcBef>
              <a:spcAft>
                <a:spcPts val="0"/>
              </a:spcAft>
              <a:buClr>
                <a:srgbClr val="FFFFFF"/>
              </a:buClr>
              <a:buSzPts val="6500"/>
              <a:buNone/>
              <a:defRPr sz="6500">
                <a:solidFill>
                  <a:srgbClr val="FFFFFF"/>
                </a:solidFill>
              </a:defRPr>
            </a:lvl7pPr>
            <a:lvl8pPr lvl="7" algn="r" rtl="0">
              <a:spcBef>
                <a:spcPts val="0"/>
              </a:spcBef>
              <a:spcAft>
                <a:spcPts val="0"/>
              </a:spcAft>
              <a:buClr>
                <a:srgbClr val="FFFFFF"/>
              </a:buClr>
              <a:buSzPts val="6500"/>
              <a:buNone/>
              <a:defRPr sz="6500">
                <a:solidFill>
                  <a:srgbClr val="FFFFFF"/>
                </a:solidFill>
              </a:defRPr>
            </a:lvl8pPr>
            <a:lvl9pPr lvl="8" algn="r" rtl="0">
              <a:spcBef>
                <a:spcPts val="0"/>
              </a:spcBef>
              <a:spcAft>
                <a:spcPts val="0"/>
              </a:spcAft>
              <a:buClr>
                <a:srgbClr val="FFFFFF"/>
              </a:buClr>
              <a:buSzPts val="6500"/>
              <a:buNone/>
              <a:defRPr sz="6500">
                <a:solidFill>
                  <a:srgbClr val="FFFFFF"/>
                </a:solidFill>
              </a:defRPr>
            </a:lvl9pPr>
          </a:lstStyle>
          <a:p>
            <a:endParaRPr/>
          </a:p>
        </p:txBody>
      </p:sp>
      <p:sp>
        <p:nvSpPr>
          <p:cNvPr id="248" name="Google Shape;248;p47"/>
          <p:cNvSpPr txBox="1">
            <a:spLocks noGrp="1"/>
          </p:cNvSpPr>
          <p:nvPr>
            <p:ph type="title" idx="2" hasCustomPrompt="1"/>
          </p:nvPr>
        </p:nvSpPr>
        <p:spPr>
          <a:xfrm flipH="1">
            <a:off x="3914472" y="1866650"/>
            <a:ext cx="2979300" cy="754500"/>
          </a:xfrm>
          <a:prstGeom prst="rect">
            <a:avLst/>
          </a:prstGeom>
        </p:spPr>
        <p:txBody>
          <a:bodyPr spcFirstLastPara="1" wrap="square" lIns="91425" tIns="91425" rIns="91425" bIns="91425" anchor="ctr" anchorCtr="0">
            <a:noAutofit/>
          </a:bodyPr>
          <a:lstStyle>
            <a:lvl1pPr lvl="0" algn="r" rtl="0">
              <a:spcBef>
                <a:spcPts val="0"/>
              </a:spcBef>
              <a:spcAft>
                <a:spcPts val="0"/>
              </a:spcAft>
              <a:buClr>
                <a:srgbClr val="000000"/>
              </a:buClr>
              <a:buSzPts val="9600"/>
              <a:buNone/>
              <a:defRPr sz="9600"/>
            </a:lvl1pPr>
            <a:lvl2pPr lvl="1" algn="r"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2pPr>
            <a:lvl3pPr lvl="2" algn="r"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3pPr>
            <a:lvl4pPr lvl="3" algn="r"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4pPr>
            <a:lvl5pPr lvl="4" algn="r"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5pPr>
            <a:lvl6pPr lvl="5" algn="r"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6pPr>
            <a:lvl7pPr lvl="6" algn="r"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7pPr>
            <a:lvl8pPr lvl="7" algn="r"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8pPr>
            <a:lvl9pPr lvl="8" algn="r"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9pPr>
          </a:lstStyle>
          <a:p>
            <a:r>
              <a:t>xx%</a:t>
            </a:r>
          </a:p>
        </p:txBody>
      </p:sp>
      <p:sp>
        <p:nvSpPr>
          <p:cNvPr id="249" name="Google Shape;249;p47"/>
          <p:cNvSpPr txBox="1">
            <a:spLocks noGrp="1"/>
          </p:cNvSpPr>
          <p:nvPr>
            <p:ph type="subTitle" idx="1"/>
          </p:nvPr>
        </p:nvSpPr>
        <p:spPr>
          <a:xfrm>
            <a:off x="2668872" y="3476054"/>
            <a:ext cx="4224900" cy="5367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200"/>
              <a:buNone/>
              <a:defRPr sz="1400"/>
            </a:lvl1pPr>
            <a:lvl2pPr lvl="1" rtl="0">
              <a:lnSpc>
                <a:spcPct val="100000"/>
              </a:lnSpc>
              <a:spcBef>
                <a:spcPts val="0"/>
              </a:spcBef>
              <a:spcAft>
                <a:spcPts val="0"/>
              </a:spcAft>
              <a:buSzPts val="1200"/>
              <a:buNone/>
              <a:defRPr/>
            </a:lvl2pPr>
            <a:lvl3pPr lvl="2" rtl="0">
              <a:lnSpc>
                <a:spcPct val="100000"/>
              </a:lnSpc>
              <a:spcBef>
                <a:spcPts val="0"/>
              </a:spcBef>
              <a:spcAft>
                <a:spcPts val="0"/>
              </a:spcAft>
              <a:buSzPts val="1200"/>
              <a:buNone/>
              <a:defRPr/>
            </a:lvl3pPr>
            <a:lvl4pPr lvl="3" rtl="0">
              <a:lnSpc>
                <a:spcPct val="100000"/>
              </a:lnSpc>
              <a:spcBef>
                <a:spcPts val="0"/>
              </a:spcBef>
              <a:spcAft>
                <a:spcPts val="0"/>
              </a:spcAft>
              <a:buSzPts val="1200"/>
              <a:buNone/>
              <a:defRPr/>
            </a:lvl4pPr>
            <a:lvl5pPr lvl="4" rtl="0">
              <a:lnSpc>
                <a:spcPct val="100000"/>
              </a:lnSpc>
              <a:spcBef>
                <a:spcPts val="0"/>
              </a:spcBef>
              <a:spcAft>
                <a:spcPts val="0"/>
              </a:spcAft>
              <a:buSzPts val="1200"/>
              <a:buNone/>
              <a:defRPr/>
            </a:lvl5pPr>
            <a:lvl6pPr lvl="5" rtl="0">
              <a:lnSpc>
                <a:spcPct val="100000"/>
              </a:lnSpc>
              <a:spcBef>
                <a:spcPts val="0"/>
              </a:spcBef>
              <a:spcAft>
                <a:spcPts val="0"/>
              </a:spcAft>
              <a:buSzPts val="1200"/>
              <a:buNone/>
              <a:defRPr/>
            </a:lvl6pPr>
            <a:lvl7pPr lvl="6" rtl="0">
              <a:lnSpc>
                <a:spcPct val="100000"/>
              </a:lnSpc>
              <a:spcBef>
                <a:spcPts val="0"/>
              </a:spcBef>
              <a:spcAft>
                <a:spcPts val="0"/>
              </a:spcAft>
              <a:buSzPts val="1200"/>
              <a:buNone/>
              <a:defRPr/>
            </a:lvl7pPr>
            <a:lvl8pPr lvl="7" rtl="0">
              <a:lnSpc>
                <a:spcPct val="100000"/>
              </a:lnSpc>
              <a:spcBef>
                <a:spcPts val="0"/>
              </a:spcBef>
              <a:spcAft>
                <a:spcPts val="0"/>
              </a:spcAft>
              <a:buSzPts val="1200"/>
              <a:buNone/>
              <a:defRPr/>
            </a:lvl8pPr>
            <a:lvl9pPr lvl="8" rtl="0">
              <a:lnSpc>
                <a:spcPct val="100000"/>
              </a:lnSpc>
              <a:spcBef>
                <a:spcPts val="0"/>
              </a:spcBef>
              <a:spcAft>
                <a:spcPts val="0"/>
              </a:spcAft>
              <a:buSzPts val="1200"/>
              <a:buNone/>
              <a:defRPr/>
            </a:lvl9pPr>
          </a:lstStyle>
          <a:p>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matchingName="Title only 4">
  <p:cSld name="CUSTOM_9">
    <p:bg>
      <p:bgPr>
        <a:blipFill>
          <a:blip r:embed="rId2">
            <a:alphaModFix/>
          </a:blip>
          <a:stretch>
            <a:fillRect/>
          </a:stretch>
        </a:blipFill>
        <a:effectLst/>
      </p:bgPr>
    </p:bg>
    <p:spTree>
      <p:nvGrpSpPr>
        <p:cNvPr id="1" name="Shape 250"/>
        <p:cNvGrpSpPr/>
        <p:nvPr/>
      </p:nvGrpSpPr>
      <p:grpSpPr>
        <a:xfrm>
          <a:off x="0" y="0"/>
          <a:ext cx="0" cy="0"/>
          <a:chOff x="0" y="0"/>
          <a:chExt cx="0" cy="0"/>
        </a:xfrm>
      </p:grpSpPr>
      <p:sp>
        <p:nvSpPr>
          <p:cNvPr id="251" name="Google Shape;251;p48"/>
          <p:cNvSpPr txBox="1">
            <a:spLocks noGrp="1"/>
          </p:cNvSpPr>
          <p:nvPr>
            <p:ph type="ctrTitle"/>
          </p:nvPr>
        </p:nvSpPr>
        <p:spPr>
          <a:xfrm>
            <a:off x="1964851" y="352850"/>
            <a:ext cx="5214300" cy="9462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400"/>
              <a:buNone/>
              <a:defRPr sz="2400"/>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matchingName="Thanks 1">
  <p:cSld name="CUSTOM_10">
    <p:bg>
      <p:bgPr>
        <a:blipFill>
          <a:blip r:embed="rId2">
            <a:alphaModFix/>
          </a:blip>
          <a:stretch>
            <a:fillRect/>
          </a:stretch>
        </a:blipFill>
        <a:effectLst/>
      </p:bgPr>
    </p:bg>
    <p:spTree>
      <p:nvGrpSpPr>
        <p:cNvPr id="1" name="Shape 252"/>
        <p:cNvGrpSpPr/>
        <p:nvPr/>
      </p:nvGrpSpPr>
      <p:grpSpPr>
        <a:xfrm>
          <a:off x="0" y="0"/>
          <a:ext cx="0" cy="0"/>
          <a:chOff x="0" y="0"/>
          <a:chExt cx="0" cy="0"/>
        </a:xfrm>
      </p:grpSpPr>
      <p:sp>
        <p:nvSpPr>
          <p:cNvPr id="253" name="Google Shape;253;p49"/>
          <p:cNvSpPr txBox="1">
            <a:spLocks noGrp="1"/>
          </p:cNvSpPr>
          <p:nvPr>
            <p:ph type="ctrTitle"/>
          </p:nvPr>
        </p:nvSpPr>
        <p:spPr>
          <a:xfrm flipH="1">
            <a:off x="1974150" y="1161000"/>
            <a:ext cx="5195700" cy="1365300"/>
          </a:xfrm>
          <a:prstGeom prst="rect">
            <a:avLst/>
          </a:prstGeom>
        </p:spPr>
        <p:txBody>
          <a:bodyPr spcFirstLastPara="1" wrap="square" lIns="91425" tIns="91425" rIns="91425" bIns="91425" anchor="b" anchorCtr="0">
            <a:noAutofit/>
          </a:bodyPr>
          <a:lstStyle>
            <a:lvl1pPr lvl="0" algn="ctr" rtl="0">
              <a:spcBef>
                <a:spcPts val="0"/>
              </a:spcBef>
              <a:spcAft>
                <a:spcPts val="0"/>
              </a:spcAft>
              <a:buClr>
                <a:srgbClr val="000000"/>
              </a:buClr>
              <a:buSzPts val="4800"/>
              <a:buNone/>
              <a:defRPr sz="4800"/>
            </a:lvl1pPr>
            <a:lvl2pPr lvl="1" algn="ctr" rtl="0">
              <a:spcBef>
                <a:spcPts val="0"/>
              </a:spcBef>
              <a:spcAft>
                <a:spcPts val="0"/>
              </a:spcAft>
              <a:buClr>
                <a:srgbClr val="FFFFFF"/>
              </a:buClr>
              <a:buSzPts val="4800"/>
              <a:buNone/>
              <a:defRPr sz="4800">
                <a:solidFill>
                  <a:srgbClr val="FFFFFF"/>
                </a:solidFill>
              </a:defRPr>
            </a:lvl2pPr>
            <a:lvl3pPr lvl="2" algn="ctr" rtl="0">
              <a:spcBef>
                <a:spcPts val="0"/>
              </a:spcBef>
              <a:spcAft>
                <a:spcPts val="0"/>
              </a:spcAft>
              <a:buClr>
                <a:srgbClr val="FFFFFF"/>
              </a:buClr>
              <a:buSzPts val="4800"/>
              <a:buNone/>
              <a:defRPr sz="4800">
                <a:solidFill>
                  <a:srgbClr val="FFFFFF"/>
                </a:solidFill>
              </a:defRPr>
            </a:lvl3pPr>
            <a:lvl4pPr lvl="3" algn="ctr" rtl="0">
              <a:spcBef>
                <a:spcPts val="0"/>
              </a:spcBef>
              <a:spcAft>
                <a:spcPts val="0"/>
              </a:spcAft>
              <a:buClr>
                <a:srgbClr val="FFFFFF"/>
              </a:buClr>
              <a:buSzPts val="4800"/>
              <a:buNone/>
              <a:defRPr sz="4800">
                <a:solidFill>
                  <a:srgbClr val="FFFFFF"/>
                </a:solidFill>
              </a:defRPr>
            </a:lvl4pPr>
            <a:lvl5pPr lvl="4" algn="ctr" rtl="0">
              <a:spcBef>
                <a:spcPts val="0"/>
              </a:spcBef>
              <a:spcAft>
                <a:spcPts val="0"/>
              </a:spcAft>
              <a:buClr>
                <a:srgbClr val="FFFFFF"/>
              </a:buClr>
              <a:buSzPts val="4800"/>
              <a:buNone/>
              <a:defRPr sz="4800">
                <a:solidFill>
                  <a:srgbClr val="FFFFFF"/>
                </a:solidFill>
              </a:defRPr>
            </a:lvl5pPr>
            <a:lvl6pPr lvl="5" algn="ctr" rtl="0">
              <a:spcBef>
                <a:spcPts val="0"/>
              </a:spcBef>
              <a:spcAft>
                <a:spcPts val="0"/>
              </a:spcAft>
              <a:buClr>
                <a:srgbClr val="FFFFFF"/>
              </a:buClr>
              <a:buSzPts val="4800"/>
              <a:buNone/>
              <a:defRPr sz="4800">
                <a:solidFill>
                  <a:srgbClr val="FFFFFF"/>
                </a:solidFill>
              </a:defRPr>
            </a:lvl6pPr>
            <a:lvl7pPr lvl="6" algn="ctr" rtl="0">
              <a:spcBef>
                <a:spcPts val="0"/>
              </a:spcBef>
              <a:spcAft>
                <a:spcPts val="0"/>
              </a:spcAft>
              <a:buClr>
                <a:srgbClr val="FFFFFF"/>
              </a:buClr>
              <a:buSzPts val="4800"/>
              <a:buNone/>
              <a:defRPr sz="4800">
                <a:solidFill>
                  <a:srgbClr val="FFFFFF"/>
                </a:solidFill>
              </a:defRPr>
            </a:lvl7pPr>
            <a:lvl8pPr lvl="7" algn="ctr" rtl="0">
              <a:spcBef>
                <a:spcPts val="0"/>
              </a:spcBef>
              <a:spcAft>
                <a:spcPts val="0"/>
              </a:spcAft>
              <a:buClr>
                <a:srgbClr val="FFFFFF"/>
              </a:buClr>
              <a:buSzPts val="4800"/>
              <a:buNone/>
              <a:defRPr sz="4800">
                <a:solidFill>
                  <a:srgbClr val="FFFFFF"/>
                </a:solidFill>
              </a:defRPr>
            </a:lvl8pPr>
            <a:lvl9pPr lvl="8" algn="ctr" rtl="0">
              <a:spcBef>
                <a:spcPts val="0"/>
              </a:spcBef>
              <a:spcAft>
                <a:spcPts val="0"/>
              </a:spcAft>
              <a:buClr>
                <a:srgbClr val="FFFFFF"/>
              </a:buClr>
              <a:buSzPts val="4800"/>
              <a:buNone/>
              <a:defRPr sz="4800">
                <a:solidFill>
                  <a:srgbClr val="FFFFFF"/>
                </a:solidFill>
              </a:defRPr>
            </a:lvl9pPr>
          </a:lstStyle>
          <a:p>
            <a:endParaRPr/>
          </a:p>
        </p:txBody>
      </p:sp>
      <p:sp>
        <p:nvSpPr>
          <p:cNvPr id="254" name="Google Shape;254;p49"/>
          <p:cNvSpPr txBox="1">
            <a:spLocks noGrp="1"/>
          </p:cNvSpPr>
          <p:nvPr>
            <p:ph type="subTitle" idx="1"/>
          </p:nvPr>
        </p:nvSpPr>
        <p:spPr>
          <a:xfrm>
            <a:off x="2152500" y="2494850"/>
            <a:ext cx="4839000" cy="10032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200"/>
              <a:buNone/>
              <a:defRPr sz="1400"/>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55" name="Google Shape;255;p49"/>
          <p:cNvSpPr txBox="1"/>
          <p:nvPr/>
        </p:nvSpPr>
        <p:spPr>
          <a:xfrm>
            <a:off x="625906" y="3722418"/>
            <a:ext cx="3830100" cy="17844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300"/>
              </a:spcBef>
              <a:spcAft>
                <a:spcPts val="0"/>
              </a:spcAft>
              <a:buNone/>
            </a:pPr>
            <a:r>
              <a:rPr lang="en" sz="1000">
                <a:solidFill>
                  <a:srgbClr val="434343"/>
                </a:solidFill>
                <a:latin typeface="Roboto Condensed Light"/>
                <a:ea typeface="Roboto Condensed Light"/>
                <a:cs typeface="Roboto Condensed Light"/>
                <a:sym typeface="Roboto Condensed Light"/>
              </a:rPr>
              <a:t>CREDITS: This presentation template was created by </a:t>
            </a:r>
            <a:r>
              <a:rPr lang="en" sz="1000" b="1">
                <a:solidFill>
                  <a:srgbClr val="434343"/>
                </a:solidFill>
                <a:uFill>
                  <a:noFill/>
                </a:uFill>
                <a:latin typeface="Roboto Condensed"/>
                <a:ea typeface="Roboto Condensed"/>
                <a:cs typeface="Roboto Condensed"/>
                <a:sym typeface="Roboto Condensed"/>
                <a:hlinkClick r:id="rId3">
                  <a:extLst>
                    <a:ext uri="{A12FA001-AC4F-418D-AE19-62706E023703}">
                      <ahyp:hlinkClr xmlns:ahyp="http://schemas.microsoft.com/office/drawing/2018/hyperlinkcolor" val="tx"/>
                    </a:ext>
                  </a:extLst>
                </a:hlinkClick>
              </a:rPr>
              <a:t>Slidesgo</a:t>
            </a:r>
            <a:r>
              <a:rPr lang="en" sz="1000">
                <a:solidFill>
                  <a:srgbClr val="434343"/>
                </a:solidFill>
                <a:latin typeface="Roboto Condensed Light"/>
                <a:ea typeface="Roboto Condensed Light"/>
                <a:cs typeface="Roboto Condensed Light"/>
                <a:sym typeface="Roboto Condensed Light"/>
              </a:rPr>
              <a:t>, including icons by </a:t>
            </a:r>
            <a:r>
              <a:rPr lang="en" sz="1000" b="1">
                <a:solidFill>
                  <a:srgbClr val="434343"/>
                </a:solidFill>
                <a:uFill>
                  <a:noFill/>
                </a:uFill>
                <a:latin typeface="Roboto Condensed"/>
                <a:ea typeface="Roboto Condensed"/>
                <a:cs typeface="Roboto Condensed"/>
                <a:sym typeface="Roboto Condensed"/>
                <a:hlinkClick r:id="rId4">
                  <a:extLst>
                    <a:ext uri="{A12FA001-AC4F-418D-AE19-62706E023703}">
                      <ahyp:hlinkClr xmlns:ahyp="http://schemas.microsoft.com/office/drawing/2018/hyperlinkcolor" val="tx"/>
                    </a:ext>
                  </a:extLst>
                </a:hlinkClick>
              </a:rPr>
              <a:t>Flaticon</a:t>
            </a:r>
            <a:r>
              <a:rPr lang="en" sz="1000">
                <a:solidFill>
                  <a:srgbClr val="434343"/>
                </a:solidFill>
                <a:latin typeface="Roboto Condensed Light"/>
                <a:ea typeface="Roboto Condensed Light"/>
                <a:cs typeface="Roboto Condensed Light"/>
                <a:sym typeface="Roboto Condensed Light"/>
              </a:rPr>
              <a:t>, and infographics &amp; images by </a:t>
            </a:r>
            <a:r>
              <a:rPr lang="en" sz="1000" b="1">
                <a:solidFill>
                  <a:srgbClr val="434343"/>
                </a:solidFill>
                <a:uFill>
                  <a:noFill/>
                </a:uFill>
                <a:latin typeface="Roboto Condensed"/>
                <a:ea typeface="Roboto Condensed"/>
                <a:cs typeface="Roboto Condensed"/>
                <a:sym typeface="Roboto Condensed"/>
                <a:hlinkClick r:id="rId5">
                  <a:extLst>
                    <a:ext uri="{A12FA001-AC4F-418D-AE19-62706E023703}">
                      <ahyp:hlinkClr xmlns:ahyp="http://schemas.microsoft.com/office/drawing/2018/hyperlinkcolor" val="tx"/>
                    </a:ext>
                  </a:extLst>
                </a:hlinkClick>
              </a:rPr>
              <a:t>Freepik</a:t>
            </a:r>
            <a:r>
              <a:rPr lang="en" sz="1000">
                <a:solidFill>
                  <a:srgbClr val="434343"/>
                </a:solidFill>
                <a:latin typeface="Roboto Condensed Light"/>
                <a:ea typeface="Roboto Condensed Light"/>
                <a:cs typeface="Roboto Condensed Light"/>
                <a:sym typeface="Roboto Condensed Light"/>
              </a:rPr>
              <a:t>. </a:t>
            </a:r>
            <a:endParaRPr sz="1000">
              <a:solidFill>
                <a:srgbClr val="434343"/>
              </a:solidFill>
              <a:latin typeface="Roboto Condensed Light"/>
              <a:ea typeface="Roboto Condensed Light"/>
              <a:cs typeface="Roboto Condensed Light"/>
              <a:sym typeface="Roboto Condensed Light"/>
            </a:endParaRPr>
          </a:p>
          <a:p>
            <a:pPr marL="0" lvl="0" indent="0" algn="l" rtl="0">
              <a:lnSpc>
                <a:spcPct val="100000"/>
              </a:lnSpc>
              <a:spcBef>
                <a:spcPts val="300"/>
              </a:spcBef>
              <a:spcAft>
                <a:spcPts val="0"/>
              </a:spcAft>
              <a:buNone/>
            </a:pPr>
            <a:r>
              <a:rPr lang="en" sz="900" b="1">
                <a:solidFill>
                  <a:srgbClr val="434343"/>
                </a:solidFill>
                <a:latin typeface="Roboto Condensed"/>
                <a:ea typeface="Roboto Condensed"/>
                <a:cs typeface="Roboto Condensed"/>
                <a:sym typeface="Roboto Condensed"/>
              </a:rPr>
              <a:t>Please keep this slide for attribution.</a:t>
            </a:r>
            <a:endParaRPr sz="900" b="1">
              <a:solidFill>
                <a:srgbClr val="434343"/>
              </a:solidFill>
              <a:latin typeface="Roboto Condensed"/>
              <a:ea typeface="Roboto Condensed"/>
              <a:cs typeface="Roboto Condensed"/>
              <a:sym typeface="Roboto Condensed"/>
            </a:endParaRPr>
          </a:p>
          <a:p>
            <a:pPr marL="0" lvl="0" indent="0" algn="l" rtl="0">
              <a:lnSpc>
                <a:spcPct val="115000"/>
              </a:lnSpc>
              <a:spcBef>
                <a:spcPts val="300"/>
              </a:spcBef>
              <a:spcAft>
                <a:spcPts val="0"/>
              </a:spcAft>
              <a:buNone/>
            </a:pPr>
            <a:endParaRPr>
              <a:solidFill>
                <a:schemeClr val="dk1"/>
              </a:solidFill>
              <a:latin typeface="Roboto Condensed Light"/>
              <a:ea typeface="Roboto Condensed Light"/>
              <a:cs typeface="Roboto Condensed Light"/>
              <a:sym typeface="Roboto Condensed Light"/>
            </a:endParaRPr>
          </a:p>
          <a:p>
            <a:pPr marL="0" lvl="0" indent="0" algn="l" rtl="0">
              <a:spcBef>
                <a:spcPts val="0"/>
              </a:spcBef>
              <a:spcAft>
                <a:spcPts val="0"/>
              </a:spcAft>
              <a:buNone/>
            </a:pPr>
            <a:endParaRPr>
              <a:solidFill>
                <a:schemeClr val="dk1"/>
              </a:solidFill>
              <a:latin typeface="Roboto Condensed Light"/>
              <a:ea typeface="Roboto Condensed Light"/>
              <a:cs typeface="Roboto Condensed Light"/>
              <a:sym typeface="Roboto Condensed Light"/>
            </a:endParaRP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matchingName="Blank slide 1" type="blank">
  <p:cSld name="BLANK">
    <p:spTree>
      <p:nvGrpSpPr>
        <p:cNvPr id="1" name="Shape 256"/>
        <p:cNvGrpSpPr/>
        <p:nvPr/>
      </p:nvGrpSpPr>
      <p:grpSpPr>
        <a:xfrm>
          <a:off x="0" y="0"/>
          <a:ext cx="0" cy="0"/>
          <a:chOff x="0" y="0"/>
          <a:chExt cx="0" cy="0"/>
        </a:xfrm>
      </p:grpSpPr>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matchingName="Title and four columns 1">
  <p:cSld name="CUSTOM_12_2">
    <p:bg>
      <p:bgPr>
        <a:blipFill>
          <a:blip r:embed="rId2">
            <a:alphaModFix/>
          </a:blip>
          <a:stretch>
            <a:fillRect/>
          </a:stretch>
        </a:blipFill>
        <a:effectLst/>
      </p:bgPr>
    </p:bg>
    <p:spTree>
      <p:nvGrpSpPr>
        <p:cNvPr id="1" name="Shape 257"/>
        <p:cNvGrpSpPr/>
        <p:nvPr/>
      </p:nvGrpSpPr>
      <p:grpSpPr>
        <a:xfrm>
          <a:off x="0" y="0"/>
          <a:ext cx="0" cy="0"/>
          <a:chOff x="0" y="0"/>
          <a:chExt cx="0" cy="0"/>
        </a:xfrm>
      </p:grpSpPr>
      <p:sp>
        <p:nvSpPr>
          <p:cNvPr id="258" name="Google Shape;258;p51"/>
          <p:cNvSpPr txBox="1">
            <a:spLocks noGrp="1"/>
          </p:cNvSpPr>
          <p:nvPr>
            <p:ph type="ctrTitle"/>
          </p:nvPr>
        </p:nvSpPr>
        <p:spPr>
          <a:xfrm>
            <a:off x="1964851" y="352850"/>
            <a:ext cx="5214300" cy="9462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400"/>
              <a:buNone/>
              <a:defRPr sz="2400"/>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sp>
        <p:nvSpPr>
          <p:cNvPr id="259" name="Google Shape;259;p51"/>
          <p:cNvSpPr txBox="1">
            <a:spLocks noGrp="1"/>
          </p:cNvSpPr>
          <p:nvPr>
            <p:ph type="ctrTitle" idx="2"/>
          </p:nvPr>
        </p:nvSpPr>
        <p:spPr>
          <a:xfrm>
            <a:off x="2285760" y="1652042"/>
            <a:ext cx="1793100" cy="427500"/>
          </a:xfrm>
          <a:prstGeom prst="rect">
            <a:avLst/>
          </a:prstGeom>
        </p:spPr>
        <p:txBody>
          <a:bodyPr spcFirstLastPara="1" wrap="square" lIns="91425" tIns="91425" rIns="91425" bIns="91425" anchor="b" anchorCtr="0">
            <a:noAutofit/>
          </a:bodyPr>
          <a:lstStyle>
            <a:lvl1pPr lvl="0" rtl="0">
              <a:spcBef>
                <a:spcPts val="0"/>
              </a:spcBef>
              <a:spcAft>
                <a:spcPts val="0"/>
              </a:spcAft>
              <a:buSzPts val="1400"/>
              <a:buNone/>
              <a:defRPr sz="1400"/>
            </a:lvl1pPr>
            <a:lvl2pPr lvl="1" rtl="0">
              <a:spcBef>
                <a:spcPts val="0"/>
              </a:spcBef>
              <a:spcAft>
                <a:spcPts val="0"/>
              </a:spcAft>
              <a:buClr>
                <a:srgbClr val="000000"/>
              </a:buClr>
              <a:buSzPts val="1400"/>
              <a:buNone/>
              <a:defRPr sz="1400">
                <a:solidFill>
                  <a:srgbClr val="000000"/>
                </a:solidFill>
              </a:defRPr>
            </a:lvl2pPr>
            <a:lvl3pPr lvl="2" rtl="0">
              <a:spcBef>
                <a:spcPts val="0"/>
              </a:spcBef>
              <a:spcAft>
                <a:spcPts val="0"/>
              </a:spcAft>
              <a:buClr>
                <a:srgbClr val="000000"/>
              </a:buClr>
              <a:buSzPts val="1400"/>
              <a:buNone/>
              <a:defRPr sz="1400">
                <a:solidFill>
                  <a:srgbClr val="000000"/>
                </a:solidFill>
              </a:defRPr>
            </a:lvl3pPr>
            <a:lvl4pPr lvl="3" rtl="0">
              <a:spcBef>
                <a:spcPts val="0"/>
              </a:spcBef>
              <a:spcAft>
                <a:spcPts val="0"/>
              </a:spcAft>
              <a:buClr>
                <a:srgbClr val="000000"/>
              </a:buClr>
              <a:buSzPts val="1400"/>
              <a:buNone/>
              <a:defRPr sz="1400">
                <a:solidFill>
                  <a:srgbClr val="000000"/>
                </a:solidFill>
              </a:defRPr>
            </a:lvl4pPr>
            <a:lvl5pPr lvl="4" rtl="0">
              <a:spcBef>
                <a:spcPts val="0"/>
              </a:spcBef>
              <a:spcAft>
                <a:spcPts val="0"/>
              </a:spcAft>
              <a:buClr>
                <a:srgbClr val="000000"/>
              </a:buClr>
              <a:buSzPts val="1400"/>
              <a:buNone/>
              <a:defRPr sz="1400">
                <a:solidFill>
                  <a:srgbClr val="000000"/>
                </a:solidFill>
              </a:defRPr>
            </a:lvl5pPr>
            <a:lvl6pPr lvl="5" rtl="0">
              <a:spcBef>
                <a:spcPts val="0"/>
              </a:spcBef>
              <a:spcAft>
                <a:spcPts val="0"/>
              </a:spcAft>
              <a:buClr>
                <a:srgbClr val="000000"/>
              </a:buClr>
              <a:buSzPts val="1400"/>
              <a:buNone/>
              <a:defRPr sz="1400">
                <a:solidFill>
                  <a:srgbClr val="000000"/>
                </a:solidFill>
              </a:defRPr>
            </a:lvl6pPr>
            <a:lvl7pPr lvl="6" rtl="0">
              <a:spcBef>
                <a:spcPts val="0"/>
              </a:spcBef>
              <a:spcAft>
                <a:spcPts val="0"/>
              </a:spcAft>
              <a:buClr>
                <a:srgbClr val="000000"/>
              </a:buClr>
              <a:buSzPts val="1400"/>
              <a:buNone/>
              <a:defRPr sz="1400">
                <a:solidFill>
                  <a:srgbClr val="000000"/>
                </a:solidFill>
              </a:defRPr>
            </a:lvl7pPr>
            <a:lvl8pPr lvl="7" rtl="0">
              <a:spcBef>
                <a:spcPts val="0"/>
              </a:spcBef>
              <a:spcAft>
                <a:spcPts val="0"/>
              </a:spcAft>
              <a:buClr>
                <a:srgbClr val="000000"/>
              </a:buClr>
              <a:buSzPts val="1400"/>
              <a:buNone/>
              <a:defRPr sz="1400">
                <a:solidFill>
                  <a:srgbClr val="000000"/>
                </a:solidFill>
              </a:defRPr>
            </a:lvl8pPr>
            <a:lvl9pPr lvl="8" rtl="0">
              <a:spcBef>
                <a:spcPts val="0"/>
              </a:spcBef>
              <a:spcAft>
                <a:spcPts val="0"/>
              </a:spcAft>
              <a:buClr>
                <a:srgbClr val="000000"/>
              </a:buClr>
              <a:buSzPts val="1400"/>
              <a:buNone/>
              <a:defRPr sz="1400">
                <a:solidFill>
                  <a:srgbClr val="000000"/>
                </a:solidFill>
              </a:defRPr>
            </a:lvl9pPr>
          </a:lstStyle>
          <a:p>
            <a:endParaRPr/>
          </a:p>
        </p:txBody>
      </p:sp>
      <p:sp>
        <p:nvSpPr>
          <p:cNvPr id="260" name="Google Shape;260;p51"/>
          <p:cNvSpPr txBox="1">
            <a:spLocks noGrp="1"/>
          </p:cNvSpPr>
          <p:nvPr>
            <p:ph type="subTitle" idx="1"/>
          </p:nvPr>
        </p:nvSpPr>
        <p:spPr>
          <a:xfrm>
            <a:off x="2285760" y="1946292"/>
            <a:ext cx="1708200" cy="1003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100"/>
              <a:buNone/>
              <a:defRPr/>
            </a:lvl1pPr>
            <a:lvl2pPr lvl="1" rtl="0">
              <a:lnSpc>
                <a:spcPct val="100000"/>
              </a:lnSpc>
              <a:spcBef>
                <a:spcPts val="0"/>
              </a:spcBef>
              <a:spcAft>
                <a:spcPts val="0"/>
              </a:spcAft>
              <a:buSzPts val="1100"/>
              <a:buNone/>
              <a:defRPr sz="1100"/>
            </a:lvl2pPr>
            <a:lvl3pPr lvl="2" rtl="0">
              <a:lnSpc>
                <a:spcPct val="100000"/>
              </a:lnSpc>
              <a:spcBef>
                <a:spcPts val="0"/>
              </a:spcBef>
              <a:spcAft>
                <a:spcPts val="0"/>
              </a:spcAft>
              <a:buSzPts val="1100"/>
              <a:buNone/>
              <a:defRPr sz="1100"/>
            </a:lvl3pPr>
            <a:lvl4pPr lvl="3" rtl="0">
              <a:lnSpc>
                <a:spcPct val="100000"/>
              </a:lnSpc>
              <a:spcBef>
                <a:spcPts val="0"/>
              </a:spcBef>
              <a:spcAft>
                <a:spcPts val="0"/>
              </a:spcAft>
              <a:buSzPts val="1100"/>
              <a:buNone/>
              <a:defRPr sz="1100"/>
            </a:lvl4pPr>
            <a:lvl5pPr lvl="4" rtl="0">
              <a:lnSpc>
                <a:spcPct val="100000"/>
              </a:lnSpc>
              <a:spcBef>
                <a:spcPts val="0"/>
              </a:spcBef>
              <a:spcAft>
                <a:spcPts val="0"/>
              </a:spcAft>
              <a:buSzPts val="1100"/>
              <a:buNone/>
              <a:defRPr sz="1100"/>
            </a:lvl5pPr>
            <a:lvl6pPr lvl="5" rtl="0">
              <a:lnSpc>
                <a:spcPct val="100000"/>
              </a:lnSpc>
              <a:spcBef>
                <a:spcPts val="0"/>
              </a:spcBef>
              <a:spcAft>
                <a:spcPts val="0"/>
              </a:spcAft>
              <a:buSzPts val="1100"/>
              <a:buNone/>
              <a:defRPr sz="1100"/>
            </a:lvl6pPr>
            <a:lvl7pPr lvl="6" rtl="0">
              <a:lnSpc>
                <a:spcPct val="100000"/>
              </a:lnSpc>
              <a:spcBef>
                <a:spcPts val="0"/>
              </a:spcBef>
              <a:spcAft>
                <a:spcPts val="0"/>
              </a:spcAft>
              <a:buSzPts val="1100"/>
              <a:buNone/>
              <a:defRPr sz="1100"/>
            </a:lvl7pPr>
            <a:lvl8pPr lvl="7" rtl="0">
              <a:lnSpc>
                <a:spcPct val="100000"/>
              </a:lnSpc>
              <a:spcBef>
                <a:spcPts val="0"/>
              </a:spcBef>
              <a:spcAft>
                <a:spcPts val="0"/>
              </a:spcAft>
              <a:buSzPts val="1100"/>
              <a:buNone/>
              <a:defRPr sz="1100"/>
            </a:lvl8pPr>
            <a:lvl9pPr lvl="8" rtl="0">
              <a:lnSpc>
                <a:spcPct val="100000"/>
              </a:lnSpc>
              <a:spcBef>
                <a:spcPts val="0"/>
              </a:spcBef>
              <a:spcAft>
                <a:spcPts val="0"/>
              </a:spcAft>
              <a:buSzPts val="1100"/>
              <a:buNone/>
              <a:defRPr sz="1100"/>
            </a:lvl9pPr>
          </a:lstStyle>
          <a:p>
            <a:endParaRPr/>
          </a:p>
        </p:txBody>
      </p:sp>
      <p:sp>
        <p:nvSpPr>
          <p:cNvPr id="261" name="Google Shape;261;p51"/>
          <p:cNvSpPr txBox="1">
            <a:spLocks noGrp="1"/>
          </p:cNvSpPr>
          <p:nvPr>
            <p:ph type="ctrTitle" idx="3"/>
          </p:nvPr>
        </p:nvSpPr>
        <p:spPr>
          <a:xfrm>
            <a:off x="2285760" y="3570573"/>
            <a:ext cx="1793100" cy="427500"/>
          </a:xfrm>
          <a:prstGeom prst="rect">
            <a:avLst/>
          </a:prstGeom>
        </p:spPr>
        <p:txBody>
          <a:bodyPr spcFirstLastPara="1" wrap="square" lIns="91425" tIns="91425" rIns="91425" bIns="91425" anchor="b" anchorCtr="0">
            <a:noAutofit/>
          </a:bodyPr>
          <a:lstStyle>
            <a:lvl1pPr lvl="0" rtl="0">
              <a:spcBef>
                <a:spcPts val="0"/>
              </a:spcBef>
              <a:spcAft>
                <a:spcPts val="0"/>
              </a:spcAft>
              <a:buSzPts val="1400"/>
              <a:buNone/>
              <a:defRPr sz="1400"/>
            </a:lvl1pPr>
            <a:lvl2pPr lvl="1" rtl="0">
              <a:spcBef>
                <a:spcPts val="0"/>
              </a:spcBef>
              <a:spcAft>
                <a:spcPts val="0"/>
              </a:spcAft>
              <a:buClr>
                <a:srgbClr val="000000"/>
              </a:buClr>
              <a:buSzPts val="1400"/>
              <a:buNone/>
              <a:defRPr sz="1400">
                <a:solidFill>
                  <a:srgbClr val="000000"/>
                </a:solidFill>
              </a:defRPr>
            </a:lvl2pPr>
            <a:lvl3pPr lvl="2" rtl="0">
              <a:spcBef>
                <a:spcPts val="0"/>
              </a:spcBef>
              <a:spcAft>
                <a:spcPts val="0"/>
              </a:spcAft>
              <a:buClr>
                <a:srgbClr val="000000"/>
              </a:buClr>
              <a:buSzPts val="1400"/>
              <a:buNone/>
              <a:defRPr sz="1400">
                <a:solidFill>
                  <a:srgbClr val="000000"/>
                </a:solidFill>
              </a:defRPr>
            </a:lvl3pPr>
            <a:lvl4pPr lvl="3" rtl="0">
              <a:spcBef>
                <a:spcPts val="0"/>
              </a:spcBef>
              <a:spcAft>
                <a:spcPts val="0"/>
              </a:spcAft>
              <a:buClr>
                <a:srgbClr val="000000"/>
              </a:buClr>
              <a:buSzPts val="1400"/>
              <a:buNone/>
              <a:defRPr sz="1400">
                <a:solidFill>
                  <a:srgbClr val="000000"/>
                </a:solidFill>
              </a:defRPr>
            </a:lvl4pPr>
            <a:lvl5pPr lvl="4" rtl="0">
              <a:spcBef>
                <a:spcPts val="0"/>
              </a:spcBef>
              <a:spcAft>
                <a:spcPts val="0"/>
              </a:spcAft>
              <a:buClr>
                <a:srgbClr val="000000"/>
              </a:buClr>
              <a:buSzPts val="1400"/>
              <a:buNone/>
              <a:defRPr sz="1400">
                <a:solidFill>
                  <a:srgbClr val="000000"/>
                </a:solidFill>
              </a:defRPr>
            </a:lvl5pPr>
            <a:lvl6pPr lvl="5" rtl="0">
              <a:spcBef>
                <a:spcPts val="0"/>
              </a:spcBef>
              <a:spcAft>
                <a:spcPts val="0"/>
              </a:spcAft>
              <a:buClr>
                <a:srgbClr val="000000"/>
              </a:buClr>
              <a:buSzPts val="1400"/>
              <a:buNone/>
              <a:defRPr sz="1400">
                <a:solidFill>
                  <a:srgbClr val="000000"/>
                </a:solidFill>
              </a:defRPr>
            </a:lvl6pPr>
            <a:lvl7pPr lvl="6" rtl="0">
              <a:spcBef>
                <a:spcPts val="0"/>
              </a:spcBef>
              <a:spcAft>
                <a:spcPts val="0"/>
              </a:spcAft>
              <a:buClr>
                <a:srgbClr val="000000"/>
              </a:buClr>
              <a:buSzPts val="1400"/>
              <a:buNone/>
              <a:defRPr sz="1400">
                <a:solidFill>
                  <a:srgbClr val="000000"/>
                </a:solidFill>
              </a:defRPr>
            </a:lvl7pPr>
            <a:lvl8pPr lvl="7" rtl="0">
              <a:spcBef>
                <a:spcPts val="0"/>
              </a:spcBef>
              <a:spcAft>
                <a:spcPts val="0"/>
              </a:spcAft>
              <a:buClr>
                <a:srgbClr val="000000"/>
              </a:buClr>
              <a:buSzPts val="1400"/>
              <a:buNone/>
              <a:defRPr sz="1400">
                <a:solidFill>
                  <a:srgbClr val="000000"/>
                </a:solidFill>
              </a:defRPr>
            </a:lvl8pPr>
            <a:lvl9pPr lvl="8" rtl="0">
              <a:spcBef>
                <a:spcPts val="0"/>
              </a:spcBef>
              <a:spcAft>
                <a:spcPts val="0"/>
              </a:spcAft>
              <a:buClr>
                <a:srgbClr val="000000"/>
              </a:buClr>
              <a:buSzPts val="1400"/>
              <a:buNone/>
              <a:defRPr sz="1400">
                <a:solidFill>
                  <a:srgbClr val="000000"/>
                </a:solidFill>
              </a:defRPr>
            </a:lvl9pPr>
          </a:lstStyle>
          <a:p>
            <a:endParaRPr/>
          </a:p>
        </p:txBody>
      </p:sp>
      <p:sp>
        <p:nvSpPr>
          <p:cNvPr id="262" name="Google Shape;262;p51"/>
          <p:cNvSpPr txBox="1">
            <a:spLocks noGrp="1"/>
          </p:cNvSpPr>
          <p:nvPr>
            <p:ph type="subTitle" idx="4"/>
          </p:nvPr>
        </p:nvSpPr>
        <p:spPr>
          <a:xfrm>
            <a:off x="2285760" y="3864823"/>
            <a:ext cx="1708200" cy="1003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100"/>
              <a:buNone/>
              <a:defRPr/>
            </a:lvl1pPr>
            <a:lvl2pPr lvl="1" rtl="0">
              <a:lnSpc>
                <a:spcPct val="100000"/>
              </a:lnSpc>
              <a:spcBef>
                <a:spcPts val="0"/>
              </a:spcBef>
              <a:spcAft>
                <a:spcPts val="0"/>
              </a:spcAft>
              <a:buSzPts val="1100"/>
              <a:buNone/>
              <a:defRPr sz="1100"/>
            </a:lvl2pPr>
            <a:lvl3pPr lvl="2" rtl="0">
              <a:lnSpc>
                <a:spcPct val="100000"/>
              </a:lnSpc>
              <a:spcBef>
                <a:spcPts val="0"/>
              </a:spcBef>
              <a:spcAft>
                <a:spcPts val="0"/>
              </a:spcAft>
              <a:buSzPts val="1100"/>
              <a:buNone/>
              <a:defRPr sz="1100"/>
            </a:lvl3pPr>
            <a:lvl4pPr lvl="3" rtl="0">
              <a:lnSpc>
                <a:spcPct val="100000"/>
              </a:lnSpc>
              <a:spcBef>
                <a:spcPts val="0"/>
              </a:spcBef>
              <a:spcAft>
                <a:spcPts val="0"/>
              </a:spcAft>
              <a:buSzPts val="1100"/>
              <a:buNone/>
              <a:defRPr sz="1100"/>
            </a:lvl4pPr>
            <a:lvl5pPr lvl="4" rtl="0">
              <a:lnSpc>
                <a:spcPct val="100000"/>
              </a:lnSpc>
              <a:spcBef>
                <a:spcPts val="0"/>
              </a:spcBef>
              <a:spcAft>
                <a:spcPts val="0"/>
              </a:spcAft>
              <a:buSzPts val="1100"/>
              <a:buNone/>
              <a:defRPr sz="1100"/>
            </a:lvl5pPr>
            <a:lvl6pPr lvl="5" rtl="0">
              <a:lnSpc>
                <a:spcPct val="100000"/>
              </a:lnSpc>
              <a:spcBef>
                <a:spcPts val="0"/>
              </a:spcBef>
              <a:spcAft>
                <a:spcPts val="0"/>
              </a:spcAft>
              <a:buSzPts val="1100"/>
              <a:buNone/>
              <a:defRPr sz="1100"/>
            </a:lvl6pPr>
            <a:lvl7pPr lvl="6" rtl="0">
              <a:lnSpc>
                <a:spcPct val="100000"/>
              </a:lnSpc>
              <a:spcBef>
                <a:spcPts val="0"/>
              </a:spcBef>
              <a:spcAft>
                <a:spcPts val="0"/>
              </a:spcAft>
              <a:buSzPts val="1100"/>
              <a:buNone/>
              <a:defRPr sz="1100"/>
            </a:lvl7pPr>
            <a:lvl8pPr lvl="7" rtl="0">
              <a:lnSpc>
                <a:spcPct val="100000"/>
              </a:lnSpc>
              <a:spcBef>
                <a:spcPts val="0"/>
              </a:spcBef>
              <a:spcAft>
                <a:spcPts val="0"/>
              </a:spcAft>
              <a:buSzPts val="1100"/>
              <a:buNone/>
              <a:defRPr sz="1100"/>
            </a:lvl8pPr>
            <a:lvl9pPr lvl="8" rtl="0">
              <a:lnSpc>
                <a:spcPct val="100000"/>
              </a:lnSpc>
              <a:spcBef>
                <a:spcPts val="0"/>
              </a:spcBef>
              <a:spcAft>
                <a:spcPts val="0"/>
              </a:spcAft>
              <a:buSzPts val="1100"/>
              <a:buNone/>
              <a:defRPr sz="1100"/>
            </a:lvl9pPr>
          </a:lstStyle>
          <a:p>
            <a:endParaRPr/>
          </a:p>
        </p:txBody>
      </p:sp>
      <p:sp>
        <p:nvSpPr>
          <p:cNvPr id="263" name="Google Shape;263;p51"/>
          <p:cNvSpPr txBox="1">
            <a:spLocks noGrp="1"/>
          </p:cNvSpPr>
          <p:nvPr>
            <p:ph type="ctrTitle" idx="5"/>
          </p:nvPr>
        </p:nvSpPr>
        <p:spPr>
          <a:xfrm>
            <a:off x="5047297" y="1652042"/>
            <a:ext cx="1793100" cy="427500"/>
          </a:xfrm>
          <a:prstGeom prst="rect">
            <a:avLst/>
          </a:prstGeom>
        </p:spPr>
        <p:txBody>
          <a:bodyPr spcFirstLastPara="1" wrap="square" lIns="91425" tIns="91425" rIns="91425" bIns="91425" anchor="b" anchorCtr="0">
            <a:noAutofit/>
          </a:bodyPr>
          <a:lstStyle>
            <a:lvl1pPr lvl="0" algn="r" rtl="0">
              <a:spcBef>
                <a:spcPts val="0"/>
              </a:spcBef>
              <a:spcAft>
                <a:spcPts val="0"/>
              </a:spcAft>
              <a:buSzPts val="1400"/>
              <a:buNone/>
              <a:defRPr sz="1400"/>
            </a:lvl1pPr>
            <a:lvl2pPr lvl="1" algn="r" rtl="0">
              <a:spcBef>
                <a:spcPts val="0"/>
              </a:spcBef>
              <a:spcAft>
                <a:spcPts val="0"/>
              </a:spcAft>
              <a:buClr>
                <a:srgbClr val="000000"/>
              </a:buClr>
              <a:buSzPts val="1400"/>
              <a:buNone/>
              <a:defRPr sz="1400">
                <a:solidFill>
                  <a:srgbClr val="000000"/>
                </a:solidFill>
              </a:defRPr>
            </a:lvl2pPr>
            <a:lvl3pPr lvl="2" algn="r" rtl="0">
              <a:spcBef>
                <a:spcPts val="0"/>
              </a:spcBef>
              <a:spcAft>
                <a:spcPts val="0"/>
              </a:spcAft>
              <a:buClr>
                <a:srgbClr val="000000"/>
              </a:buClr>
              <a:buSzPts val="1400"/>
              <a:buNone/>
              <a:defRPr sz="1400">
                <a:solidFill>
                  <a:srgbClr val="000000"/>
                </a:solidFill>
              </a:defRPr>
            </a:lvl3pPr>
            <a:lvl4pPr lvl="3" algn="r" rtl="0">
              <a:spcBef>
                <a:spcPts val="0"/>
              </a:spcBef>
              <a:spcAft>
                <a:spcPts val="0"/>
              </a:spcAft>
              <a:buClr>
                <a:srgbClr val="000000"/>
              </a:buClr>
              <a:buSzPts val="1400"/>
              <a:buNone/>
              <a:defRPr sz="1400">
                <a:solidFill>
                  <a:srgbClr val="000000"/>
                </a:solidFill>
              </a:defRPr>
            </a:lvl4pPr>
            <a:lvl5pPr lvl="4" algn="r" rtl="0">
              <a:spcBef>
                <a:spcPts val="0"/>
              </a:spcBef>
              <a:spcAft>
                <a:spcPts val="0"/>
              </a:spcAft>
              <a:buClr>
                <a:srgbClr val="000000"/>
              </a:buClr>
              <a:buSzPts val="1400"/>
              <a:buNone/>
              <a:defRPr sz="1400">
                <a:solidFill>
                  <a:srgbClr val="000000"/>
                </a:solidFill>
              </a:defRPr>
            </a:lvl5pPr>
            <a:lvl6pPr lvl="5" algn="r" rtl="0">
              <a:spcBef>
                <a:spcPts val="0"/>
              </a:spcBef>
              <a:spcAft>
                <a:spcPts val="0"/>
              </a:spcAft>
              <a:buClr>
                <a:srgbClr val="000000"/>
              </a:buClr>
              <a:buSzPts val="1400"/>
              <a:buNone/>
              <a:defRPr sz="1400">
                <a:solidFill>
                  <a:srgbClr val="000000"/>
                </a:solidFill>
              </a:defRPr>
            </a:lvl6pPr>
            <a:lvl7pPr lvl="6" algn="r" rtl="0">
              <a:spcBef>
                <a:spcPts val="0"/>
              </a:spcBef>
              <a:spcAft>
                <a:spcPts val="0"/>
              </a:spcAft>
              <a:buClr>
                <a:srgbClr val="000000"/>
              </a:buClr>
              <a:buSzPts val="1400"/>
              <a:buNone/>
              <a:defRPr sz="1400">
                <a:solidFill>
                  <a:srgbClr val="000000"/>
                </a:solidFill>
              </a:defRPr>
            </a:lvl7pPr>
            <a:lvl8pPr lvl="7" algn="r" rtl="0">
              <a:spcBef>
                <a:spcPts val="0"/>
              </a:spcBef>
              <a:spcAft>
                <a:spcPts val="0"/>
              </a:spcAft>
              <a:buClr>
                <a:srgbClr val="000000"/>
              </a:buClr>
              <a:buSzPts val="1400"/>
              <a:buNone/>
              <a:defRPr sz="1400">
                <a:solidFill>
                  <a:srgbClr val="000000"/>
                </a:solidFill>
              </a:defRPr>
            </a:lvl8pPr>
            <a:lvl9pPr lvl="8" algn="r" rtl="0">
              <a:spcBef>
                <a:spcPts val="0"/>
              </a:spcBef>
              <a:spcAft>
                <a:spcPts val="0"/>
              </a:spcAft>
              <a:buClr>
                <a:srgbClr val="000000"/>
              </a:buClr>
              <a:buSzPts val="1400"/>
              <a:buNone/>
              <a:defRPr sz="1400">
                <a:solidFill>
                  <a:srgbClr val="000000"/>
                </a:solidFill>
              </a:defRPr>
            </a:lvl9pPr>
          </a:lstStyle>
          <a:p>
            <a:endParaRPr/>
          </a:p>
        </p:txBody>
      </p:sp>
      <p:sp>
        <p:nvSpPr>
          <p:cNvPr id="264" name="Google Shape;264;p51"/>
          <p:cNvSpPr txBox="1">
            <a:spLocks noGrp="1"/>
          </p:cNvSpPr>
          <p:nvPr>
            <p:ph type="subTitle" idx="6"/>
          </p:nvPr>
        </p:nvSpPr>
        <p:spPr>
          <a:xfrm>
            <a:off x="5047299" y="1946292"/>
            <a:ext cx="1793100" cy="10032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100"/>
              <a:buNone/>
              <a:defRPr/>
            </a:lvl1pPr>
            <a:lvl2pPr lvl="1" algn="r" rtl="0">
              <a:lnSpc>
                <a:spcPct val="100000"/>
              </a:lnSpc>
              <a:spcBef>
                <a:spcPts val="0"/>
              </a:spcBef>
              <a:spcAft>
                <a:spcPts val="0"/>
              </a:spcAft>
              <a:buSzPts val="1100"/>
              <a:buNone/>
              <a:defRPr sz="1100"/>
            </a:lvl2pPr>
            <a:lvl3pPr lvl="2" algn="r" rtl="0">
              <a:lnSpc>
                <a:spcPct val="100000"/>
              </a:lnSpc>
              <a:spcBef>
                <a:spcPts val="0"/>
              </a:spcBef>
              <a:spcAft>
                <a:spcPts val="0"/>
              </a:spcAft>
              <a:buSzPts val="1100"/>
              <a:buNone/>
              <a:defRPr sz="1100"/>
            </a:lvl3pPr>
            <a:lvl4pPr lvl="3" algn="r" rtl="0">
              <a:lnSpc>
                <a:spcPct val="100000"/>
              </a:lnSpc>
              <a:spcBef>
                <a:spcPts val="0"/>
              </a:spcBef>
              <a:spcAft>
                <a:spcPts val="0"/>
              </a:spcAft>
              <a:buSzPts val="1100"/>
              <a:buNone/>
              <a:defRPr sz="1100"/>
            </a:lvl4pPr>
            <a:lvl5pPr lvl="4" algn="r" rtl="0">
              <a:lnSpc>
                <a:spcPct val="100000"/>
              </a:lnSpc>
              <a:spcBef>
                <a:spcPts val="0"/>
              </a:spcBef>
              <a:spcAft>
                <a:spcPts val="0"/>
              </a:spcAft>
              <a:buSzPts val="1100"/>
              <a:buNone/>
              <a:defRPr sz="1100"/>
            </a:lvl5pPr>
            <a:lvl6pPr lvl="5" algn="r" rtl="0">
              <a:lnSpc>
                <a:spcPct val="100000"/>
              </a:lnSpc>
              <a:spcBef>
                <a:spcPts val="0"/>
              </a:spcBef>
              <a:spcAft>
                <a:spcPts val="0"/>
              </a:spcAft>
              <a:buSzPts val="1100"/>
              <a:buNone/>
              <a:defRPr sz="1100"/>
            </a:lvl6pPr>
            <a:lvl7pPr lvl="6" algn="r" rtl="0">
              <a:lnSpc>
                <a:spcPct val="100000"/>
              </a:lnSpc>
              <a:spcBef>
                <a:spcPts val="0"/>
              </a:spcBef>
              <a:spcAft>
                <a:spcPts val="0"/>
              </a:spcAft>
              <a:buSzPts val="1100"/>
              <a:buNone/>
              <a:defRPr sz="1100"/>
            </a:lvl7pPr>
            <a:lvl8pPr lvl="7" algn="r" rtl="0">
              <a:lnSpc>
                <a:spcPct val="100000"/>
              </a:lnSpc>
              <a:spcBef>
                <a:spcPts val="0"/>
              </a:spcBef>
              <a:spcAft>
                <a:spcPts val="0"/>
              </a:spcAft>
              <a:buSzPts val="1100"/>
              <a:buNone/>
              <a:defRPr sz="1100"/>
            </a:lvl8pPr>
            <a:lvl9pPr lvl="8" algn="r" rtl="0">
              <a:lnSpc>
                <a:spcPct val="100000"/>
              </a:lnSpc>
              <a:spcBef>
                <a:spcPts val="0"/>
              </a:spcBef>
              <a:spcAft>
                <a:spcPts val="0"/>
              </a:spcAft>
              <a:buSzPts val="1100"/>
              <a:buNone/>
              <a:defRPr sz="1100"/>
            </a:lvl9pPr>
          </a:lstStyle>
          <a:p>
            <a:endParaRPr/>
          </a:p>
        </p:txBody>
      </p:sp>
      <p:sp>
        <p:nvSpPr>
          <p:cNvPr id="265" name="Google Shape;265;p51"/>
          <p:cNvSpPr txBox="1">
            <a:spLocks noGrp="1"/>
          </p:cNvSpPr>
          <p:nvPr>
            <p:ph type="ctrTitle" idx="7"/>
          </p:nvPr>
        </p:nvSpPr>
        <p:spPr>
          <a:xfrm>
            <a:off x="5047297" y="3570573"/>
            <a:ext cx="1793100" cy="427500"/>
          </a:xfrm>
          <a:prstGeom prst="rect">
            <a:avLst/>
          </a:prstGeom>
        </p:spPr>
        <p:txBody>
          <a:bodyPr spcFirstLastPara="1" wrap="square" lIns="91425" tIns="91425" rIns="91425" bIns="91425" anchor="b" anchorCtr="0">
            <a:noAutofit/>
          </a:bodyPr>
          <a:lstStyle>
            <a:lvl1pPr lvl="0" algn="r" rtl="0">
              <a:spcBef>
                <a:spcPts val="0"/>
              </a:spcBef>
              <a:spcAft>
                <a:spcPts val="0"/>
              </a:spcAft>
              <a:buSzPts val="1400"/>
              <a:buNone/>
              <a:defRPr sz="1400"/>
            </a:lvl1pPr>
            <a:lvl2pPr lvl="1" algn="r" rtl="0">
              <a:spcBef>
                <a:spcPts val="0"/>
              </a:spcBef>
              <a:spcAft>
                <a:spcPts val="0"/>
              </a:spcAft>
              <a:buClr>
                <a:srgbClr val="000000"/>
              </a:buClr>
              <a:buSzPts val="1400"/>
              <a:buNone/>
              <a:defRPr sz="1400">
                <a:solidFill>
                  <a:srgbClr val="000000"/>
                </a:solidFill>
              </a:defRPr>
            </a:lvl2pPr>
            <a:lvl3pPr lvl="2" algn="r" rtl="0">
              <a:spcBef>
                <a:spcPts val="0"/>
              </a:spcBef>
              <a:spcAft>
                <a:spcPts val="0"/>
              </a:spcAft>
              <a:buClr>
                <a:srgbClr val="000000"/>
              </a:buClr>
              <a:buSzPts val="1400"/>
              <a:buNone/>
              <a:defRPr sz="1400">
                <a:solidFill>
                  <a:srgbClr val="000000"/>
                </a:solidFill>
              </a:defRPr>
            </a:lvl3pPr>
            <a:lvl4pPr lvl="3" algn="r" rtl="0">
              <a:spcBef>
                <a:spcPts val="0"/>
              </a:spcBef>
              <a:spcAft>
                <a:spcPts val="0"/>
              </a:spcAft>
              <a:buClr>
                <a:srgbClr val="000000"/>
              </a:buClr>
              <a:buSzPts val="1400"/>
              <a:buNone/>
              <a:defRPr sz="1400">
                <a:solidFill>
                  <a:srgbClr val="000000"/>
                </a:solidFill>
              </a:defRPr>
            </a:lvl4pPr>
            <a:lvl5pPr lvl="4" algn="r" rtl="0">
              <a:spcBef>
                <a:spcPts val="0"/>
              </a:spcBef>
              <a:spcAft>
                <a:spcPts val="0"/>
              </a:spcAft>
              <a:buClr>
                <a:srgbClr val="000000"/>
              </a:buClr>
              <a:buSzPts val="1400"/>
              <a:buNone/>
              <a:defRPr sz="1400">
                <a:solidFill>
                  <a:srgbClr val="000000"/>
                </a:solidFill>
              </a:defRPr>
            </a:lvl5pPr>
            <a:lvl6pPr lvl="5" algn="r" rtl="0">
              <a:spcBef>
                <a:spcPts val="0"/>
              </a:spcBef>
              <a:spcAft>
                <a:spcPts val="0"/>
              </a:spcAft>
              <a:buClr>
                <a:srgbClr val="000000"/>
              </a:buClr>
              <a:buSzPts val="1400"/>
              <a:buNone/>
              <a:defRPr sz="1400">
                <a:solidFill>
                  <a:srgbClr val="000000"/>
                </a:solidFill>
              </a:defRPr>
            </a:lvl6pPr>
            <a:lvl7pPr lvl="6" algn="r" rtl="0">
              <a:spcBef>
                <a:spcPts val="0"/>
              </a:spcBef>
              <a:spcAft>
                <a:spcPts val="0"/>
              </a:spcAft>
              <a:buClr>
                <a:srgbClr val="000000"/>
              </a:buClr>
              <a:buSzPts val="1400"/>
              <a:buNone/>
              <a:defRPr sz="1400">
                <a:solidFill>
                  <a:srgbClr val="000000"/>
                </a:solidFill>
              </a:defRPr>
            </a:lvl7pPr>
            <a:lvl8pPr lvl="7" algn="r" rtl="0">
              <a:spcBef>
                <a:spcPts val="0"/>
              </a:spcBef>
              <a:spcAft>
                <a:spcPts val="0"/>
              </a:spcAft>
              <a:buClr>
                <a:srgbClr val="000000"/>
              </a:buClr>
              <a:buSzPts val="1400"/>
              <a:buNone/>
              <a:defRPr sz="1400">
                <a:solidFill>
                  <a:srgbClr val="000000"/>
                </a:solidFill>
              </a:defRPr>
            </a:lvl8pPr>
            <a:lvl9pPr lvl="8" algn="r" rtl="0">
              <a:spcBef>
                <a:spcPts val="0"/>
              </a:spcBef>
              <a:spcAft>
                <a:spcPts val="0"/>
              </a:spcAft>
              <a:buClr>
                <a:srgbClr val="000000"/>
              </a:buClr>
              <a:buSzPts val="1400"/>
              <a:buNone/>
              <a:defRPr sz="1400">
                <a:solidFill>
                  <a:srgbClr val="000000"/>
                </a:solidFill>
              </a:defRPr>
            </a:lvl9pPr>
          </a:lstStyle>
          <a:p>
            <a:endParaRPr/>
          </a:p>
        </p:txBody>
      </p:sp>
      <p:sp>
        <p:nvSpPr>
          <p:cNvPr id="266" name="Google Shape;266;p51"/>
          <p:cNvSpPr txBox="1">
            <a:spLocks noGrp="1"/>
          </p:cNvSpPr>
          <p:nvPr>
            <p:ph type="subTitle" idx="8"/>
          </p:nvPr>
        </p:nvSpPr>
        <p:spPr>
          <a:xfrm>
            <a:off x="5047299" y="3864823"/>
            <a:ext cx="1793100" cy="10032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100"/>
              <a:buNone/>
              <a:defRPr/>
            </a:lvl1pPr>
            <a:lvl2pPr lvl="1" algn="r" rtl="0">
              <a:lnSpc>
                <a:spcPct val="100000"/>
              </a:lnSpc>
              <a:spcBef>
                <a:spcPts val="0"/>
              </a:spcBef>
              <a:spcAft>
                <a:spcPts val="0"/>
              </a:spcAft>
              <a:buSzPts val="1100"/>
              <a:buNone/>
              <a:defRPr sz="1100"/>
            </a:lvl2pPr>
            <a:lvl3pPr lvl="2" algn="r" rtl="0">
              <a:lnSpc>
                <a:spcPct val="100000"/>
              </a:lnSpc>
              <a:spcBef>
                <a:spcPts val="0"/>
              </a:spcBef>
              <a:spcAft>
                <a:spcPts val="0"/>
              </a:spcAft>
              <a:buSzPts val="1100"/>
              <a:buNone/>
              <a:defRPr sz="1100"/>
            </a:lvl3pPr>
            <a:lvl4pPr lvl="3" algn="r" rtl="0">
              <a:lnSpc>
                <a:spcPct val="100000"/>
              </a:lnSpc>
              <a:spcBef>
                <a:spcPts val="0"/>
              </a:spcBef>
              <a:spcAft>
                <a:spcPts val="0"/>
              </a:spcAft>
              <a:buSzPts val="1100"/>
              <a:buNone/>
              <a:defRPr sz="1100"/>
            </a:lvl4pPr>
            <a:lvl5pPr lvl="4" algn="r" rtl="0">
              <a:lnSpc>
                <a:spcPct val="100000"/>
              </a:lnSpc>
              <a:spcBef>
                <a:spcPts val="0"/>
              </a:spcBef>
              <a:spcAft>
                <a:spcPts val="0"/>
              </a:spcAft>
              <a:buSzPts val="1100"/>
              <a:buNone/>
              <a:defRPr sz="1100"/>
            </a:lvl5pPr>
            <a:lvl6pPr lvl="5" algn="r" rtl="0">
              <a:lnSpc>
                <a:spcPct val="100000"/>
              </a:lnSpc>
              <a:spcBef>
                <a:spcPts val="0"/>
              </a:spcBef>
              <a:spcAft>
                <a:spcPts val="0"/>
              </a:spcAft>
              <a:buSzPts val="1100"/>
              <a:buNone/>
              <a:defRPr sz="1100"/>
            </a:lvl6pPr>
            <a:lvl7pPr lvl="6" algn="r" rtl="0">
              <a:lnSpc>
                <a:spcPct val="100000"/>
              </a:lnSpc>
              <a:spcBef>
                <a:spcPts val="0"/>
              </a:spcBef>
              <a:spcAft>
                <a:spcPts val="0"/>
              </a:spcAft>
              <a:buSzPts val="1100"/>
              <a:buNone/>
              <a:defRPr sz="1100"/>
            </a:lvl7pPr>
            <a:lvl8pPr lvl="7" algn="r" rtl="0">
              <a:lnSpc>
                <a:spcPct val="100000"/>
              </a:lnSpc>
              <a:spcBef>
                <a:spcPts val="0"/>
              </a:spcBef>
              <a:spcAft>
                <a:spcPts val="0"/>
              </a:spcAft>
              <a:buSzPts val="1100"/>
              <a:buNone/>
              <a:defRPr sz="1100"/>
            </a:lvl8pPr>
            <a:lvl9pPr lvl="8" algn="r" rtl="0">
              <a:lnSpc>
                <a:spcPct val="100000"/>
              </a:lnSpc>
              <a:spcBef>
                <a:spcPts val="0"/>
              </a:spcBef>
              <a:spcAft>
                <a:spcPts val="0"/>
              </a:spcAft>
              <a:buSzPts val="1100"/>
              <a:buNone/>
              <a:defRPr sz="1100"/>
            </a:lvl9pPr>
          </a:lstStyle>
          <a:p>
            <a:endParaRPr/>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matchingName="Title and four columns 2">
  <p:cSld name="CUSTOM_12_3">
    <p:bg>
      <p:bgPr>
        <a:blipFill>
          <a:blip r:embed="rId2">
            <a:alphaModFix/>
          </a:blip>
          <a:stretch>
            <a:fillRect/>
          </a:stretch>
        </a:blipFill>
        <a:effectLst/>
      </p:bgPr>
    </p:bg>
    <p:spTree>
      <p:nvGrpSpPr>
        <p:cNvPr id="1" name="Shape 267"/>
        <p:cNvGrpSpPr/>
        <p:nvPr/>
      </p:nvGrpSpPr>
      <p:grpSpPr>
        <a:xfrm>
          <a:off x="0" y="0"/>
          <a:ext cx="0" cy="0"/>
          <a:chOff x="0" y="0"/>
          <a:chExt cx="0" cy="0"/>
        </a:xfrm>
      </p:grpSpPr>
      <p:sp>
        <p:nvSpPr>
          <p:cNvPr id="268" name="Google Shape;268;p52"/>
          <p:cNvSpPr txBox="1">
            <a:spLocks noGrp="1"/>
          </p:cNvSpPr>
          <p:nvPr>
            <p:ph type="ctrTitle"/>
          </p:nvPr>
        </p:nvSpPr>
        <p:spPr>
          <a:xfrm>
            <a:off x="1964851" y="352850"/>
            <a:ext cx="5214300" cy="9462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400"/>
              <a:buNone/>
              <a:defRPr sz="2400"/>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sp>
        <p:nvSpPr>
          <p:cNvPr id="269" name="Google Shape;269;p52"/>
          <p:cNvSpPr txBox="1">
            <a:spLocks noGrp="1"/>
          </p:cNvSpPr>
          <p:nvPr>
            <p:ph type="ctrTitle" idx="2"/>
          </p:nvPr>
        </p:nvSpPr>
        <p:spPr>
          <a:xfrm>
            <a:off x="2285760" y="1652042"/>
            <a:ext cx="1793100" cy="427500"/>
          </a:xfrm>
          <a:prstGeom prst="rect">
            <a:avLst/>
          </a:prstGeom>
        </p:spPr>
        <p:txBody>
          <a:bodyPr spcFirstLastPara="1" wrap="square" lIns="91425" tIns="91425" rIns="91425" bIns="91425" anchor="b" anchorCtr="0">
            <a:noAutofit/>
          </a:bodyPr>
          <a:lstStyle>
            <a:lvl1pPr lvl="0" rtl="0">
              <a:spcBef>
                <a:spcPts val="0"/>
              </a:spcBef>
              <a:spcAft>
                <a:spcPts val="0"/>
              </a:spcAft>
              <a:buSzPts val="1400"/>
              <a:buNone/>
              <a:defRPr sz="1400"/>
            </a:lvl1pPr>
            <a:lvl2pPr lvl="1" rtl="0">
              <a:spcBef>
                <a:spcPts val="0"/>
              </a:spcBef>
              <a:spcAft>
                <a:spcPts val="0"/>
              </a:spcAft>
              <a:buClr>
                <a:srgbClr val="000000"/>
              </a:buClr>
              <a:buSzPts val="1400"/>
              <a:buNone/>
              <a:defRPr sz="1400">
                <a:solidFill>
                  <a:srgbClr val="000000"/>
                </a:solidFill>
              </a:defRPr>
            </a:lvl2pPr>
            <a:lvl3pPr lvl="2" rtl="0">
              <a:spcBef>
                <a:spcPts val="0"/>
              </a:spcBef>
              <a:spcAft>
                <a:spcPts val="0"/>
              </a:spcAft>
              <a:buClr>
                <a:srgbClr val="000000"/>
              </a:buClr>
              <a:buSzPts val="1400"/>
              <a:buNone/>
              <a:defRPr sz="1400">
                <a:solidFill>
                  <a:srgbClr val="000000"/>
                </a:solidFill>
              </a:defRPr>
            </a:lvl3pPr>
            <a:lvl4pPr lvl="3" rtl="0">
              <a:spcBef>
                <a:spcPts val="0"/>
              </a:spcBef>
              <a:spcAft>
                <a:spcPts val="0"/>
              </a:spcAft>
              <a:buClr>
                <a:srgbClr val="000000"/>
              </a:buClr>
              <a:buSzPts val="1400"/>
              <a:buNone/>
              <a:defRPr sz="1400">
                <a:solidFill>
                  <a:srgbClr val="000000"/>
                </a:solidFill>
              </a:defRPr>
            </a:lvl4pPr>
            <a:lvl5pPr lvl="4" rtl="0">
              <a:spcBef>
                <a:spcPts val="0"/>
              </a:spcBef>
              <a:spcAft>
                <a:spcPts val="0"/>
              </a:spcAft>
              <a:buClr>
                <a:srgbClr val="000000"/>
              </a:buClr>
              <a:buSzPts val="1400"/>
              <a:buNone/>
              <a:defRPr sz="1400">
                <a:solidFill>
                  <a:srgbClr val="000000"/>
                </a:solidFill>
              </a:defRPr>
            </a:lvl5pPr>
            <a:lvl6pPr lvl="5" rtl="0">
              <a:spcBef>
                <a:spcPts val="0"/>
              </a:spcBef>
              <a:spcAft>
                <a:spcPts val="0"/>
              </a:spcAft>
              <a:buClr>
                <a:srgbClr val="000000"/>
              </a:buClr>
              <a:buSzPts val="1400"/>
              <a:buNone/>
              <a:defRPr sz="1400">
                <a:solidFill>
                  <a:srgbClr val="000000"/>
                </a:solidFill>
              </a:defRPr>
            </a:lvl6pPr>
            <a:lvl7pPr lvl="6" rtl="0">
              <a:spcBef>
                <a:spcPts val="0"/>
              </a:spcBef>
              <a:spcAft>
                <a:spcPts val="0"/>
              </a:spcAft>
              <a:buClr>
                <a:srgbClr val="000000"/>
              </a:buClr>
              <a:buSzPts val="1400"/>
              <a:buNone/>
              <a:defRPr sz="1400">
                <a:solidFill>
                  <a:srgbClr val="000000"/>
                </a:solidFill>
              </a:defRPr>
            </a:lvl7pPr>
            <a:lvl8pPr lvl="7" rtl="0">
              <a:spcBef>
                <a:spcPts val="0"/>
              </a:spcBef>
              <a:spcAft>
                <a:spcPts val="0"/>
              </a:spcAft>
              <a:buClr>
                <a:srgbClr val="000000"/>
              </a:buClr>
              <a:buSzPts val="1400"/>
              <a:buNone/>
              <a:defRPr sz="1400">
                <a:solidFill>
                  <a:srgbClr val="000000"/>
                </a:solidFill>
              </a:defRPr>
            </a:lvl8pPr>
            <a:lvl9pPr lvl="8" rtl="0">
              <a:spcBef>
                <a:spcPts val="0"/>
              </a:spcBef>
              <a:spcAft>
                <a:spcPts val="0"/>
              </a:spcAft>
              <a:buClr>
                <a:srgbClr val="000000"/>
              </a:buClr>
              <a:buSzPts val="1400"/>
              <a:buNone/>
              <a:defRPr sz="1400">
                <a:solidFill>
                  <a:srgbClr val="000000"/>
                </a:solidFill>
              </a:defRPr>
            </a:lvl9pPr>
          </a:lstStyle>
          <a:p>
            <a:endParaRPr/>
          </a:p>
        </p:txBody>
      </p:sp>
      <p:sp>
        <p:nvSpPr>
          <p:cNvPr id="270" name="Google Shape;270;p52"/>
          <p:cNvSpPr txBox="1">
            <a:spLocks noGrp="1"/>
          </p:cNvSpPr>
          <p:nvPr>
            <p:ph type="subTitle" idx="1"/>
          </p:nvPr>
        </p:nvSpPr>
        <p:spPr>
          <a:xfrm>
            <a:off x="2285760" y="1946292"/>
            <a:ext cx="1708200" cy="1003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100"/>
              <a:buNone/>
              <a:defRPr/>
            </a:lvl1pPr>
            <a:lvl2pPr lvl="1" rtl="0">
              <a:lnSpc>
                <a:spcPct val="100000"/>
              </a:lnSpc>
              <a:spcBef>
                <a:spcPts val="0"/>
              </a:spcBef>
              <a:spcAft>
                <a:spcPts val="0"/>
              </a:spcAft>
              <a:buSzPts val="1100"/>
              <a:buNone/>
              <a:defRPr sz="1100"/>
            </a:lvl2pPr>
            <a:lvl3pPr lvl="2" rtl="0">
              <a:lnSpc>
                <a:spcPct val="100000"/>
              </a:lnSpc>
              <a:spcBef>
                <a:spcPts val="0"/>
              </a:spcBef>
              <a:spcAft>
                <a:spcPts val="0"/>
              </a:spcAft>
              <a:buSzPts val="1100"/>
              <a:buNone/>
              <a:defRPr sz="1100"/>
            </a:lvl3pPr>
            <a:lvl4pPr lvl="3" rtl="0">
              <a:lnSpc>
                <a:spcPct val="100000"/>
              </a:lnSpc>
              <a:spcBef>
                <a:spcPts val="0"/>
              </a:spcBef>
              <a:spcAft>
                <a:spcPts val="0"/>
              </a:spcAft>
              <a:buSzPts val="1100"/>
              <a:buNone/>
              <a:defRPr sz="1100"/>
            </a:lvl4pPr>
            <a:lvl5pPr lvl="4" rtl="0">
              <a:lnSpc>
                <a:spcPct val="100000"/>
              </a:lnSpc>
              <a:spcBef>
                <a:spcPts val="0"/>
              </a:spcBef>
              <a:spcAft>
                <a:spcPts val="0"/>
              </a:spcAft>
              <a:buSzPts val="1100"/>
              <a:buNone/>
              <a:defRPr sz="1100"/>
            </a:lvl5pPr>
            <a:lvl6pPr lvl="5" rtl="0">
              <a:lnSpc>
                <a:spcPct val="100000"/>
              </a:lnSpc>
              <a:spcBef>
                <a:spcPts val="0"/>
              </a:spcBef>
              <a:spcAft>
                <a:spcPts val="0"/>
              </a:spcAft>
              <a:buSzPts val="1100"/>
              <a:buNone/>
              <a:defRPr sz="1100"/>
            </a:lvl6pPr>
            <a:lvl7pPr lvl="6" rtl="0">
              <a:lnSpc>
                <a:spcPct val="100000"/>
              </a:lnSpc>
              <a:spcBef>
                <a:spcPts val="0"/>
              </a:spcBef>
              <a:spcAft>
                <a:spcPts val="0"/>
              </a:spcAft>
              <a:buSzPts val="1100"/>
              <a:buNone/>
              <a:defRPr sz="1100"/>
            </a:lvl7pPr>
            <a:lvl8pPr lvl="7" rtl="0">
              <a:lnSpc>
                <a:spcPct val="100000"/>
              </a:lnSpc>
              <a:spcBef>
                <a:spcPts val="0"/>
              </a:spcBef>
              <a:spcAft>
                <a:spcPts val="0"/>
              </a:spcAft>
              <a:buSzPts val="1100"/>
              <a:buNone/>
              <a:defRPr sz="1100"/>
            </a:lvl8pPr>
            <a:lvl9pPr lvl="8" rtl="0">
              <a:lnSpc>
                <a:spcPct val="100000"/>
              </a:lnSpc>
              <a:spcBef>
                <a:spcPts val="0"/>
              </a:spcBef>
              <a:spcAft>
                <a:spcPts val="0"/>
              </a:spcAft>
              <a:buSzPts val="1100"/>
              <a:buNone/>
              <a:defRPr sz="1100"/>
            </a:lvl9pPr>
          </a:lstStyle>
          <a:p>
            <a:endParaRPr/>
          </a:p>
        </p:txBody>
      </p:sp>
      <p:sp>
        <p:nvSpPr>
          <p:cNvPr id="271" name="Google Shape;271;p52"/>
          <p:cNvSpPr txBox="1">
            <a:spLocks noGrp="1"/>
          </p:cNvSpPr>
          <p:nvPr>
            <p:ph type="ctrTitle" idx="3"/>
          </p:nvPr>
        </p:nvSpPr>
        <p:spPr>
          <a:xfrm>
            <a:off x="2285760" y="3570573"/>
            <a:ext cx="1793100" cy="427500"/>
          </a:xfrm>
          <a:prstGeom prst="rect">
            <a:avLst/>
          </a:prstGeom>
        </p:spPr>
        <p:txBody>
          <a:bodyPr spcFirstLastPara="1" wrap="square" lIns="91425" tIns="91425" rIns="91425" bIns="91425" anchor="b" anchorCtr="0">
            <a:noAutofit/>
          </a:bodyPr>
          <a:lstStyle>
            <a:lvl1pPr lvl="0" rtl="0">
              <a:spcBef>
                <a:spcPts val="0"/>
              </a:spcBef>
              <a:spcAft>
                <a:spcPts val="0"/>
              </a:spcAft>
              <a:buSzPts val="1400"/>
              <a:buNone/>
              <a:defRPr sz="1400"/>
            </a:lvl1pPr>
            <a:lvl2pPr lvl="1" rtl="0">
              <a:spcBef>
                <a:spcPts val="0"/>
              </a:spcBef>
              <a:spcAft>
                <a:spcPts val="0"/>
              </a:spcAft>
              <a:buClr>
                <a:srgbClr val="000000"/>
              </a:buClr>
              <a:buSzPts val="1400"/>
              <a:buNone/>
              <a:defRPr sz="1400">
                <a:solidFill>
                  <a:srgbClr val="000000"/>
                </a:solidFill>
              </a:defRPr>
            </a:lvl2pPr>
            <a:lvl3pPr lvl="2" rtl="0">
              <a:spcBef>
                <a:spcPts val="0"/>
              </a:spcBef>
              <a:spcAft>
                <a:spcPts val="0"/>
              </a:spcAft>
              <a:buClr>
                <a:srgbClr val="000000"/>
              </a:buClr>
              <a:buSzPts val="1400"/>
              <a:buNone/>
              <a:defRPr sz="1400">
                <a:solidFill>
                  <a:srgbClr val="000000"/>
                </a:solidFill>
              </a:defRPr>
            </a:lvl3pPr>
            <a:lvl4pPr lvl="3" rtl="0">
              <a:spcBef>
                <a:spcPts val="0"/>
              </a:spcBef>
              <a:spcAft>
                <a:spcPts val="0"/>
              </a:spcAft>
              <a:buClr>
                <a:srgbClr val="000000"/>
              </a:buClr>
              <a:buSzPts val="1400"/>
              <a:buNone/>
              <a:defRPr sz="1400">
                <a:solidFill>
                  <a:srgbClr val="000000"/>
                </a:solidFill>
              </a:defRPr>
            </a:lvl4pPr>
            <a:lvl5pPr lvl="4" rtl="0">
              <a:spcBef>
                <a:spcPts val="0"/>
              </a:spcBef>
              <a:spcAft>
                <a:spcPts val="0"/>
              </a:spcAft>
              <a:buClr>
                <a:srgbClr val="000000"/>
              </a:buClr>
              <a:buSzPts val="1400"/>
              <a:buNone/>
              <a:defRPr sz="1400">
                <a:solidFill>
                  <a:srgbClr val="000000"/>
                </a:solidFill>
              </a:defRPr>
            </a:lvl5pPr>
            <a:lvl6pPr lvl="5" rtl="0">
              <a:spcBef>
                <a:spcPts val="0"/>
              </a:spcBef>
              <a:spcAft>
                <a:spcPts val="0"/>
              </a:spcAft>
              <a:buClr>
                <a:srgbClr val="000000"/>
              </a:buClr>
              <a:buSzPts val="1400"/>
              <a:buNone/>
              <a:defRPr sz="1400">
                <a:solidFill>
                  <a:srgbClr val="000000"/>
                </a:solidFill>
              </a:defRPr>
            </a:lvl6pPr>
            <a:lvl7pPr lvl="6" rtl="0">
              <a:spcBef>
                <a:spcPts val="0"/>
              </a:spcBef>
              <a:spcAft>
                <a:spcPts val="0"/>
              </a:spcAft>
              <a:buClr>
                <a:srgbClr val="000000"/>
              </a:buClr>
              <a:buSzPts val="1400"/>
              <a:buNone/>
              <a:defRPr sz="1400">
                <a:solidFill>
                  <a:srgbClr val="000000"/>
                </a:solidFill>
              </a:defRPr>
            </a:lvl7pPr>
            <a:lvl8pPr lvl="7" rtl="0">
              <a:spcBef>
                <a:spcPts val="0"/>
              </a:spcBef>
              <a:spcAft>
                <a:spcPts val="0"/>
              </a:spcAft>
              <a:buClr>
                <a:srgbClr val="000000"/>
              </a:buClr>
              <a:buSzPts val="1400"/>
              <a:buNone/>
              <a:defRPr sz="1400">
                <a:solidFill>
                  <a:srgbClr val="000000"/>
                </a:solidFill>
              </a:defRPr>
            </a:lvl8pPr>
            <a:lvl9pPr lvl="8" rtl="0">
              <a:spcBef>
                <a:spcPts val="0"/>
              </a:spcBef>
              <a:spcAft>
                <a:spcPts val="0"/>
              </a:spcAft>
              <a:buClr>
                <a:srgbClr val="000000"/>
              </a:buClr>
              <a:buSzPts val="1400"/>
              <a:buNone/>
              <a:defRPr sz="1400">
                <a:solidFill>
                  <a:srgbClr val="000000"/>
                </a:solidFill>
              </a:defRPr>
            </a:lvl9pPr>
          </a:lstStyle>
          <a:p>
            <a:endParaRPr/>
          </a:p>
        </p:txBody>
      </p:sp>
      <p:sp>
        <p:nvSpPr>
          <p:cNvPr id="272" name="Google Shape;272;p52"/>
          <p:cNvSpPr txBox="1">
            <a:spLocks noGrp="1"/>
          </p:cNvSpPr>
          <p:nvPr>
            <p:ph type="subTitle" idx="4"/>
          </p:nvPr>
        </p:nvSpPr>
        <p:spPr>
          <a:xfrm>
            <a:off x="2285760" y="3864823"/>
            <a:ext cx="1708200" cy="1003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100"/>
              <a:buNone/>
              <a:defRPr/>
            </a:lvl1pPr>
            <a:lvl2pPr lvl="1" rtl="0">
              <a:lnSpc>
                <a:spcPct val="100000"/>
              </a:lnSpc>
              <a:spcBef>
                <a:spcPts val="0"/>
              </a:spcBef>
              <a:spcAft>
                <a:spcPts val="0"/>
              </a:spcAft>
              <a:buSzPts val="1100"/>
              <a:buNone/>
              <a:defRPr sz="1100"/>
            </a:lvl2pPr>
            <a:lvl3pPr lvl="2" rtl="0">
              <a:lnSpc>
                <a:spcPct val="100000"/>
              </a:lnSpc>
              <a:spcBef>
                <a:spcPts val="0"/>
              </a:spcBef>
              <a:spcAft>
                <a:spcPts val="0"/>
              </a:spcAft>
              <a:buSzPts val="1100"/>
              <a:buNone/>
              <a:defRPr sz="1100"/>
            </a:lvl3pPr>
            <a:lvl4pPr lvl="3" rtl="0">
              <a:lnSpc>
                <a:spcPct val="100000"/>
              </a:lnSpc>
              <a:spcBef>
                <a:spcPts val="0"/>
              </a:spcBef>
              <a:spcAft>
                <a:spcPts val="0"/>
              </a:spcAft>
              <a:buSzPts val="1100"/>
              <a:buNone/>
              <a:defRPr sz="1100"/>
            </a:lvl4pPr>
            <a:lvl5pPr lvl="4" rtl="0">
              <a:lnSpc>
                <a:spcPct val="100000"/>
              </a:lnSpc>
              <a:spcBef>
                <a:spcPts val="0"/>
              </a:spcBef>
              <a:spcAft>
                <a:spcPts val="0"/>
              </a:spcAft>
              <a:buSzPts val="1100"/>
              <a:buNone/>
              <a:defRPr sz="1100"/>
            </a:lvl5pPr>
            <a:lvl6pPr lvl="5" rtl="0">
              <a:lnSpc>
                <a:spcPct val="100000"/>
              </a:lnSpc>
              <a:spcBef>
                <a:spcPts val="0"/>
              </a:spcBef>
              <a:spcAft>
                <a:spcPts val="0"/>
              </a:spcAft>
              <a:buSzPts val="1100"/>
              <a:buNone/>
              <a:defRPr sz="1100"/>
            </a:lvl6pPr>
            <a:lvl7pPr lvl="6" rtl="0">
              <a:lnSpc>
                <a:spcPct val="100000"/>
              </a:lnSpc>
              <a:spcBef>
                <a:spcPts val="0"/>
              </a:spcBef>
              <a:spcAft>
                <a:spcPts val="0"/>
              </a:spcAft>
              <a:buSzPts val="1100"/>
              <a:buNone/>
              <a:defRPr sz="1100"/>
            </a:lvl7pPr>
            <a:lvl8pPr lvl="7" rtl="0">
              <a:lnSpc>
                <a:spcPct val="100000"/>
              </a:lnSpc>
              <a:spcBef>
                <a:spcPts val="0"/>
              </a:spcBef>
              <a:spcAft>
                <a:spcPts val="0"/>
              </a:spcAft>
              <a:buSzPts val="1100"/>
              <a:buNone/>
              <a:defRPr sz="1100"/>
            </a:lvl8pPr>
            <a:lvl9pPr lvl="8" rtl="0">
              <a:lnSpc>
                <a:spcPct val="100000"/>
              </a:lnSpc>
              <a:spcBef>
                <a:spcPts val="0"/>
              </a:spcBef>
              <a:spcAft>
                <a:spcPts val="0"/>
              </a:spcAft>
              <a:buSzPts val="1100"/>
              <a:buNone/>
              <a:defRPr sz="1100"/>
            </a:lvl9pPr>
          </a:lstStyle>
          <a:p>
            <a:endParaRPr/>
          </a:p>
        </p:txBody>
      </p:sp>
      <p:sp>
        <p:nvSpPr>
          <p:cNvPr id="273" name="Google Shape;273;p52"/>
          <p:cNvSpPr txBox="1">
            <a:spLocks noGrp="1"/>
          </p:cNvSpPr>
          <p:nvPr>
            <p:ph type="ctrTitle" idx="5"/>
          </p:nvPr>
        </p:nvSpPr>
        <p:spPr>
          <a:xfrm>
            <a:off x="5047297" y="1652042"/>
            <a:ext cx="1793100" cy="427500"/>
          </a:xfrm>
          <a:prstGeom prst="rect">
            <a:avLst/>
          </a:prstGeom>
        </p:spPr>
        <p:txBody>
          <a:bodyPr spcFirstLastPara="1" wrap="square" lIns="91425" tIns="91425" rIns="91425" bIns="91425" anchor="b" anchorCtr="0">
            <a:noAutofit/>
          </a:bodyPr>
          <a:lstStyle>
            <a:lvl1pPr lvl="0" algn="r" rtl="0">
              <a:spcBef>
                <a:spcPts val="0"/>
              </a:spcBef>
              <a:spcAft>
                <a:spcPts val="0"/>
              </a:spcAft>
              <a:buSzPts val="1400"/>
              <a:buNone/>
              <a:defRPr sz="1400"/>
            </a:lvl1pPr>
            <a:lvl2pPr lvl="1" algn="r" rtl="0">
              <a:spcBef>
                <a:spcPts val="0"/>
              </a:spcBef>
              <a:spcAft>
                <a:spcPts val="0"/>
              </a:spcAft>
              <a:buClr>
                <a:srgbClr val="000000"/>
              </a:buClr>
              <a:buSzPts val="1400"/>
              <a:buNone/>
              <a:defRPr sz="1400">
                <a:solidFill>
                  <a:srgbClr val="000000"/>
                </a:solidFill>
              </a:defRPr>
            </a:lvl2pPr>
            <a:lvl3pPr lvl="2" algn="r" rtl="0">
              <a:spcBef>
                <a:spcPts val="0"/>
              </a:spcBef>
              <a:spcAft>
                <a:spcPts val="0"/>
              </a:spcAft>
              <a:buClr>
                <a:srgbClr val="000000"/>
              </a:buClr>
              <a:buSzPts val="1400"/>
              <a:buNone/>
              <a:defRPr sz="1400">
                <a:solidFill>
                  <a:srgbClr val="000000"/>
                </a:solidFill>
              </a:defRPr>
            </a:lvl3pPr>
            <a:lvl4pPr lvl="3" algn="r" rtl="0">
              <a:spcBef>
                <a:spcPts val="0"/>
              </a:spcBef>
              <a:spcAft>
                <a:spcPts val="0"/>
              </a:spcAft>
              <a:buClr>
                <a:srgbClr val="000000"/>
              </a:buClr>
              <a:buSzPts val="1400"/>
              <a:buNone/>
              <a:defRPr sz="1400">
                <a:solidFill>
                  <a:srgbClr val="000000"/>
                </a:solidFill>
              </a:defRPr>
            </a:lvl4pPr>
            <a:lvl5pPr lvl="4" algn="r" rtl="0">
              <a:spcBef>
                <a:spcPts val="0"/>
              </a:spcBef>
              <a:spcAft>
                <a:spcPts val="0"/>
              </a:spcAft>
              <a:buClr>
                <a:srgbClr val="000000"/>
              </a:buClr>
              <a:buSzPts val="1400"/>
              <a:buNone/>
              <a:defRPr sz="1400">
                <a:solidFill>
                  <a:srgbClr val="000000"/>
                </a:solidFill>
              </a:defRPr>
            </a:lvl5pPr>
            <a:lvl6pPr lvl="5" algn="r" rtl="0">
              <a:spcBef>
                <a:spcPts val="0"/>
              </a:spcBef>
              <a:spcAft>
                <a:spcPts val="0"/>
              </a:spcAft>
              <a:buClr>
                <a:srgbClr val="000000"/>
              </a:buClr>
              <a:buSzPts val="1400"/>
              <a:buNone/>
              <a:defRPr sz="1400">
                <a:solidFill>
                  <a:srgbClr val="000000"/>
                </a:solidFill>
              </a:defRPr>
            </a:lvl6pPr>
            <a:lvl7pPr lvl="6" algn="r" rtl="0">
              <a:spcBef>
                <a:spcPts val="0"/>
              </a:spcBef>
              <a:spcAft>
                <a:spcPts val="0"/>
              </a:spcAft>
              <a:buClr>
                <a:srgbClr val="000000"/>
              </a:buClr>
              <a:buSzPts val="1400"/>
              <a:buNone/>
              <a:defRPr sz="1400">
                <a:solidFill>
                  <a:srgbClr val="000000"/>
                </a:solidFill>
              </a:defRPr>
            </a:lvl7pPr>
            <a:lvl8pPr lvl="7" algn="r" rtl="0">
              <a:spcBef>
                <a:spcPts val="0"/>
              </a:spcBef>
              <a:spcAft>
                <a:spcPts val="0"/>
              </a:spcAft>
              <a:buClr>
                <a:srgbClr val="000000"/>
              </a:buClr>
              <a:buSzPts val="1400"/>
              <a:buNone/>
              <a:defRPr sz="1400">
                <a:solidFill>
                  <a:srgbClr val="000000"/>
                </a:solidFill>
              </a:defRPr>
            </a:lvl8pPr>
            <a:lvl9pPr lvl="8" algn="r" rtl="0">
              <a:spcBef>
                <a:spcPts val="0"/>
              </a:spcBef>
              <a:spcAft>
                <a:spcPts val="0"/>
              </a:spcAft>
              <a:buClr>
                <a:srgbClr val="000000"/>
              </a:buClr>
              <a:buSzPts val="1400"/>
              <a:buNone/>
              <a:defRPr sz="1400">
                <a:solidFill>
                  <a:srgbClr val="000000"/>
                </a:solidFill>
              </a:defRPr>
            </a:lvl9pPr>
          </a:lstStyle>
          <a:p>
            <a:endParaRPr/>
          </a:p>
        </p:txBody>
      </p:sp>
      <p:sp>
        <p:nvSpPr>
          <p:cNvPr id="274" name="Google Shape;274;p52"/>
          <p:cNvSpPr txBox="1">
            <a:spLocks noGrp="1"/>
          </p:cNvSpPr>
          <p:nvPr>
            <p:ph type="subTitle" idx="6"/>
          </p:nvPr>
        </p:nvSpPr>
        <p:spPr>
          <a:xfrm>
            <a:off x="5047299" y="1946292"/>
            <a:ext cx="1793100" cy="10032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100"/>
              <a:buNone/>
              <a:defRPr/>
            </a:lvl1pPr>
            <a:lvl2pPr lvl="1" algn="r" rtl="0">
              <a:lnSpc>
                <a:spcPct val="100000"/>
              </a:lnSpc>
              <a:spcBef>
                <a:spcPts val="0"/>
              </a:spcBef>
              <a:spcAft>
                <a:spcPts val="0"/>
              </a:spcAft>
              <a:buSzPts val="1100"/>
              <a:buNone/>
              <a:defRPr sz="1100"/>
            </a:lvl2pPr>
            <a:lvl3pPr lvl="2" algn="r" rtl="0">
              <a:lnSpc>
                <a:spcPct val="100000"/>
              </a:lnSpc>
              <a:spcBef>
                <a:spcPts val="0"/>
              </a:spcBef>
              <a:spcAft>
                <a:spcPts val="0"/>
              </a:spcAft>
              <a:buSzPts val="1100"/>
              <a:buNone/>
              <a:defRPr sz="1100"/>
            </a:lvl3pPr>
            <a:lvl4pPr lvl="3" algn="r" rtl="0">
              <a:lnSpc>
                <a:spcPct val="100000"/>
              </a:lnSpc>
              <a:spcBef>
                <a:spcPts val="0"/>
              </a:spcBef>
              <a:spcAft>
                <a:spcPts val="0"/>
              </a:spcAft>
              <a:buSzPts val="1100"/>
              <a:buNone/>
              <a:defRPr sz="1100"/>
            </a:lvl4pPr>
            <a:lvl5pPr lvl="4" algn="r" rtl="0">
              <a:lnSpc>
                <a:spcPct val="100000"/>
              </a:lnSpc>
              <a:spcBef>
                <a:spcPts val="0"/>
              </a:spcBef>
              <a:spcAft>
                <a:spcPts val="0"/>
              </a:spcAft>
              <a:buSzPts val="1100"/>
              <a:buNone/>
              <a:defRPr sz="1100"/>
            </a:lvl5pPr>
            <a:lvl6pPr lvl="5" algn="r" rtl="0">
              <a:lnSpc>
                <a:spcPct val="100000"/>
              </a:lnSpc>
              <a:spcBef>
                <a:spcPts val="0"/>
              </a:spcBef>
              <a:spcAft>
                <a:spcPts val="0"/>
              </a:spcAft>
              <a:buSzPts val="1100"/>
              <a:buNone/>
              <a:defRPr sz="1100"/>
            </a:lvl6pPr>
            <a:lvl7pPr lvl="6" algn="r" rtl="0">
              <a:lnSpc>
                <a:spcPct val="100000"/>
              </a:lnSpc>
              <a:spcBef>
                <a:spcPts val="0"/>
              </a:spcBef>
              <a:spcAft>
                <a:spcPts val="0"/>
              </a:spcAft>
              <a:buSzPts val="1100"/>
              <a:buNone/>
              <a:defRPr sz="1100"/>
            </a:lvl7pPr>
            <a:lvl8pPr lvl="7" algn="r" rtl="0">
              <a:lnSpc>
                <a:spcPct val="100000"/>
              </a:lnSpc>
              <a:spcBef>
                <a:spcPts val="0"/>
              </a:spcBef>
              <a:spcAft>
                <a:spcPts val="0"/>
              </a:spcAft>
              <a:buSzPts val="1100"/>
              <a:buNone/>
              <a:defRPr sz="1100"/>
            </a:lvl8pPr>
            <a:lvl9pPr lvl="8" algn="r" rtl="0">
              <a:lnSpc>
                <a:spcPct val="100000"/>
              </a:lnSpc>
              <a:spcBef>
                <a:spcPts val="0"/>
              </a:spcBef>
              <a:spcAft>
                <a:spcPts val="0"/>
              </a:spcAft>
              <a:buSzPts val="1100"/>
              <a:buNone/>
              <a:defRPr sz="1100"/>
            </a:lvl9pPr>
          </a:lstStyle>
          <a:p>
            <a:endParaRPr/>
          </a:p>
        </p:txBody>
      </p:sp>
      <p:sp>
        <p:nvSpPr>
          <p:cNvPr id="275" name="Google Shape;275;p52"/>
          <p:cNvSpPr txBox="1">
            <a:spLocks noGrp="1"/>
          </p:cNvSpPr>
          <p:nvPr>
            <p:ph type="ctrTitle" idx="7"/>
          </p:nvPr>
        </p:nvSpPr>
        <p:spPr>
          <a:xfrm>
            <a:off x="5047297" y="3570573"/>
            <a:ext cx="1793100" cy="427500"/>
          </a:xfrm>
          <a:prstGeom prst="rect">
            <a:avLst/>
          </a:prstGeom>
        </p:spPr>
        <p:txBody>
          <a:bodyPr spcFirstLastPara="1" wrap="square" lIns="91425" tIns="91425" rIns="91425" bIns="91425" anchor="b" anchorCtr="0">
            <a:noAutofit/>
          </a:bodyPr>
          <a:lstStyle>
            <a:lvl1pPr lvl="0" algn="r" rtl="0">
              <a:spcBef>
                <a:spcPts val="0"/>
              </a:spcBef>
              <a:spcAft>
                <a:spcPts val="0"/>
              </a:spcAft>
              <a:buSzPts val="1400"/>
              <a:buNone/>
              <a:defRPr sz="1400"/>
            </a:lvl1pPr>
            <a:lvl2pPr lvl="1" algn="r" rtl="0">
              <a:spcBef>
                <a:spcPts val="0"/>
              </a:spcBef>
              <a:spcAft>
                <a:spcPts val="0"/>
              </a:spcAft>
              <a:buClr>
                <a:srgbClr val="000000"/>
              </a:buClr>
              <a:buSzPts val="1400"/>
              <a:buNone/>
              <a:defRPr sz="1400">
                <a:solidFill>
                  <a:srgbClr val="000000"/>
                </a:solidFill>
              </a:defRPr>
            </a:lvl2pPr>
            <a:lvl3pPr lvl="2" algn="r" rtl="0">
              <a:spcBef>
                <a:spcPts val="0"/>
              </a:spcBef>
              <a:spcAft>
                <a:spcPts val="0"/>
              </a:spcAft>
              <a:buClr>
                <a:srgbClr val="000000"/>
              </a:buClr>
              <a:buSzPts val="1400"/>
              <a:buNone/>
              <a:defRPr sz="1400">
                <a:solidFill>
                  <a:srgbClr val="000000"/>
                </a:solidFill>
              </a:defRPr>
            </a:lvl3pPr>
            <a:lvl4pPr lvl="3" algn="r" rtl="0">
              <a:spcBef>
                <a:spcPts val="0"/>
              </a:spcBef>
              <a:spcAft>
                <a:spcPts val="0"/>
              </a:spcAft>
              <a:buClr>
                <a:srgbClr val="000000"/>
              </a:buClr>
              <a:buSzPts val="1400"/>
              <a:buNone/>
              <a:defRPr sz="1400">
                <a:solidFill>
                  <a:srgbClr val="000000"/>
                </a:solidFill>
              </a:defRPr>
            </a:lvl4pPr>
            <a:lvl5pPr lvl="4" algn="r" rtl="0">
              <a:spcBef>
                <a:spcPts val="0"/>
              </a:spcBef>
              <a:spcAft>
                <a:spcPts val="0"/>
              </a:spcAft>
              <a:buClr>
                <a:srgbClr val="000000"/>
              </a:buClr>
              <a:buSzPts val="1400"/>
              <a:buNone/>
              <a:defRPr sz="1400">
                <a:solidFill>
                  <a:srgbClr val="000000"/>
                </a:solidFill>
              </a:defRPr>
            </a:lvl5pPr>
            <a:lvl6pPr lvl="5" algn="r" rtl="0">
              <a:spcBef>
                <a:spcPts val="0"/>
              </a:spcBef>
              <a:spcAft>
                <a:spcPts val="0"/>
              </a:spcAft>
              <a:buClr>
                <a:srgbClr val="000000"/>
              </a:buClr>
              <a:buSzPts val="1400"/>
              <a:buNone/>
              <a:defRPr sz="1400">
                <a:solidFill>
                  <a:srgbClr val="000000"/>
                </a:solidFill>
              </a:defRPr>
            </a:lvl6pPr>
            <a:lvl7pPr lvl="6" algn="r" rtl="0">
              <a:spcBef>
                <a:spcPts val="0"/>
              </a:spcBef>
              <a:spcAft>
                <a:spcPts val="0"/>
              </a:spcAft>
              <a:buClr>
                <a:srgbClr val="000000"/>
              </a:buClr>
              <a:buSzPts val="1400"/>
              <a:buNone/>
              <a:defRPr sz="1400">
                <a:solidFill>
                  <a:srgbClr val="000000"/>
                </a:solidFill>
              </a:defRPr>
            </a:lvl7pPr>
            <a:lvl8pPr lvl="7" algn="r" rtl="0">
              <a:spcBef>
                <a:spcPts val="0"/>
              </a:spcBef>
              <a:spcAft>
                <a:spcPts val="0"/>
              </a:spcAft>
              <a:buClr>
                <a:srgbClr val="000000"/>
              </a:buClr>
              <a:buSzPts val="1400"/>
              <a:buNone/>
              <a:defRPr sz="1400">
                <a:solidFill>
                  <a:srgbClr val="000000"/>
                </a:solidFill>
              </a:defRPr>
            </a:lvl8pPr>
            <a:lvl9pPr lvl="8" algn="r" rtl="0">
              <a:spcBef>
                <a:spcPts val="0"/>
              </a:spcBef>
              <a:spcAft>
                <a:spcPts val="0"/>
              </a:spcAft>
              <a:buClr>
                <a:srgbClr val="000000"/>
              </a:buClr>
              <a:buSzPts val="1400"/>
              <a:buNone/>
              <a:defRPr sz="1400">
                <a:solidFill>
                  <a:srgbClr val="000000"/>
                </a:solidFill>
              </a:defRPr>
            </a:lvl9pPr>
          </a:lstStyle>
          <a:p>
            <a:endParaRPr/>
          </a:p>
        </p:txBody>
      </p:sp>
      <p:sp>
        <p:nvSpPr>
          <p:cNvPr id="276" name="Google Shape;276;p52"/>
          <p:cNvSpPr txBox="1">
            <a:spLocks noGrp="1"/>
          </p:cNvSpPr>
          <p:nvPr>
            <p:ph type="subTitle" idx="8"/>
          </p:nvPr>
        </p:nvSpPr>
        <p:spPr>
          <a:xfrm>
            <a:off x="5047299" y="3864823"/>
            <a:ext cx="1793100" cy="10032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100"/>
              <a:buNone/>
              <a:defRPr/>
            </a:lvl1pPr>
            <a:lvl2pPr lvl="1" algn="r" rtl="0">
              <a:lnSpc>
                <a:spcPct val="100000"/>
              </a:lnSpc>
              <a:spcBef>
                <a:spcPts val="0"/>
              </a:spcBef>
              <a:spcAft>
                <a:spcPts val="0"/>
              </a:spcAft>
              <a:buSzPts val="1100"/>
              <a:buNone/>
              <a:defRPr sz="1100"/>
            </a:lvl2pPr>
            <a:lvl3pPr lvl="2" algn="r" rtl="0">
              <a:lnSpc>
                <a:spcPct val="100000"/>
              </a:lnSpc>
              <a:spcBef>
                <a:spcPts val="0"/>
              </a:spcBef>
              <a:spcAft>
                <a:spcPts val="0"/>
              </a:spcAft>
              <a:buSzPts val="1100"/>
              <a:buNone/>
              <a:defRPr sz="1100"/>
            </a:lvl3pPr>
            <a:lvl4pPr lvl="3" algn="r" rtl="0">
              <a:lnSpc>
                <a:spcPct val="100000"/>
              </a:lnSpc>
              <a:spcBef>
                <a:spcPts val="0"/>
              </a:spcBef>
              <a:spcAft>
                <a:spcPts val="0"/>
              </a:spcAft>
              <a:buSzPts val="1100"/>
              <a:buNone/>
              <a:defRPr sz="1100"/>
            </a:lvl4pPr>
            <a:lvl5pPr lvl="4" algn="r" rtl="0">
              <a:lnSpc>
                <a:spcPct val="100000"/>
              </a:lnSpc>
              <a:spcBef>
                <a:spcPts val="0"/>
              </a:spcBef>
              <a:spcAft>
                <a:spcPts val="0"/>
              </a:spcAft>
              <a:buSzPts val="1100"/>
              <a:buNone/>
              <a:defRPr sz="1100"/>
            </a:lvl5pPr>
            <a:lvl6pPr lvl="5" algn="r" rtl="0">
              <a:lnSpc>
                <a:spcPct val="100000"/>
              </a:lnSpc>
              <a:spcBef>
                <a:spcPts val="0"/>
              </a:spcBef>
              <a:spcAft>
                <a:spcPts val="0"/>
              </a:spcAft>
              <a:buSzPts val="1100"/>
              <a:buNone/>
              <a:defRPr sz="1100"/>
            </a:lvl6pPr>
            <a:lvl7pPr lvl="6" algn="r" rtl="0">
              <a:lnSpc>
                <a:spcPct val="100000"/>
              </a:lnSpc>
              <a:spcBef>
                <a:spcPts val="0"/>
              </a:spcBef>
              <a:spcAft>
                <a:spcPts val="0"/>
              </a:spcAft>
              <a:buSzPts val="1100"/>
              <a:buNone/>
              <a:defRPr sz="1100"/>
            </a:lvl7pPr>
            <a:lvl8pPr lvl="7" algn="r" rtl="0">
              <a:lnSpc>
                <a:spcPct val="100000"/>
              </a:lnSpc>
              <a:spcBef>
                <a:spcPts val="0"/>
              </a:spcBef>
              <a:spcAft>
                <a:spcPts val="0"/>
              </a:spcAft>
              <a:buSzPts val="1100"/>
              <a:buNone/>
              <a:defRPr sz="1100"/>
            </a:lvl8pPr>
            <a:lvl9pPr lvl="8" algn="r" rtl="0">
              <a:lnSpc>
                <a:spcPct val="100000"/>
              </a:lnSpc>
              <a:spcBef>
                <a:spcPts val="0"/>
              </a:spcBef>
              <a:spcAft>
                <a:spcPts val="0"/>
              </a:spcAft>
              <a:buSzPts val="1100"/>
              <a:buNone/>
              <a:defRPr sz="1100"/>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8" Type="http://schemas.openxmlformats.org/officeDocument/2006/relationships/slideLayout" Target="../slideLayouts/slideLayout8.xml"/><Relationship Id="rId51" Type="http://schemas.openxmlformats.org/officeDocument/2006/relationships/theme" Target="../theme/theme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dk1"/>
              </a:buClr>
              <a:buSzPts val="2800"/>
              <a:buFont typeface="Exo 2"/>
              <a:buNone/>
              <a:defRPr sz="2800" b="1">
                <a:solidFill>
                  <a:schemeClr val="dk1"/>
                </a:solidFill>
                <a:latin typeface="Exo 2"/>
                <a:ea typeface="Exo 2"/>
                <a:cs typeface="Exo 2"/>
                <a:sym typeface="Exo 2"/>
              </a:defRPr>
            </a:lvl1pPr>
            <a:lvl2pPr lvl="1" rtl="0">
              <a:spcBef>
                <a:spcPts val="0"/>
              </a:spcBef>
              <a:spcAft>
                <a:spcPts val="0"/>
              </a:spcAft>
              <a:buClr>
                <a:schemeClr val="dk1"/>
              </a:buClr>
              <a:buSzPts val="2800"/>
              <a:buFont typeface="Squada One"/>
              <a:buNone/>
              <a:defRPr sz="2800">
                <a:solidFill>
                  <a:schemeClr val="dk1"/>
                </a:solidFill>
                <a:latin typeface="Squada One"/>
                <a:ea typeface="Squada One"/>
                <a:cs typeface="Squada One"/>
                <a:sym typeface="Squada One"/>
              </a:defRPr>
            </a:lvl2pPr>
            <a:lvl3pPr lvl="2" rtl="0">
              <a:spcBef>
                <a:spcPts val="0"/>
              </a:spcBef>
              <a:spcAft>
                <a:spcPts val="0"/>
              </a:spcAft>
              <a:buClr>
                <a:schemeClr val="dk1"/>
              </a:buClr>
              <a:buSzPts val="2800"/>
              <a:buFont typeface="Squada One"/>
              <a:buNone/>
              <a:defRPr sz="2800">
                <a:solidFill>
                  <a:schemeClr val="dk1"/>
                </a:solidFill>
                <a:latin typeface="Squada One"/>
                <a:ea typeface="Squada One"/>
                <a:cs typeface="Squada One"/>
                <a:sym typeface="Squada One"/>
              </a:defRPr>
            </a:lvl3pPr>
            <a:lvl4pPr lvl="3" rtl="0">
              <a:spcBef>
                <a:spcPts val="0"/>
              </a:spcBef>
              <a:spcAft>
                <a:spcPts val="0"/>
              </a:spcAft>
              <a:buClr>
                <a:schemeClr val="dk1"/>
              </a:buClr>
              <a:buSzPts val="2800"/>
              <a:buFont typeface="Squada One"/>
              <a:buNone/>
              <a:defRPr sz="2800">
                <a:solidFill>
                  <a:schemeClr val="dk1"/>
                </a:solidFill>
                <a:latin typeface="Squada One"/>
                <a:ea typeface="Squada One"/>
                <a:cs typeface="Squada One"/>
                <a:sym typeface="Squada One"/>
              </a:defRPr>
            </a:lvl4pPr>
            <a:lvl5pPr lvl="4" rtl="0">
              <a:spcBef>
                <a:spcPts val="0"/>
              </a:spcBef>
              <a:spcAft>
                <a:spcPts val="0"/>
              </a:spcAft>
              <a:buClr>
                <a:schemeClr val="dk1"/>
              </a:buClr>
              <a:buSzPts val="2800"/>
              <a:buFont typeface="Squada One"/>
              <a:buNone/>
              <a:defRPr sz="2800">
                <a:solidFill>
                  <a:schemeClr val="dk1"/>
                </a:solidFill>
                <a:latin typeface="Squada One"/>
                <a:ea typeface="Squada One"/>
                <a:cs typeface="Squada One"/>
                <a:sym typeface="Squada One"/>
              </a:defRPr>
            </a:lvl5pPr>
            <a:lvl6pPr lvl="5" rtl="0">
              <a:spcBef>
                <a:spcPts val="0"/>
              </a:spcBef>
              <a:spcAft>
                <a:spcPts val="0"/>
              </a:spcAft>
              <a:buClr>
                <a:schemeClr val="dk1"/>
              </a:buClr>
              <a:buSzPts val="2800"/>
              <a:buFont typeface="Squada One"/>
              <a:buNone/>
              <a:defRPr sz="2800">
                <a:solidFill>
                  <a:schemeClr val="dk1"/>
                </a:solidFill>
                <a:latin typeface="Squada One"/>
                <a:ea typeface="Squada One"/>
                <a:cs typeface="Squada One"/>
                <a:sym typeface="Squada One"/>
              </a:defRPr>
            </a:lvl6pPr>
            <a:lvl7pPr lvl="6" rtl="0">
              <a:spcBef>
                <a:spcPts val="0"/>
              </a:spcBef>
              <a:spcAft>
                <a:spcPts val="0"/>
              </a:spcAft>
              <a:buClr>
                <a:schemeClr val="dk1"/>
              </a:buClr>
              <a:buSzPts val="2800"/>
              <a:buFont typeface="Squada One"/>
              <a:buNone/>
              <a:defRPr sz="2800">
                <a:solidFill>
                  <a:schemeClr val="dk1"/>
                </a:solidFill>
                <a:latin typeface="Squada One"/>
                <a:ea typeface="Squada One"/>
                <a:cs typeface="Squada One"/>
                <a:sym typeface="Squada One"/>
              </a:defRPr>
            </a:lvl7pPr>
            <a:lvl8pPr lvl="7" rtl="0">
              <a:spcBef>
                <a:spcPts val="0"/>
              </a:spcBef>
              <a:spcAft>
                <a:spcPts val="0"/>
              </a:spcAft>
              <a:buClr>
                <a:schemeClr val="dk1"/>
              </a:buClr>
              <a:buSzPts val="2800"/>
              <a:buFont typeface="Squada One"/>
              <a:buNone/>
              <a:defRPr sz="2800">
                <a:solidFill>
                  <a:schemeClr val="dk1"/>
                </a:solidFill>
                <a:latin typeface="Squada One"/>
                <a:ea typeface="Squada One"/>
                <a:cs typeface="Squada One"/>
                <a:sym typeface="Squada One"/>
              </a:defRPr>
            </a:lvl8pPr>
            <a:lvl9pPr lvl="8" rtl="0">
              <a:spcBef>
                <a:spcPts val="0"/>
              </a:spcBef>
              <a:spcAft>
                <a:spcPts val="0"/>
              </a:spcAft>
              <a:buClr>
                <a:schemeClr val="dk1"/>
              </a:buClr>
              <a:buSzPts val="2800"/>
              <a:buFont typeface="Squada One"/>
              <a:buNone/>
              <a:defRPr sz="2800">
                <a:solidFill>
                  <a:schemeClr val="dk1"/>
                </a:solidFill>
                <a:latin typeface="Squada One"/>
                <a:ea typeface="Squada One"/>
                <a:cs typeface="Squada One"/>
                <a:sym typeface="Squada One"/>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04800" rtl="0">
              <a:lnSpc>
                <a:spcPct val="115000"/>
              </a:lnSpc>
              <a:spcBef>
                <a:spcPts val="0"/>
              </a:spcBef>
              <a:spcAft>
                <a:spcPts val="0"/>
              </a:spcAft>
              <a:buClr>
                <a:schemeClr val="dk1"/>
              </a:buClr>
              <a:buSzPts val="1200"/>
              <a:buFont typeface="Roboto Condensed Light"/>
              <a:buChar char="●"/>
              <a:defRPr sz="1200">
                <a:solidFill>
                  <a:schemeClr val="dk1"/>
                </a:solidFill>
                <a:latin typeface="Roboto Condensed Light"/>
                <a:ea typeface="Roboto Condensed Light"/>
                <a:cs typeface="Roboto Condensed Light"/>
                <a:sym typeface="Roboto Condensed Light"/>
              </a:defRPr>
            </a:lvl1pPr>
            <a:lvl2pPr marL="914400" lvl="1" indent="-304800" rtl="0">
              <a:lnSpc>
                <a:spcPct val="115000"/>
              </a:lnSpc>
              <a:spcBef>
                <a:spcPts val="1600"/>
              </a:spcBef>
              <a:spcAft>
                <a:spcPts val="0"/>
              </a:spcAft>
              <a:buClr>
                <a:schemeClr val="dk1"/>
              </a:buClr>
              <a:buSzPts val="1200"/>
              <a:buFont typeface="Roboto Condensed Light"/>
              <a:buChar char="○"/>
              <a:defRPr sz="1200">
                <a:solidFill>
                  <a:schemeClr val="dk1"/>
                </a:solidFill>
                <a:latin typeface="Roboto Condensed Light"/>
                <a:ea typeface="Roboto Condensed Light"/>
                <a:cs typeface="Roboto Condensed Light"/>
                <a:sym typeface="Roboto Condensed Light"/>
              </a:defRPr>
            </a:lvl2pPr>
            <a:lvl3pPr marL="1371600" lvl="2" indent="-304800" rtl="0">
              <a:lnSpc>
                <a:spcPct val="115000"/>
              </a:lnSpc>
              <a:spcBef>
                <a:spcPts val="1600"/>
              </a:spcBef>
              <a:spcAft>
                <a:spcPts val="0"/>
              </a:spcAft>
              <a:buClr>
                <a:schemeClr val="dk1"/>
              </a:buClr>
              <a:buSzPts val="1200"/>
              <a:buFont typeface="Roboto Condensed Light"/>
              <a:buChar char="■"/>
              <a:defRPr sz="1200">
                <a:solidFill>
                  <a:schemeClr val="dk1"/>
                </a:solidFill>
                <a:latin typeface="Roboto Condensed Light"/>
                <a:ea typeface="Roboto Condensed Light"/>
                <a:cs typeface="Roboto Condensed Light"/>
                <a:sym typeface="Roboto Condensed Light"/>
              </a:defRPr>
            </a:lvl3pPr>
            <a:lvl4pPr marL="1828800" lvl="3" indent="-304800" rtl="0">
              <a:lnSpc>
                <a:spcPct val="115000"/>
              </a:lnSpc>
              <a:spcBef>
                <a:spcPts val="1600"/>
              </a:spcBef>
              <a:spcAft>
                <a:spcPts val="0"/>
              </a:spcAft>
              <a:buClr>
                <a:schemeClr val="dk1"/>
              </a:buClr>
              <a:buSzPts val="1200"/>
              <a:buFont typeface="Roboto Condensed Light"/>
              <a:buChar char="●"/>
              <a:defRPr sz="1200">
                <a:solidFill>
                  <a:schemeClr val="dk1"/>
                </a:solidFill>
                <a:latin typeface="Roboto Condensed Light"/>
                <a:ea typeface="Roboto Condensed Light"/>
                <a:cs typeface="Roboto Condensed Light"/>
                <a:sym typeface="Roboto Condensed Light"/>
              </a:defRPr>
            </a:lvl4pPr>
            <a:lvl5pPr marL="2286000" lvl="4" indent="-304800" rtl="0">
              <a:lnSpc>
                <a:spcPct val="115000"/>
              </a:lnSpc>
              <a:spcBef>
                <a:spcPts val="1600"/>
              </a:spcBef>
              <a:spcAft>
                <a:spcPts val="0"/>
              </a:spcAft>
              <a:buClr>
                <a:schemeClr val="dk1"/>
              </a:buClr>
              <a:buSzPts val="1200"/>
              <a:buFont typeface="Roboto Condensed Light"/>
              <a:buChar char="○"/>
              <a:defRPr sz="1200">
                <a:solidFill>
                  <a:schemeClr val="dk1"/>
                </a:solidFill>
                <a:latin typeface="Roboto Condensed Light"/>
                <a:ea typeface="Roboto Condensed Light"/>
                <a:cs typeface="Roboto Condensed Light"/>
                <a:sym typeface="Roboto Condensed Light"/>
              </a:defRPr>
            </a:lvl5pPr>
            <a:lvl6pPr marL="2743200" lvl="5" indent="-304800" rtl="0">
              <a:lnSpc>
                <a:spcPct val="115000"/>
              </a:lnSpc>
              <a:spcBef>
                <a:spcPts val="1600"/>
              </a:spcBef>
              <a:spcAft>
                <a:spcPts val="0"/>
              </a:spcAft>
              <a:buClr>
                <a:schemeClr val="dk1"/>
              </a:buClr>
              <a:buSzPts val="1200"/>
              <a:buFont typeface="Roboto Condensed Light"/>
              <a:buChar char="■"/>
              <a:defRPr sz="1200">
                <a:solidFill>
                  <a:schemeClr val="dk1"/>
                </a:solidFill>
                <a:latin typeface="Roboto Condensed Light"/>
                <a:ea typeface="Roboto Condensed Light"/>
                <a:cs typeface="Roboto Condensed Light"/>
                <a:sym typeface="Roboto Condensed Light"/>
              </a:defRPr>
            </a:lvl6pPr>
            <a:lvl7pPr marL="3200400" lvl="6" indent="-304800" rtl="0">
              <a:lnSpc>
                <a:spcPct val="115000"/>
              </a:lnSpc>
              <a:spcBef>
                <a:spcPts val="1600"/>
              </a:spcBef>
              <a:spcAft>
                <a:spcPts val="0"/>
              </a:spcAft>
              <a:buClr>
                <a:schemeClr val="dk1"/>
              </a:buClr>
              <a:buSzPts val="1200"/>
              <a:buFont typeface="Roboto Condensed Light"/>
              <a:buChar char="●"/>
              <a:defRPr sz="1200">
                <a:solidFill>
                  <a:schemeClr val="dk1"/>
                </a:solidFill>
                <a:latin typeface="Roboto Condensed Light"/>
                <a:ea typeface="Roboto Condensed Light"/>
                <a:cs typeface="Roboto Condensed Light"/>
                <a:sym typeface="Roboto Condensed Light"/>
              </a:defRPr>
            </a:lvl7pPr>
            <a:lvl8pPr marL="3657600" lvl="7" indent="-304800" rtl="0">
              <a:lnSpc>
                <a:spcPct val="115000"/>
              </a:lnSpc>
              <a:spcBef>
                <a:spcPts val="1600"/>
              </a:spcBef>
              <a:spcAft>
                <a:spcPts val="0"/>
              </a:spcAft>
              <a:buClr>
                <a:schemeClr val="dk1"/>
              </a:buClr>
              <a:buSzPts val="1200"/>
              <a:buFont typeface="Roboto Condensed Light"/>
              <a:buChar char="○"/>
              <a:defRPr sz="1200">
                <a:solidFill>
                  <a:schemeClr val="dk1"/>
                </a:solidFill>
                <a:latin typeface="Roboto Condensed Light"/>
                <a:ea typeface="Roboto Condensed Light"/>
                <a:cs typeface="Roboto Condensed Light"/>
                <a:sym typeface="Roboto Condensed Light"/>
              </a:defRPr>
            </a:lvl8pPr>
            <a:lvl9pPr marL="4114800" lvl="8" indent="-304800" rtl="0">
              <a:lnSpc>
                <a:spcPct val="115000"/>
              </a:lnSpc>
              <a:spcBef>
                <a:spcPts val="1600"/>
              </a:spcBef>
              <a:spcAft>
                <a:spcPts val="1600"/>
              </a:spcAft>
              <a:buClr>
                <a:schemeClr val="dk1"/>
              </a:buClr>
              <a:buSzPts val="1200"/>
              <a:buFont typeface="Roboto Condensed Light"/>
              <a:buChar char="■"/>
              <a:defRPr sz="1200">
                <a:solidFill>
                  <a:schemeClr val="dk1"/>
                </a:solidFill>
                <a:latin typeface="Roboto Condensed Light"/>
                <a:ea typeface="Roboto Condensed Light"/>
                <a:cs typeface="Roboto Condensed Light"/>
                <a:sym typeface="Roboto Condensed Light"/>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70" r:id="rId22"/>
    <p:sldLayoutId id="2147483671" r:id="rId23"/>
    <p:sldLayoutId id="2147483672" r:id="rId24"/>
    <p:sldLayoutId id="2147483673" r:id="rId25"/>
    <p:sldLayoutId id="2147483674" r:id="rId26"/>
    <p:sldLayoutId id="2147483675" r:id="rId27"/>
    <p:sldLayoutId id="2147483676" r:id="rId28"/>
    <p:sldLayoutId id="2147483677" r:id="rId29"/>
    <p:sldLayoutId id="2147483678" r:id="rId30"/>
    <p:sldLayoutId id="2147483679" r:id="rId31"/>
    <p:sldLayoutId id="2147483680" r:id="rId32"/>
    <p:sldLayoutId id="2147483681" r:id="rId33"/>
    <p:sldLayoutId id="2147483682" r:id="rId34"/>
    <p:sldLayoutId id="2147483683" r:id="rId35"/>
    <p:sldLayoutId id="2147483684" r:id="rId36"/>
    <p:sldLayoutId id="2147483685" r:id="rId37"/>
    <p:sldLayoutId id="2147483686" r:id="rId38"/>
    <p:sldLayoutId id="2147483687" r:id="rId39"/>
    <p:sldLayoutId id="2147483688" r:id="rId40"/>
    <p:sldLayoutId id="2147483689" r:id="rId41"/>
    <p:sldLayoutId id="2147483690" r:id="rId42"/>
    <p:sldLayoutId id="2147483691" r:id="rId43"/>
    <p:sldLayoutId id="2147483692" r:id="rId44"/>
    <p:sldLayoutId id="2147483693" r:id="rId45"/>
    <p:sldLayoutId id="2147483694" r:id="rId46"/>
    <p:sldLayoutId id="2147483695" r:id="rId47"/>
    <p:sldLayoutId id="2147483696" r:id="rId48"/>
    <p:sldLayoutId id="2147483697" r:id="rId49"/>
    <p:sldLayoutId id="2147483698" r:id="rId50"/>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5.xml"/></Relationships>
</file>

<file path=ppt/slides/_rels/slide8.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8.xml"/><Relationship Id="rId1" Type="http://schemas.openxmlformats.org/officeDocument/2006/relationships/slideLayout" Target="../slideLayouts/slideLayout1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4.xml"/></Relationships>
</file>

<file path=ppt/slides/_rels/slide1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0.xml"/><Relationship Id="rId1" Type="http://schemas.openxmlformats.org/officeDocument/2006/relationships/slideLayout" Target="../slideLayouts/slideLayout29.xml"/><Relationship Id="rId4" Type="http://schemas.openxmlformats.org/officeDocument/2006/relationships/image" Target="../media/image37.gif"/></Relationships>
</file>

<file path=ppt/slides/_rels/slide1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1.xml"/><Relationship Id="rId1" Type="http://schemas.openxmlformats.org/officeDocument/2006/relationships/slideLayout" Target="../slideLayouts/slideLayout30.xml"/></Relationships>
</file>

<file path=ppt/slides/_rels/slide12.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2.xml"/><Relationship Id="rId1" Type="http://schemas.openxmlformats.org/officeDocument/2006/relationships/slideLayout" Target="../slideLayouts/slideLayout18.xml"/><Relationship Id="rId4" Type="http://schemas.openxmlformats.org/officeDocument/2006/relationships/image" Target="../media/image40.png"/></Relationships>
</file>

<file path=ppt/slides/_rels/slide13.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3.xml"/><Relationship Id="rId1" Type="http://schemas.openxmlformats.org/officeDocument/2006/relationships/slideLayout" Target="../slideLayouts/slideLayout32.xml"/><Relationship Id="rId6" Type="http://schemas.openxmlformats.org/officeDocument/2006/relationships/image" Target="../media/image44.png"/><Relationship Id="rId5" Type="http://schemas.openxmlformats.org/officeDocument/2006/relationships/image" Target="../media/image43.png"/><Relationship Id="rId4" Type="http://schemas.openxmlformats.org/officeDocument/2006/relationships/image" Target="../media/image42.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0.xml"/></Relationships>
</file>

<file path=ppt/slides/_rels/slide15.xml.rels><?xml version="1.0" encoding="UTF-8" standalone="yes"?>
<Relationships xmlns="http://schemas.openxmlformats.org/package/2006/relationships"><Relationship Id="rId8" Type="http://schemas.openxmlformats.org/officeDocument/2006/relationships/image" Target="../media/image50.png"/><Relationship Id="rId3" Type="http://schemas.openxmlformats.org/officeDocument/2006/relationships/image" Target="../media/image45.png"/><Relationship Id="rId7" Type="http://schemas.openxmlformats.org/officeDocument/2006/relationships/image" Target="../media/image49.png"/><Relationship Id="rId2" Type="http://schemas.openxmlformats.org/officeDocument/2006/relationships/notesSlide" Target="../notesSlides/notesSlide15.xml"/><Relationship Id="rId1" Type="http://schemas.openxmlformats.org/officeDocument/2006/relationships/slideLayout" Target="../slideLayouts/slideLayout49.xml"/><Relationship Id="rId6" Type="http://schemas.openxmlformats.org/officeDocument/2006/relationships/image" Target="../media/image48.png"/><Relationship Id="rId5" Type="http://schemas.openxmlformats.org/officeDocument/2006/relationships/image" Target="../media/image47.png"/><Relationship Id="rId10" Type="http://schemas.openxmlformats.org/officeDocument/2006/relationships/image" Target="../media/image52.png"/><Relationship Id="rId4" Type="http://schemas.openxmlformats.org/officeDocument/2006/relationships/image" Target="../media/image46.png"/><Relationship Id="rId9" Type="http://schemas.openxmlformats.org/officeDocument/2006/relationships/image" Target="../media/image51.png"/></Relationships>
</file>

<file path=ppt/slides/_rels/slide16.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16.xml"/><Relationship Id="rId1" Type="http://schemas.openxmlformats.org/officeDocument/2006/relationships/slideLayout" Target="../slideLayouts/slideLayout31.xml"/><Relationship Id="rId4" Type="http://schemas.openxmlformats.org/officeDocument/2006/relationships/image" Target="../media/image54.png"/></Relationships>
</file>

<file path=ppt/slides/_rels/slide17.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17.xml"/><Relationship Id="rId1" Type="http://schemas.openxmlformats.org/officeDocument/2006/relationships/slideLayout" Target="../slideLayouts/slideLayout50.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sp>
        <p:nvSpPr>
          <p:cNvPr id="281" name="Google Shape;281;p53"/>
          <p:cNvSpPr txBox="1">
            <a:spLocks noGrp="1"/>
          </p:cNvSpPr>
          <p:nvPr>
            <p:ph type="subTitle" idx="1"/>
          </p:nvPr>
        </p:nvSpPr>
        <p:spPr>
          <a:xfrm>
            <a:off x="3670681" y="2933522"/>
            <a:ext cx="4352100" cy="717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Machine Learning</a:t>
            </a:r>
            <a:endParaRPr dirty="0"/>
          </a:p>
        </p:txBody>
      </p:sp>
      <p:sp>
        <p:nvSpPr>
          <p:cNvPr id="282" name="Google Shape;282;p53"/>
          <p:cNvSpPr txBox="1">
            <a:spLocks noGrp="1"/>
          </p:cNvSpPr>
          <p:nvPr>
            <p:ph type="ctrTitle"/>
          </p:nvPr>
        </p:nvSpPr>
        <p:spPr>
          <a:xfrm>
            <a:off x="1135981" y="1393699"/>
            <a:ext cx="6886800" cy="17823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08 - LOGISTIC</a:t>
            </a:r>
            <a:endParaRPr dirty="0"/>
          </a:p>
          <a:p>
            <a:pPr marL="0" lvl="0" indent="0" algn="r" rtl="0">
              <a:spcBef>
                <a:spcPts val="0"/>
              </a:spcBef>
              <a:spcAft>
                <a:spcPts val="0"/>
              </a:spcAft>
              <a:buNone/>
            </a:pPr>
            <a:r>
              <a:rPr lang="en" dirty="0"/>
              <a:t>REGRESSION</a:t>
            </a:r>
            <a:endParaRPr dirty="0"/>
          </a:p>
        </p:txBody>
      </p:sp>
      <p:cxnSp>
        <p:nvCxnSpPr>
          <p:cNvPr id="283" name="Google Shape;283;p53"/>
          <p:cNvCxnSpPr/>
          <p:nvPr/>
        </p:nvCxnSpPr>
        <p:spPr>
          <a:xfrm>
            <a:off x="7145675" y="3176000"/>
            <a:ext cx="2086500" cy="0"/>
          </a:xfrm>
          <a:prstGeom prst="straightConnector1">
            <a:avLst/>
          </a:prstGeom>
          <a:noFill/>
          <a:ln w="9525" cap="flat" cmpd="sng">
            <a:solidFill>
              <a:schemeClr val="dk1"/>
            </a:solidFill>
            <a:prstDash val="solid"/>
            <a:round/>
            <a:headEnd type="none" w="med" len="med"/>
            <a:tailEnd type="none" w="med" len="med"/>
          </a:ln>
        </p:spPr>
      </p:cxn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229"/>
        <p:cNvGrpSpPr/>
        <p:nvPr/>
      </p:nvGrpSpPr>
      <p:grpSpPr>
        <a:xfrm>
          <a:off x="0" y="0"/>
          <a:ext cx="0" cy="0"/>
          <a:chOff x="0" y="0"/>
          <a:chExt cx="0" cy="0"/>
        </a:xfrm>
      </p:grpSpPr>
      <p:sp>
        <p:nvSpPr>
          <p:cNvPr id="230" name="Google Shape;230;p39"/>
          <p:cNvSpPr txBox="1">
            <a:spLocks noGrp="1"/>
          </p:cNvSpPr>
          <p:nvPr>
            <p:ph type="ctrTitle"/>
          </p:nvPr>
        </p:nvSpPr>
        <p:spPr>
          <a:xfrm>
            <a:off x="1645200" y="352850"/>
            <a:ext cx="5853600" cy="946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Course Overview:</a:t>
            </a:r>
            <a:endParaRPr dirty="0"/>
          </a:p>
        </p:txBody>
      </p:sp>
      <p:sp>
        <p:nvSpPr>
          <p:cNvPr id="231" name="Google Shape;231;p39"/>
          <p:cNvSpPr/>
          <p:nvPr/>
        </p:nvSpPr>
        <p:spPr>
          <a:xfrm>
            <a:off x="662850" y="1299050"/>
            <a:ext cx="1561800" cy="796500"/>
          </a:xfrm>
          <a:prstGeom prst="flowChartAlternateProcess">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dirty="0">
                <a:solidFill>
                  <a:schemeClr val="accent1"/>
                </a:solidFill>
                <a:latin typeface="Exo 2"/>
                <a:sym typeface="Exo 2"/>
              </a:rPr>
              <a:t>1.1 - Python Review</a:t>
            </a:r>
            <a:endParaRPr sz="1200" dirty="0">
              <a:solidFill>
                <a:schemeClr val="accent1"/>
              </a:solidFill>
              <a:latin typeface="Exo 2"/>
              <a:sym typeface="Exo 2"/>
            </a:endParaRPr>
          </a:p>
        </p:txBody>
      </p:sp>
      <p:sp>
        <p:nvSpPr>
          <p:cNvPr id="232" name="Google Shape;232;p39"/>
          <p:cNvSpPr/>
          <p:nvPr/>
        </p:nvSpPr>
        <p:spPr>
          <a:xfrm>
            <a:off x="2684776" y="1309150"/>
            <a:ext cx="1561800" cy="776100"/>
          </a:xfrm>
          <a:prstGeom prst="flowChartAlternateProcess">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algn="ctr"/>
            <a:r>
              <a:rPr lang="en" sz="1200" dirty="0">
                <a:solidFill>
                  <a:schemeClr val="accent1"/>
                </a:solidFill>
                <a:latin typeface="Exo 2"/>
              </a:rPr>
              <a:t>1.2 - Numpy</a:t>
            </a:r>
            <a:endParaRPr sz="1200" dirty="0">
              <a:solidFill>
                <a:schemeClr val="accent1"/>
              </a:solidFill>
              <a:latin typeface="Exo 2"/>
            </a:endParaRPr>
          </a:p>
        </p:txBody>
      </p:sp>
      <p:cxnSp>
        <p:nvCxnSpPr>
          <p:cNvPr id="233" name="Google Shape;233;p39"/>
          <p:cNvCxnSpPr>
            <a:stCxn id="231" idx="3"/>
            <a:endCxn id="232" idx="1"/>
          </p:cNvCxnSpPr>
          <p:nvPr/>
        </p:nvCxnSpPr>
        <p:spPr>
          <a:xfrm>
            <a:off x="2224650" y="1697300"/>
            <a:ext cx="460200" cy="0"/>
          </a:xfrm>
          <a:prstGeom prst="straightConnector1">
            <a:avLst/>
          </a:prstGeom>
          <a:noFill/>
          <a:ln w="28575" cap="flat" cmpd="sng">
            <a:solidFill>
              <a:schemeClr val="dk2"/>
            </a:solidFill>
            <a:prstDash val="solid"/>
            <a:round/>
            <a:headEnd type="none" w="med" len="med"/>
            <a:tailEnd type="triangle" w="med" len="med"/>
          </a:ln>
        </p:spPr>
      </p:cxnSp>
      <p:sp>
        <p:nvSpPr>
          <p:cNvPr id="234" name="Google Shape;234;p39"/>
          <p:cNvSpPr/>
          <p:nvPr/>
        </p:nvSpPr>
        <p:spPr>
          <a:xfrm>
            <a:off x="4681975" y="1298950"/>
            <a:ext cx="1561800" cy="796500"/>
          </a:xfrm>
          <a:prstGeom prst="flowChartAlternateProcess">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dirty="0">
                <a:solidFill>
                  <a:schemeClr val="accent1"/>
                </a:solidFill>
                <a:latin typeface="Exo 2"/>
                <a:sym typeface="Exo 2"/>
              </a:rPr>
              <a:t>1.3 - Pandas</a:t>
            </a:r>
            <a:endParaRPr sz="1200" dirty="0">
              <a:solidFill>
                <a:schemeClr val="accent1"/>
              </a:solidFill>
              <a:latin typeface="Exo 2"/>
              <a:sym typeface="Exo 2"/>
            </a:endParaRPr>
          </a:p>
        </p:txBody>
      </p:sp>
      <p:sp>
        <p:nvSpPr>
          <p:cNvPr id="235" name="Google Shape;235;p39"/>
          <p:cNvSpPr/>
          <p:nvPr/>
        </p:nvSpPr>
        <p:spPr>
          <a:xfrm>
            <a:off x="6679176" y="1309250"/>
            <a:ext cx="1561800" cy="776100"/>
          </a:xfrm>
          <a:prstGeom prst="flowChartAlternateProcess">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dirty="0">
                <a:solidFill>
                  <a:schemeClr val="accent1"/>
                </a:solidFill>
                <a:latin typeface="Exo 2"/>
              </a:rPr>
              <a:t>1.4 - Seaborn</a:t>
            </a:r>
            <a:endParaRPr sz="1200" dirty="0">
              <a:solidFill>
                <a:schemeClr val="accent1"/>
              </a:solidFill>
              <a:latin typeface="Exo 2"/>
            </a:endParaRPr>
          </a:p>
        </p:txBody>
      </p:sp>
      <p:cxnSp>
        <p:nvCxnSpPr>
          <p:cNvPr id="236" name="Google Shape;236;p39"/>
          <p:cNvCxnSpPr>
            <a:stCxn id="234" idx="3"/>
            <a:endCxn id="235" idx="1"/>
          </p:cNvCxnSpPr>
          <p:nvPr/>
        </p:nvCxnSpPr>
        <p:spPr>
          <a:xfrm>
            <a:off x="6243775" y="1697200"/>
            <a:ext cx="435300" cy="0"/>
          </a:xfrm>
          <a:prstGeom prst="straightConnector1">
            <a:avLst/>
          </a:prstGeom>
          <a:noFill/>
          <a:ln w="28575" cap="flat" cmpd="sng">
            <a:solidFill>
              <a:schemeClr val="dk2"/>
            </a:solidFill>
            <a:prstDash val="solid"/>
            <a:round/>
            <a:headEnd type="none" w="med" len="med"/>
            <a:tailEnd type="triangle" w="med" len="med"/>
          </a:ln>
        </p:spPr>
      </p:cxnSp>
      <p:cxnSp>
        <p:nvCxnSpPr>
          <p:cNvPr id="237" name="Google Shape;237;p39"/>
          <p:cNvCxnSpPr/>
          <p:nvPr/>
        </p:nvCxnSpPr>
        <p:spPr>
          <a:xfrm>
            <a:off x="4234250" y="1697300"/>
            <a:ext cx="435300" cy="0"/>
          </a:xfrm>
          <a:prstGeom prst="straightConnector1">
            <a:avLst/>
          </a:prstGeom>
          <a:noFill/>
          <a:ln w="28575" cap="flat" cmpd="sng">
            <a:solidFill>
              <a:schemeClr val="dk2"/>
            </a:solidFill>
            <a:prstDash val="solid"/>
            <a:round/>
            <a:headEnd type="none" w="med" len="med"/>
            <a:tailEnd type="triangle" w="med" len="med"/>
          </a:ln>
        </p:spPr>
      </p:cxnSp>
      <p:sp>
        <p:nvSpPr>
          <p:cNvPr id="238" name="Google Shape;238;p39"/>
          <p:cNvSpPr/>
          <p:nvPr/>
        </p:nvSpPr>
        <p:spPr>
          <a:xfrm>
            <a:off x="662850" y="2388075"/>
            <a:ext cx="1021500" cy="796500"/>
          </a:xfrm>
          <a:prstGeom prst="flowChartAlternateProcess">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dirty="0">
                <a:solidFill>
                  <a:schemeClr val="accent1"/>
                </a:solidFill>
                <a:latin typeface="Exo 2"/>
                <a:sym typeface="Exo 2"/>
              </a:rPr>
              <a:t>2.1 - ML Intro</a:t>
            </a:r>
            <a:endParaRPr sz="1200" dirty="0">
              <a:solidFill>
                <a:schemeClr val="accent1"/>
              </a:solidFill>
              <a:latin typeface="Exo 2"/>
              <a:sym typeface="Exo 2"/>
            </a:endParaRPr>
          </a:p>
        </p:txBody>
      </p:sp>
      <p:sp>
        <p:nvSpPr>
          <p:cNvPr id="239" name="Google Shape;239;p39"/>
          <p:cNvSpPr/>
          <p:nvPr/>
        </p:nvSpPr>
        <p:spPr>
          <a:xfrm>
            <a:off x="1985500" y="2398175"/>
            <a:ext cx="1021500" cy="776100"/>
          </a:xfrm>
          <a:prstGeom prst="flowChartAlternateProcess">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chemeClr val="accent1"/>
                </a:solidFill>
                <a:latin typeface="Exo 2"/>
              </a:rPr>
              <a:t>2.2 - Linear Regression</a:t>
            </a:r>
            <a:endParaRPr sz="1100" dirty="0">
              <a:solidFill>
                <a:schemeClr val="accent1"/>
              </a:solidFill>
              <a:latin typeface="Exo 2"/>
            </a:endParaRPr>
          </a:p>
        </p:txBody>
      </p:sp>
      <p:cxnSp>
        <p:nvCxnSpPr>
          <p:cNvPr id="240" name="Google Shape;240;p39"/>
          <p:cNvCxnSpPr>
            <a:stCxn id="238" idx="3"/>
            <a:endCxn id="239" idx="1"/>
          </p:cNvCxnSpPr>
          <p:nvPr/>
        </p:nvCxnSpPr>
        <p:spPr>
          <a:xfrm>
            <a:off x="1684350" y="2786325"/>
            <a:ext cx="301200" cy="0"/>
          </a:xfrm>
          <a:prstGeom prst="straightConnector1">
            <a:avLst/>
          </a:prstGeom>
          <a:noFill/>
          <a:ln w="28575" cap="flat" cmpd="sng">
            <a:solidFill>
              <a:schemeClr val="dk2"/>
            </a:solidFill>
            <a:prstDash val="solid"/>
            <a:round/>
            <a:headEnd type="none" w="med" len="med"/>
            <a:tailEnd type="triangle" w="med" len="med"/>
          </a:ln>
        </p:spPr>
      </p:cxnSp>
      <p:sp>
        <p:nvSpPr>
          <p:cNvPr id="241" name="Google Shape;241;p39"/>
          <p:cNvSpPr/>
          <p:nvPr/>
        </p:nvSpPr>
        <p:spPr>
          <a:xfrm>
            <a:off x="3287163" y="2387975"/>
            <a:ext cx="1021500" cy="796500"/>
          </a:xfrm>
          <a:prstGeom prst="flowChartAlternateProcess">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chemeClr val="accent1"/>
                </a:solidFill>
                <a:latin typeface="Exo 2"/>
                <a:ea typeface="Exo 2"/>
                <a:cs typeface="Exo 2"/>
                <a:sym typeface="Exo 2"/>
              </a:rPr>
              <a:t>2.3 - Logistic Regression</a:t>
            </a:r>
            <a:endParaRPr sz="1100" dirty="0">
              <a:solidFill>
                <a:schemeClr val="accent1"/>
              </a:solidFill>
              <a:latin typeface="Exo 2"/>
              <a:ea typeface="Exo 2"/>
              <a:cs typeface="Exo 2"/>
              <a:sym typeface="Exo 2"/>
            </a:endParaRPr>
          </a:p>
        </p:txBody>
      </p:sp>
      <p:sp>
        <p:nvSpPr>
          <p:cNvPr id="242" name="Google Shape;242;p39"/>
          <p:cNvSpPr/>
          <p:nvPr/>
        </p:nvSpPr>
        <p:spPr>
          <a:xfrm>
            <a:off x="4593637" y="2398275"/>
            <a:ext cx="1021500" cy="776100"/>
          </a:xfrm>
          <a:prstGeom prst="flowChartAlternateProcess">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lvl="0" algn="ctr"/>
            <a:r>
              <a:rPr lang="en" sz="1100" dirty="0">
                <a:solidFill>
                  <a:schemeClr val="accent1"/>
                </a:solidFill>
                <a:latin typeface="Exo 2"/>
              </a:rPr>
              <a:t>2.4 -</a:t>
            </a:r>
            <a:r>
              <a:rPr lang="de-DE" sz="1100" dirty="0" err="1">
                <a:solidFill>
                  <a:schemeClr val="accent1"/>
                </a:solidFill>
                <a:latin typeface="Exo 2"/>
              </a:rPr>
              <a:t>Naïve</a:t>
            </a:r>
            <a:r>
              <a:rPr lang="de-DE" sz="1100" dirty="0">
                <a:solidFill>
                  <a:schemeClr val="accent1"/>
                </a:solidFill>
                <a:latin typeface="Exo 2"/>
              </a:rPr>
              <a:t> Bayes </a:t>
            </a:r>
            <a:r>
              <a:rPr lang="de-DE" sz="1100" dirty="0" err="1">
                <a:solidFill>
                  <a:schemeClr val="accent1"/>
                </a:solidFill>
                <a:latin typeface="Exo 2"/>
              </a:rPr>
              <a:t>Classifier</a:t>
            </a:r>
            <a:endParaRPr sz="1100" dirty="0">
              <a:solidFill>
                <a:schemeClr val="accent1"/>
              </a:solidFill>
              <a:latin typeface="Exo 2"/>
            </a:endParaRPr>
          </a:p>
        </p:txBody>
      </p:sp>
      <p:cxnSp>
        <p:nvCxnSpPr>
          <p:cNvPr id="243" name="Google Shape;243;p39"/>
          <p:cNvCxnSpPr>
            <a:stCxn id="241" idx="3"/>
            <a:endCxn id="242" idx="1"/>
          </p:cNvCxnSpPr>
          <p:nvPr/>
        </p:nvCxnSpPr>
        <p:spPr>
          <a:xfrm>
            <a:off x="4308663" y="2786225"/>
            <a:ext cx="284974" cy="100"/>
          </a:xfrm>
          <a:prstGeom prst="straightConnector1">
            <a:avLst/>
          </a:prstGeom>
          <a:noFill/>
          <a:ln w="28575" cap="flat" cmpd="sng">
            <a:solidFill>
              <a:schemeClr val="dk2"/>
            </a:solidFill>
            <a:prstDash val="solid"/>
            <a:round/>
            <a:headEnd type="none" w="med" len="med"/>
            <a:tailEnd type="triangle" w="med" len="med"/>
          </a:ln>
        </p:spPr>
      </p:cxnSp>
      <p:cxnSp>
        <p:nvCxnSpPr>
          <p:cNvPr id="244" name="Google Shape;244;p39"/>
          <p:cNvCxnSpPr/>
          <p:nvPr/>
        </p:nvCxnSpPr>
        <p:spPr>
          <a:xfrm>
            <a:off x="2999078" y="2786325"/>
            <a:ext cx="284700" cy="0"/>
          </a:xfrm>
          <a:prstGeom prst="straightConnector1">
            <a:avLst/>
          </a:prstGeom>
          <a:noFill/>
          <a:ln w="28575" cap="flat" cmpd="sng">
            <a:solidFill>
              <a:schemeClr val="dk2"/>
            </a:solidFill>
            <a:prstDash val="solid"/>
            <a:round/>
            <a:headEnd type="none" w="med" len="med"/>
            <a:tailEnd type="triangle" w="med" len="med"/>
          </a:ln>
        </p:spPr>
      </p:cxnSp>
      <p:sp>
        <p:nvSpPr>
          <p:cNvPr id="245" name="Google Shape;245;p39"/>
          <p:cNvSpPr/>
          <p:nvPr/>
        </p:nvSpPr>
        <p:spPr>
          <a:xfrm>
            <a:off x="7211180" y="2367574"/>
            <a:ext cx="1021500" cy="796500"/>
          </a:xfrm>
          <a:prstGeom prst="flowChartAlternateProcess">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dirty="0">
                <a:solidFill>
                  <a:schemeClr val="accent1"/>
                </a:solidFill>
                <a:latin typeface="Exo 2"/>
                <a:sym typeface="Exo 2"/>
              </a:rPr>
              <a:t>2.6 - Decision Trees</a:t>
            </a:r>
            <a:endParaRPr sz="1100" dirty="0">
              <a:solidFill>
                <a:schemeClr val="accent1"/>
              </a:solidFill>
              <a:latin typeface="Exo 2"/>
              <a:sym typeface="Exo 2"/>
            </a:endParaRPr>
          </a:p>
        </p:txBody>
      </p:sp>
      <p:cxnSp>
        <p:nvCxnSpPr>
          <p:cNvPr id="247" name="Google Shape;247;p39"/>
          <p:cNvCxnSpPr>
            <a:cxnSpLocks/>
          </p:cNvCxnSpPr>
          <p:nvPr/>
        </p:nvCxnSpPr>
        <p:spPr>
          <a:xfrm>
            <a:off x="6926180" y="2770549"/>
            <a:ext cx="285000" cy="0"/>
          </a:xfrm>
          <a:prstGeom prst="straightConnector1">
            <a:avLst/>
          </a:prstGeom>
          <a:noFill/>
          <a:ln w="28575" cap="flat" cmpd="sng">
            <a:solidFill>
              <a:schemeClr val="dk2"/>
            </a:solidFill>
            <a:prstDash val="solid"/>
            <a:round/>
            <a:headEnd type="none" w="med" len="med"/>
            <a:tailEnd type="triangle" w="med" len="med"/>
          </a:ln>
        </p:spPr>
      </p:cxnSp>
      <p:cxnSp>
        <p:nvCxnSpPr>
          <p:cNvPr id="248" name="Google Shape;248;p39"/>
          <p:cNvCxnSpPr>
            <a:cxnSpLocks/>
          </p:cNvCxnSpPr>
          <p:nvPr/>
        </p:nvCxnSpPr>
        <p:spPr>
          <a:xfrm>
            <a:off x="5619980" y="2796625"/>
            <a:ext cx="284700" cy="0"/>
          </a:xfrm>
          <a:prstGeom prst="straightConnector1">
            <a:avLst/>
          </a:prstGeom>
          <a:noFill/>
          <a:ln w="28575" cap="flat" cmpd="sng">
            <a:solidFill>
              <a:schemeClr val="dk2"/>
            </a:solidFill>
            <a:prstDash val="solid"/>
            <a:round/>
            <a:headEnd type="none" w="med" len="med"/>
            <a:tailEnd type="triangle" w="med" len="med"/>
          </a:ln>
        </p:spPr>
      </p:cxnSp>
      <p:sp>
        <p:nvSpPr>
          <p:cNvPr id="249" name="Google Shape;249;p39"/>
          <p:cNvSpPr/>
          <p:nvPr/>
        </p:nvSpPr>
        <p:spPr>
          <a:xfrm>
            <a:off x="662875" y="3487200"/>
            <a:ext cx="1462746" cy="796500"/>
          </a:xfrm>
          <a:prstGeom prst="flowChartAlternateProcess">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strike="sngStrike" dirty="0">
                <a:solidFill>
                  <a:schemeClr val="accent1"/>
                </a:solidFill>
                <a:latin typeface="Exo 2"/>
                <a:ea typeface="Exo 2"/>
                <a:cs typeface="Exo 2"/>
                <a:sym typeface="Exo 2"/>
              </a:rPr>
              <a:t>3.1 – Ensembling Learning</a:t>
            </a:r>
            <a:endParaRPr sz="1200" strike="sngStrike" dirty="0">
              <a:solidFill>
                <a:schemeClr val="accent1"/>
              </a:solidFill>
              <a:latin typeface="Exo 2"/>
              <a:ea typeface="Exo 2"/>
              <a:cs typeface="Exo 2"/>
              <a:sym typeface="Exo 2"/>
            </a:endParaRPr>
          </a:p>
        </p:txBody>
      </p:sp>
      <p:cxnSp>
        <p:nvCxnSpPr>
          <p:cNvPr id="251" name="Google Shape;251;p39"/>
          <p:cNvCxnSpPr>
            <a:cxnSpLocks/>
            <a:stCxn id="249" idx="3"/>
          </p:cNvCxnSpPr>
          <p:nvPr/>
        </p:nvCxnSpPr>
        <p:spPr>
          <a:xfrm flipV="1">
            <a:off x="2125621" y="3883468"/>
            <a:ext cx="329129" cy="1982"/>
          </a:xfrm>
          <a:prstGeom prst="straightConnector1">
            <a:avLst/>
          </a:prstGeom>
          <a:noFill/>
          <a:ln w="28575" cap="flat" cmpd="sng">
            <a:solidFill>
              <a:schemeClr val="dk2"/>
            </a:solidFill>
            <a:prstDash val="solid"/>
            <a:round/>
            <a:headEnd type="none" w="med" len="med"/>
            <a:tailEnd type="triangle" w="med" len="med"/>
          </a:ln>
        </p:spPr>
      </p:cxnSp>
      <p:sp>
        <p:nvSpPr>
          <p:cNvPr id="252" name="Google Shape;252;p39"/>
          <p:cNvSpPr/>
          <p:nvPr/>
        </p:nvSpPr>
        <p:spPr>
          <a:xfrm>
            <a:off x="3889561" y="3495418"/>
            <a:ext cx="1944680" cy="776100"/>
          </a:xfrm>
          <a:prstGeom prst="flowChartAlternateProcess">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strike="sngStrike" dirty="0">
                <a:solidFill>
                  <a:schemeClr val="accent1"/>
                </a:solidFill>
                <a:latin typeface="Exo 2"/>
              </a:rPr>
              <a:t>4</a:t>
            </a:r>
            <a:r>
              <a:rPr lang="en" sz="1200" strike="sngStrike" dirty="0">
                <a:solidFill>
                  <a:schemeClr val="accent1"/>
                </a:solidFill>
                <a:latin typeface="Exo 2"/>
              </a:rPr>
              <a:t>.* - Natural Language Processing (NLP)</a:t>
            </a:r>
            <a:endParaRPr sz="1200" strike="sngStrike" dirty="0">
              <a:solidFill>
                <a:schemeClr val="accent1"/>
              </a:solidFill>
              <a:latin typeface="Exo 2"/>
            </a:endParaRPr>
          </a:p>
        </p:txBody>
      </p:sp>
      <p:cxnSp>
        <p:nvCxnSpPr>
          <p:cNvPr id="253" name="Google Shape;253;p39"/>
          <p:cNvCxnSpPr>
            <a:cxnSpLocks/>
          </p:cNvCxnSpPr>
          <p:nvPr/>
        </p:nvCxnSpPr>
        <p:spPr>
          <a:xfrm flipV="1">
            <a:off x="3512022" y="3885450"/>
            <a:ext cx="370594" cy="101"/>
          </a:xfrm>
          <a:prstGeom prst="straightConnector1">
            <a:avLst/>
          </a:prstGeom>
          <a:noFill/>
          <a:ln w="28575" cap="flat" cmpd="sng">
            <a:solidFill>
              <a:schemeClr val="dk2"/>
            </a:solidFill>
            <a:prstDash val="solid"/>
            <a:round/>
            <a:headEnd type="none" w="med" len="med"/>
            <a:tailEnd type="triangle" w="med" len="med"/>
          </a:ln>
        </p:spPr>
      </p:cxnSp>
      <p:cxnSp>
        <p:nvCxnSpPr>
          <p:cNvPr id="8" name="Connector: Elbow 7">
            <a:extLst>
              <a:ext uri="{FF2B5EF4-FFF2-40B4-BE49-F238E27FC236}">
                <a16:creationId xmlns:a16="http://schemas.microsoft.com/office/drawing/2014/main" id="{7CE7875C-AF3A-C2C2-F19E-141096FF1EEF}"/>
              </a:ext>
            </a:extLst>
          </p:cNvPr>
          <p:cNvCxnSpPr>
            <a:cxnSpLocks/>
          </p:cNvCxnSpPr>
          <p:nvPr/>
        </p:nvCxnSpPr>
        <p:spPr>
          <a:xfrm rot="5400000">
            <a:off x="4576588" y="302261"/>
            <a:ext cx="302525" cy="6004452"/>
          </a:xfrm>
          <a:prstGeom prst="bentConnector3">
            <a:avLst>
              <a:gd name="adj1" fmla="val 50000"/>
            </a:avLst>
          </a:prstGeom>
          <a:ln>
            <a:tailEnd type="triangle"/>
          </a:ln>
        </p:spPr>
        <p:style>
          <a:lnRef idx="2">
            <a:schemeClr val="accent2"/>
          </a:lnRef>
          <a:fillRef idx="0">
            <a:schemeClr val="accent2"/>
          </a:fillRef>
          <a:effectRef idx="1">
            <a:schemeClr val="accent2"/>
          </a:effectRef>
          <a:fontRef idx="minor">
            <a:schemeClr val="tx1"/>
          </a:fontRef>
        </p:style>
      </p:cxnSp>
      <p:sp>
        <p:nvSpPr>
          <p:cNvPr id="10" name="Google Shape;242;p39">
            <a:extLst>
              <a:ext uri="{FF2B5EF4-FFF2-40B4-BE49-F238E27FC236}">
                <a16:creationId xmlns:a16="http://schemas.microsoft.com/office/drawing/2014/main" id="{C367036A-0937-2BA9-B3D7-B66F206EBDE5}"/>
              </a:ext>
            </a:extLst>
          </p:cNvPr>
          <p:cNvSpPr/>
          <p:nvPr/>
        </p:nvSpPr>
        <p:spPr>
          <a:xfrm>
            <a:off x="5899893" y="2387974"/>
            <a:ext cx="1021500" cy="776100"/>
          </a:xfrm>
          <a:prstGeom prst="flowChartAlternateProcess">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indent="0" algn="ctr">
              <a:buFont typeface="Arial"/>
              <a:buNone/>
            </a:pPr>
            <a:r>
              <a:rPr lang="en" sz="1100" strike="sngStrike" dirty="0">
                <a:solidFill>
                  <a:schemeClr val="accent1"/>
                </a:solidFill>
                <a:latin typeface="Exo 2"/>
              </a:rPr>
              <a:t>2.5 - KNN</a:t>
            </a:r>
            <a:endParaRPr sz="1100" strike="sngStrike" dirty="0">
              <a:solidFill>
                <a:schemeClr val="accent1"/>
              </a:solidFill>
              <a:latin typeface="Exo 2"/>
            </a:endParaRPr>
          </a:p>
        </p:txBody>
      </p:sp>
      <p:sp>
        <p:nvSpPr>
          <p:cNvPr id="11" name="Google Shape;246;p39"/>
          <p:cNvSpPr/>
          <p:nvPr/>
        </p:nvSpPr>
        <p:spPr>
          <a:xfrm>
            <a:off x="2484398" y="3497801"/>
            <a:ext cx="1021500" cy="771335"/>
          </a:xfrm>
          <a:prstGeom prst="flowChartAlternateProcess">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algn="ctr"/>
            <a:r>
              <a:rPr lang="en" sz="1200" strike="sngStrike" dirty="0">
                <a:solidFill>
                  <a:schemeClr val="accent1"/>
                </a:solidFill>
                <a:latin typeface="Exo 2"/>
              </a:rPr>
              <a:t>3.2 - Neural Networks</a:t>
            </a:r>
            <a:endParaRPr sz="1200" strike="sngStrike" dirty="0">
              <a:solidFill>
                <a:schemeClr val="accent1"/>
              </a:solidFill>
              <a:latin typeface="Exo 2"/>
            </a:endParaRPr>
          </a:p>
        </p:txBody>
      </p:sp>
      <p:sp>
        <p:nvSpPr>
          <p:cNvPr id="15" name="Google Shape;250;p39"/>
          <p:cNvSpPr/>
          <p:nvPr/>
        </p:nvSpPr>
        <p:spPr>
          <a:xfrm>
            <a:off x="6215053" y="3487163"/>
            <a:ext cx="2125500" cy="776100"/>
          </a:xfrm>
          <a:prstGeom prst="flowChartAlternateProcess">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dirty="0">
                <a:solidFill>
                  <a:schemeClr val="accent1"/>
                </a:solidFill>
                <a:latin typeface="Exo 2"/>
              </a:rPr>
              <a:t>5.* Competition Tips &amp; Final Thoughts</a:t>
            </a:r>
            <a:endParaRPr sz="1200" dirty="0">
              <a:solidFill>
                <a:schemeClr val="accent1"/>
              </a:solidFill>
              <a:latin typeface="Exo 2"/>
            </a:endParaRPr>
          </a:p>
        </p:txBody>
      </p:sp>
      <p:cxnSp>
        <p:nvCxnSpPr>
          <p:cNvPr id="29" name="Google Shape;253;p39">
            <a:extLst>
              <a:ext uri="{FF2B5EF4-FFF2-40B4-BE49-F238E27FC236}">
                <a16:creationId xmlns:a16="http://schemas.microsoft.com/office/drawing/2014/main" id="{83D54D0B-E89E-5AFB-7532-752D8B42179B}"/>
              </a:ext>
            </a:extLst>
          </p:cNvPr>
          <p:cNvCxnSpPr>
            <a:cxnSpLocks/>
          </p:cNvCxnSpPr>
          <p:nvPr/>
        </p:nvCxnSpPr>
        <p:spPr>
          <a:xfrm flipV="1">
            <a:off x="5847310" y="3908621"/>
            <a:ext cx="370594" cy="101"/>
          </a:xfrm>
          <a:prstGeom prst="straightConnector1">
            <a:avLst/>
          </a:prstGeom>
          <a:noFill/>
          <a:ln w="28575" cap="flat" cmpd="sng">
            <a:solidFill>
              <a:schemeClr val="dk2"/>
            </a:solidFill>
            <a:prstDash val="solid"/>
            <a:round/>
            <a:headEnd type="none" w="med" len="med"/>
            <a:tailEnd type="triangle" w="med" len="med"/>
          </a:ln>
        </p:spPr>
      </p:cxn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87"/>
        <p:cNvGrpSpPr/>
        <p:nvPr/>
      </p:nvGrpSpPr>
      <p:grpSpPr>
        <a:xfrm>
          <a:off x="0" y="0"/>
          <a:ext cx="0" cy="0"/>
          <a:chOff x="0" y="0"/>
          <a:chExt cx="0" cy="0"/>
        </a:xfrm>
      </p:grpSpPr>
      <p:sp>
        <p:nvSpPr>
          <p:cNvPr id="288" name="Google Shape;288;p54"/>
          <p:cNvSpPr txBox="1">
            <a:spLocks noGrp="1"/>
          </p:cNvSpPr>
          <p:nvPr>
            <p:ph type="ctrTitle"/>
          </p:nvPr>
        </p:nvSpPr>
        <p:spPr>
          <a:xfrm>
            <a:off x="3385875" y="2098650"/>
            <a:ext cx="2372400" cy="946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TABLE OF CONTENTS</a:t>
            </a:r>
            <a:endParaRPr/>
          </a:p>
        </p:txBody>
      </p:sp>
      <p:sp>
        <p:nvSpPr>
          <p:cNvPr id="289" name="Google Shape;289;p54"/>
          <p:cNvSpPr txBox="1">
            <a:spLocks noGrp="1"/>
          </p:cNvSpPr>
          <p:nvPr>
            <p:ph type="ctrTitle" idx="9"/>
          </p:nvPr>
        </p:nvSpPr>
        <p:spPr>
          <a:xfrm>
            <a:off x="390296" y="1167854"/>
            <a:ext cx="1974300" cy="5778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Review</a:t>
            </a:r>
            <a:endParaRPr/>
          </a:p>
        </p:txBody>
      </p:sp>
      <p:sp>
        <p:nvSpPr>
          <p:cNvPr id="290" name="Google Shape;290;p54"/>
          <p:cNvSpPr txBox="1">
            <a:spLocks noGrp="1"/>
          </p:cNvSpPr>
          <p:nvPr>
            <p:ph type="title" idx="5"/>
          </p:nvPr>
        </p:nvSpPr>
        <p:spPr>
          <a:xfrm>
            <a:off x="2105406" y="2487168"/>
            <a:ext cx="1107600" cy="577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a:t>02</a:t>
            </a:r>
            <a:endParaRPr/>
          </a:p>
        </p:txBody>
      </p:sp>
      <p:sp>
        <p:nvSpPr>
          <p:cNvPr id="291" name="Google Shape;291;p54"/>
          <p:cNvSpPr txBox="1">
            <a:spLocks noGrp="1"/>
          </p:cNvSpPr>
          <p:nvPr>
            <p:ph type="title" idx="4"/>
          </p:nvPr>
        </p:nvSpPr>
        <p:spPr>
          <a:xfrm>
            <a:off x="2105406" y="1515808"/>
            <a:ext cx="1107600" cy="577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a:t>01</a:t>
            </a:r>
            <a:endParaRPr/>
          </a:p>
        </p:txBody>
      </p:sp>
      <p:cxnSp>
        <p:nvCxnSpPr>
          <p:cNvPr id="292" name="Google Shape;292;p54"/>
          <p:cNvCxnSpPr/>
          <p:nvPr/>
        </p:nvCxnSpPr>
        <p:spPr>
          <a:xfrm>
            <a:off x="3297225" y="0"/>
            <a:ext cx="0" cy="2393700"/>
          </a:xfrm>
          <a:prstGeom prst="straightConnector1">
            <a:avLst/>
          </a:prstGeom>
          <a:noFill/>
          <a:ln w="9525" cap="flat" cmpd="sng">
            <a:solidFill>
              <a:schemeClr val="dk2"/>
            </a:solidFill>
            <a:prstDash val="solid"/>
            <a:round/>
            <a:headEnd type="none" w="med" len="med"/>
            <a:tailEnd type="none" w="med" len="med"/>
          </a:ln>
        </p:spPr>
      </p:cxnSp>
      <p:cxnSp>
        <p:nvCxnSpPr>
          <p:cNvPr id="293" name="Google Shape;293;p54"/>
          <p:cNvCxnSpPr/>
          <p:nvPr/>
        </p:nvCxnSpPr>
        <p:spPr>
          <a:xfrm>
            <a:off x="5861950" y="3131400"/>
            <a:ext cx="0" cy="2030100"/>
          </a:xfrm>
          <a:prstGeom prst="straightConnector1">
            <a:avLst/>
          </a:prstGeom>
          <a:noFill/>
          <a:ln w="9525" cap="flat" cmpd="sng">
            <a:solidFill>
              <a:schemeClr val="dk2"/>
            </a:solidFill>
            <a:prstDash val="solid"/>
            <a:round/>
            <a:headEnd type="none" w="med" len="med"/>
            <a:tailEnd type="none" w="med" len="med"/>
          </a:ln>
        </p:spPr>
      </p:cxnSp>
      <p:sp>
        <p:nvSpPr>
          <p:cNvPr id="294" name="Google Shape;294;p54"/>
          <p:cNvSpPr txBox="1">
            <a:spLocks noGrp="1"/>
          </p:cNvSpPr>
          <p:nvPr>
            <p:ph type="title" idx="6"/>
          </p:nvPr>
        </p:nvSpPr>
        <p:spPr>
          <a:xfrm>
            <a:off x="5922008" y="2092638"/>
            <a:ext cx="1072200" cy="577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03</a:t>
            </a:r>
            <a:endParaRPr/>
          </a:p>
        </p:txBody>
      </p:sp>
      <p:sp>
        <p:nvSpPr>
          <p:cNvPr id="295" name="Google Shape;295;p54"/>
          <p:cNvSpPr txBox="1">
            <a:spLocks noGrp="1"/>
          </p:cNvSpPr>
          <p:nvPr>
            <p:ph type="title" idx="7"/>
          </p:nvPr>
        </p:nvSpPr>
        <p:spPr>
          <a:xfrm>
            <a:off x="5922008" y="3112336"/>
            <a:ext cx="1072200" cy="577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04</a:t>
            </a:r>
            <a:endParaRPr/>
          </a:p>
        </p:txBody>
      </p:sp>
      <p:sp>
        <p:nvSpPr>
          <p:cNvPr id="296" name="Google Shape;296;p54"/>
          <p:cNvSpPr txBox="1">
            <a:spLocks noGrp="1"/>
          </p:cNvSpPr>
          <p:nvPr>
            <p:ph type="ctrTitle" idx="14"/>
          </p:nvPr>
        </p:nvSpPr>
        <p:spPr>
          <a:xfrm>
            <a:off x="390296" y="2141336"/>
            <a:ext cx="1974300" cy="5778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Logistic Regression</a:t>
            </a:r>
            <a:endParaRPr/>
          </a:p>
        </p:txBody>
      </p:sp>
      <p:sp>
        <p:nvSpPr>
          <p:cNvPr id="297" name="Google Shape;297;p54"/>
          <p:cNvSpPr txBox="1">
            <a:spLocks noGrp="1"/>
          </p:cNvSpPr>
          <p:nvPr>
            <p:ph type="ctrTitle" idx="16"/>
          </p:nvPr>
        </p:nvSpPr>
        <p:spPr>
          <a:xfrm>
            <a:off x="6811558" y="1775180"/>
            <a:ext cx="1974300" cy="577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Metrics</a:t>
            </a:r>
            <a:endParaRPr/>
          </a:p>
        </p:txBody>
      </p:sp>
      <p:sp>
        <p:nvSpPr>
          <p:cNvPr id="298" name="Google Shape;298;p54"/>
          <p:cNvSpPr txBox="1">
            <a:spLocks noGrp="1"/>
          </p:cNvSpPr>
          <p:nvPr>
            <p:ph type="ctrTitle" idx="18"/>
          </p:nvPr>
        </p:nvSpPr>
        <p:spPr>
          <a:xfrm>
            <a:off x="6811558" y="2799095"/>
            <a:ext cx="1974300" cy="577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Implementation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02"/>
        <p:cNvGrpSpPr/>
        <p:nvPr/>
      </p:nvGrpSpPr>
      <p:grpSpPr>
        <a:xfrm>
          <a:off x="0" y="0"/>
          <a:ext cx="0" cy="0"/>
          <a:chOff x="0" y="0"/>
          <a:chExt cx="0" cy="0"/>
        </a:xfrm>
      </p:grpSpPr>
      <p:sp>
        <p:nvSpPr>
          <p:cNvPr id="303" name="Google Shape;303;p55"/>
          <p:cNvSpPr txBox="1">
            <a:spLocks noGrp="1"/>
          </p:cNvSpPr>
          <p:nvPr>
            <p:ph type="ctrTitle"/>
          </p:nvPr>
        </p:nvSpPr>
        <p:spPr>
          <a:xfrm flipH="1">
            <a:off x="1147650" y="3085150"/>
            <a:ext cx="5005500" cy="1022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Classification Review</a:t>
            </a:r>
            <a:endParaRPr/>
          </a:p>
        </p:txBody>
      </p:sp>
      <p:sp>
        <p:nvSpPr>
          <p:cNvPr id="304" name="Google Shape;304;p55"/>
          <p:cNvSpPr txBox="1">
            <a:spLocks noGrp="1"/>
          </p:cNvSpPr>
          <p:nvPr>
            <p:ph type="title" idx="2"/>
          </p:nvPr>
        </p:nvSpPr>
        <p:spPr>
          <a:xfrm flipH="1">
            <a:off x="1147579" y="2323850"/>
            <a:ext cx="2979300" cy="7545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01</a:t>
            </a:r>
            <a:endParaRPr/>
          </a:p>
        </p:txBody>
      </p:sp>
      <p:cxnSp>
        <p:nvCxnSpPr>
          <p:cNvPr id="305" name="Google Shape;305;p55"/>
          <p:cNvCxnSpPr/>
          <p:nvPr/>
        </p:nvCxnSpPr>
        <p:spPr>
          <a:xfrm>
            <a:off x="0" y="4028275"/>
            <a:ext cx="1561500" cy="0"/>
          </a:xfrm>
          <a:prstGeom prst="straightConnector1">
            <a:avLst/>
          </a:prstGeom>
          <a:noFill/>
          <a:ln w="9525" cap="flat" cmpd="sng">
            <a:solidFill>
              <a:schemeClr val="dk1"/>
            </a:solidFill>
            <a:prstDash val="solid"/>
            <a:round/>
            <a:headEnd type="none" w="med" len="med"/>
            <a:tailEnd type="none" w="med" len="med"/>
          </a:ln>
        </p:spPr>
      </p:cxn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309"/>
        <p:cNvGrpSpPr/>
        <p:nvPr/>
      </p:nvGrpSpPr>
      <p:grpSpPr>
        <a:xfrm>
          <a:off x="0" y="0"/>
          <a:ext cx="0" cy="0"/>
          <a:chOff x="0" y="0"/>
          <a:chExt cx="0" cy="0"/>
        </a:xfrm>
      </p:grpSpPr>
      <p:sp>
        <p:nvSpPr>
          <p:cNvPr id="310" name="Google Shape;310;p56"/>
          <p:cNvSpPr txBox="1">
            <a:spLocks noGrp="1"/>
          </p:cNvSpPr>
          <p:nvPr>
            <p:ph type="subTitle" idx="1"/>
          </p:nvPr>
        </p:nvSpPr>
        <p:spPr>
          <a:xfrm>
            <a:off x="1741950" y="1650025"/>
            <a:ext cx="2157300" cy="1003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Predicting numerical values as the outputs given certain inputs.</a:t>
            </a:r>
            <a:endParaRPr/>
          </a:p>
          <a:p>
            <a:pPr marL="0" lvl="0" indent="0" algn="l" rtl="0">
              <a:spcBef>
                <a:spcPts val="0"/>
              </a:spcBef>
              <a:spcAft>
                <a:spcPts val="0"/>
              </a:spcAft>
              <a:buNone/>
            </a:pPr>
            <a:endParaRPr/>
          </a:p>
          <a:p>
            <a:pPr marL="0" lvl="0" indent="0" algn="l" rtl="0">
              <a:spcBef>
                <a:spcPts val="0"/>
              </a:spcBef>
              <a:spcAft>
                <a:spcPts val="0"/>
              </a:spcAft>
              <a:buNone/>
            </a:pPr>
            <a:endParaRPr/>
          </a:p>
        </p:txBody>
      </p:sp>
      <p:sp>
        <p:nvSpPr>
          <p:cNvPr id="311" name="Google Shape;311;p56"/>
          <p:cNvSpPr txBox="1">
            <a:spLocks noGrp="1"/>
          </p:cNvSpPr>
          <p:nvPr>
            <p:ph type="ctrTitle"/>
          </p:nvPr>
        </p:nvSpPr>
        <p:spPr>
          <a:xfrm>
            <a:off x="1964851" y="352850"/>
            <a:ext cx="5214300" cy="946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Types of Supervised Machine Learning Problems</a:t>
            </a:r>
            <a:endParaRPr/>
          </a:p>
          <a:p>
            <a:pPr marL="0" lvl="0" indent="0" algn="ctr" rtl="0">
              <a:spcBef>
                <a:spcPts val="0"/>
              </a:spcBef>
              <a:spcAft>
                <a:spcPts val="0"/>
              </a:spcAft>
              <a:buNone/>
            </a:pPr>
            <a:endParaRPr/>
          </a:p>
          <a:p>
            <a:pPr marL="0" lvl="0" indent="0" algn="ctr" rtl="0">
              <a:spcBef>
                <a:spcPts val="0"/>
              </a:spcBef>
              <a:spcAft>
                <a:spcPts val="0"/>
              </a:spcAft>
              <a:buNone/>
            </a:pPr>
            <a:endParaRPr/>
          </a:p>
        </p:txBody>
      </p:sp>
      <p:sp>
        <p:nvSpPr>
          <p:cNvPr id="312" name="Google Shape;312;p56"/>
          <p:cNvSpPr txBox="1">
            <a:spLocks noGrp="1"/>
          </p:cNvSpPr>
          <p:nvPr>
            <p:ph type="ctrTitle" idx="2"/>
          </p:nvPr>
        </p:nvSpPr>
        <p:spPr>
          <a:xfrm>
            <a:off x="1741950" y="2846700"/>
            <a:ext cx="1257900" cy="427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Regression</a:t>
            </a:r>
            <a:endParaRPr/>
          </a:p>
        </p:txBody>
      </p:sp>
      <p:sp>
        <p:nvSpPr>
          <p:cNvPr id="313" name="Google Shape;313;p56"/>
          <p:cNvSpPr txBox="1">
            <a:spLocks noGrp="1"/>
          </p:cNvSpPr>
          <p:nvPr>
            <p:ph type="ctrTitle" idx="3"/>
          </p:nvPr>
        </p:nvSpPr>
        <p:spPr>
          <a:xfrm>
            <a:off x="5633751" y="3635300"/>
            <a:ext cx="1780500" cy="4275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Classification</a:t>
            </a:r>
            <a:endParaRPr/>
          </a:p>
        </p:txBody>
      </p:sp>
      <p:sp>
        <p:nvSpPr>
          <p:cNvPr id="314" name="Google Shape;314;p56"/>
          <p:cNvSpPr txBox="1">
            <a:spLocks noGrp="1"/>
          </p:cNvSpPr>
          <p:nvPr>
            <p:ph type="subTitle" idx="4"/>
          </p:nvPr>
        </p:nvSpPr>
        <p:spPr>
          <a:xfrm>
            <a:off x="5256958" y="2440056"/>
            <a:ext cx="2157300" cy="10032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en"/>
              <a:t>Categorizing objects with given features into certain classes.</a:t>
            </a:r>
            <a:endParaRPr/>
          </a:p>
          <a:p>
            <a:pPr marL="0" lvl="0" indent="0" algn="r" rtl="0">
              <a:spcBef>
                <a:spcPts val="0"/>
              </a:spcBef>
              <a:spcAft>
                <a:spcPts val="0"/>
              </a:spcAft>
              <a:buNone/>
            </a:pPr>
            <a:endParaRPr/>
          </a:p>
          <a:p>
            <a:pPr marL="0" lvl="0" indent="0" algn="r" rtl="0">
              <a:spcBef>
                <a:spcPts val="0"/>
              </a:spcBef>
              <a:spcAft>
                <a:spcPts val="0"/>
              </a:spcAft>
              <a:buNone/>
            </a:pP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18"/>
        <p:cNvGrpSpPr/>
        <p:nvPr/>
      </p:nvGrpSpPr>
      <p:grpSpPr>
        <a:xfrm>
          <a:off x="0" y="0"/>
          <a:ext cx="0" cy="0"/>
          <a:chOff x="0" y="0"/>
          <a:chExt cx="0" cy="0"/>
        </a:xfrm>
      </p:grpSpPr>
      <p:sp>
        <p:nvSpPr>
          <p:cNvPr id="319" name="Google Shape;319;p57"/>
          <p:cNvSpPr txBox="1">
            <a:spLocks noGrp="1"/>
          </p:cNvSpPr>
          <p:nvPr>
            <p:ph type="ctrTitle"/>
          </p:nvPr>
        </p:nvSpPr>
        <p:spPr>
          <a:xfrm>
            <a:off x="1964851" y="352850"/>
            <a:ext cx="5214300" cy="946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Types of Classification Problems</a:t>
            </a:r>
            <a:endParaRPr/>
          </a:p>
          <a:p>
            <a:pPr marL="0" lvl="0" indent="0" algn="ctr" rtl="0">
              <a:spcBef>
                <a:spcPts val="0"/>
              </a:spcBef>
              <a:spcAft>
                <a:spcPts val="0"/>
              </a:spcAft>
              <a:buNone/>
            </a:pPr>
            <a:endParaRPr/>
          </a:p>
          <a:p>
            <a:pPr marL="0" lvl="0" indent="0" algn="ctr" rtl="0">
              <a:spcBef>
                <a:spcPts val="0"/>
              </a:spcBef>
              <a:spcAft>
                <a:spcPts val="0"/>
              </a:spcAft>
              <a:buNone/>
            </a:pPr>
            <a:endParaRPr/>
          </a:p>
          <a:p>
            <a:pPr marL="0" lvl="0" indent="0" algn="ctr" rtl="0">
              <a:spcBef>
                <a:spcPts val="0"/>
              </a:spcBef>
              <a:spcAft>
                <a:spcPts val="0"/>
              </a:spcAft>
              <a:buNone/>
            </a:pPr>
            <a:endParaRPr/>
          </a:p>
          <a:p>
            <a:pPr marL="0" lvl="0" indent="0" algn="ctr" rtl="0">
              <a:spcBef>
                <a:spcPts val="0"/>
              </a:spcBef>
              <a:spcAft>
                <a:spcPts val="0"/>
              </a:spcAft>
              <a:buNone/>
            </a:pPr>
            <a:endParaRPr/>
          </a:p>
        </p:txBody>
      </p:sp>
      <p:sp>
        <p:nvSpPr>
          <p:cNvPr id="320" name="Google Shape;320;p57"/>
          <p:cNvSpPr txBox="1">
            <a:spLocks noGrp="1"/>
          </p:cNvSpPr>
          <p:nvPr>
            <p:ph type="ctrTitle" idx="2"/>
          </p:nvPr>
        </p:nvSpPr>
        <p:spPr>
          <a:xfrm>
            <a:off x="2285760" y="1652042"/>
            <a:ext cx="1793100" cy="427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Binary</a:t>
            </a:r>
            <a:endParaRPr/>
          </a:p>
          <a:p>
            <a:pPr marL="0" lvl="0" indent="0" algn="l" rtl="0">
              <a:spcBef>
                <a:spcPts val="0"/>
              </a:spcBef>
              <a:spcAft>
                <a:spcPts val="0"/>
              </a:spcAft>
              <a:buNone/>
            </a:pPr>
            <a:endParaRPr/>
          </a:p>
          <a:p>
            <a:pPr marL="0" lvl="0" indent="0" algn="l" rtl="0">
              <a:spcBef>
                <a:spcPts val="0"/>
              </a:spcBef>
              <a:spcAft>
                <a:spcPts val="0"/>
              </a:spcAft>
              <a:buNone/>
            </a:pPr>
            <a:endParaRPr/>
          </a:p>
        </p:txBody>
      </p:sp>
      <p:sp>
        <p:nvSpPr>
          <p:cNvPr id="321" name="Google Shape;321;p57"/>
          <p:cNvSpPr txBox="1">
            <a:spLocks noGrp="1"/>
          </p:cNvSpPr>
          <p:nvPr>
            <p:ph type="subTitle" idx="1"/>
          </p:nvPr>
        </p:nvSpPr>
        <p:spPr>
          <a:xfrm>
            <a:off x="2285760" y="1946292"/>
            <a:ext cx="1708200" cy="1003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Input falls into either of two categories (e.g. true/false).</a:t>
            </a:r>
            <a:endParaRPr/>
          </a:p>
          <a:p>
            <a:pPr marL="0" lvl="0" indent="0" algn="l" rtl="0">
              <a:spcBef>
                <a:spcPts val="0"/>
              </a:spcBef>
              <a:spcAft>
                <a:spcPts val="0"/>
              </a:spcAft>
              <a:buNone/>
            </a:pPr>
            <a:endParaRPr/>
          </a:p>
          <a:p>
            <a:pPr marL="0" lvl="0" indent="0" algn="l" rtl="0">
              <a:spcBef>
                <a:spcPts val="0"/>
              </a:spcBef>
              <a:spcAft>
                <a:spcPts val="0"/>
              </a:spcAft>
              <a:buNone/>
            </a:pPr>
            <a:endParaRPr/>
          </a:p>
        </p:txBody>
      </p:sp>
      <p:sp>
        <p:nvSpPr>
          <p:cNvPr id="322" name="Google Shape;322;p57"/>
          <p:cNvSpPr txBox="1">
            <a:spLocks noGrp="1"/>
          </p:cNvSpPr>
          <p:nvPr>
            <p:ph type="ctrTitle" idx="3"/>
          </p:nvPr>
        </p:nvSpPr>
        <p:spPr>
          <a:xfrm>
            <a:off x="2285760" y="3570573"/>
            <a:ext cx="1793100" cy="427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Multi-Label</a:t>
            </a:r>
            <a:endParaRPr/>
          </a:p>
          <a:p>
            <a:pPr marL="0" lvl="0" indent="0" algn="l" rtl="0">
              <a:spcBef>
                <a:spcPts val="0"/>
              </a:spcBef>
              <a:spcAft>
                <a:spcPts val="0"/>
              </a:spcAft>
              <a:buNone/>
            </a:pPr>
            <a:endParaRPr/>
          </a:p>
          <a:p>
            <a:pPr marL="0" lvl="0" indent="0" algn="l" rtl="0">
              <a:spcBef>
                <a:spcPts val="0"/>
              </a:spcBef>
              <a:spcAft>
                <a:spcPts val="0"/>
              </a:spcAft>
              <a:buNone/>
            </a:pPr>
            <a:endParaRPr/>
          </a:p>
        </p:txBody>
      </p:sp>
      <p:sp>
        <p:nvSpPr>
          <p:cNvPr id="323" name="Google Shape;323;p57"/>
          <p:cNvSpPr txBox="1">
            <a:spLocks noGrp="1"/>
          </p:cNvSpPr>
          <p:nvPr>
            <p:ph type="subTitle" idx="4"/>
          </p:nvPr>
        </p:nvSpPr>
        <p:spPr>
          <a:xfrm>
            <a:off x="2285760" y="3864823"/>
            <a:ext cx="1708200" cy="1003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One input can belong to multiple categories at the same time.</a:t>
            </a:r>
            <a:endParaRPr/>
          </a:p>
          <a:p>
            <a:pPr marL="0" lvl="0" indent="0" algn="l" rtl="0">
              <a:spcBef>
                <a:spcPts val="0"/>
              </a:spcBef>
              <a:spcAft>
                <a:spcPts val="0"/>
              </a:spcAft>
              <a:buNone/>
            </a:pPr>
            <a:endParaRPr/>
          </a:p>
          <a:p>
            <a:pPr marL="0" lvl="0" indent="0" algn="l" rtl="0">
              <a:spcBef>
                <a:spcPts val="0"/>
              </a:spcBef>
              <a:spcAft>
                <a:spcPts val="0"/>
              </a:spcAft>
              <a:buNone/>
            </a:pPr>
            <a:endParaRPr/>
          </a:p>
        </p:txBody>
      </p:sp>
      <p:sp>
        <p:nvSpPr>
          <p:cNvPr id="324" name="Google Shape;324;p57"/>
          <p:cNvSpPr txBox="1">
            <a:spLocks noGrp="1"/>
          </p:cNvSpPr>
          <p:nvPr>
            <p:ph type="ctrTitle" idx="5"/>
          </p:nvPr>
        </p:nvSpPr>
        <p:spPr>
          <a:xfrm>
            <a:off x="5047297" y="1652042"/>
            <a:ext cx="1793100" cy="4275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Multiclass</a:t>
            </a:r>
            <a:endParaRPr/>
          </a:p>
          <a:p>
            <a:pPr marL="0" lvl="0" indent="0" algn="r" rtl="0">
              <a:spcBef>
                <a:spcPts val="0"/>
              </a:spcBef>
              <a:spcAft>
                <a:spcPts val="0"/>
              </a:spcAft>
              <a:buNone/>
            </a:pPr>
            <a:r>
              <a:rPr lang="en"/>
              <a:t>(Multinomial)</a:t>
            </a:r>
            <a:endParaRPr/>
          </a:p>
          <a:p>
            <a:pPr marL="0" lvl="0" indent="0" algn="r" rtl="0">
              <a:spcBef>
                <a:spcPts val="0"/>
              </a:spcBef>
              <a:spcAft>
                <a:spcPts val="0"/>
              </a:spcAft>
              <a:buNone/>
            </a:pPr>
            <a:endParaRPr/>
          </a:p>
          <a:p>
            <a:pPr marL="0" lvl="0" indent="0" algn="r" rtl="0">
              <a:spcBef>
                <a:spcPts val="0"/>
              </a:spcBef>
              <a:spcAft>
                <a:spcPts val="0"/>
              </a:spcAft>
              <a:buNone/>
            </a:pPr>
            <a:endParaRPr/>
          </a:p>
        </p:txBody>
      </p:sp>
      <p:sp>
        <p:nvSpPr>
          <p:cNvPr id="325" name="Google Shape;325;p57"/>
          <p:cNvSpPr txBox="1">
            <a:spLocks noGrp="1"/>
          </p:cNvSpPr>
          <p:nvPr>
            <p:ph type="subTitle" idx="6"/>
          </p:nvPr>
        </p:nvSpPr>
        <p:spPr>
          <a:xfrm>
            <a:off x="5047299" y="1946292"/>
            <a:ext cx="1793100" cy="10032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en"/>
              <a:t>There are more than two possible categories.</a:t>
            </a:r>
            <a:endParaRPr/>
          </a:p>
          <a:p>
            <a:pPr marL="0" lvl="0" indent="0" algn="r" rtl="0">
              <a:spcBef>
                <a:spcPts val="0"/>
              </a:spcBef>
              <a:spcAft>
                <a:spcPts val="0"/>
              </a:spcAft>
              <a:buNone/>
            </a:pPr>
            <a:endParaRPr/>
          </a:p>
          <a:p>
            <a:pPr marL="0" lvl="0" indent="0" algn="r" rtl="0">
              <a:spcBef>
                <a:spcPts val="0"/>
              </a:spcBef>
              <a:spcAft>
                <a:spcPts val="0"/>
              </a:spcAft>
              <a:buNone/>
            </a:pPr>
            <a:endParaRPr/>
          </a:p>
        </p:txBody>
      </p:sp>
      <p:sp>
        <p:nvSpPr>
          <p:cNvPr id="326" name="Google Shape;326;p57"/>
          <p:cNvSpPr txBox="1">
            <a:spLocks noGrp="1"/>
          </p:cNvSpPr>
          <p:nvPr>
            <p:ph type="ctrTitle" idx="7"/>
          </p:nvPr>
        </p:nvSpPr>
        <p:spPr>
          <a:xfrm>
            <a:off x="5047297" y="3570573"/>
            <a:ext cx="1793100" cy="4275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Imbalanced</a:t>
            </a:r>
            <a:endParaRPr/>
          </a:p>
          <a:p>
            <a:pPr marL="0" lvl="0" indent="0" algn="r" rtl="0">
              <a:spcBef>
                <a:spcPts val="0"/>
              </a:spcBef>
              <a:spcAft>
                <a:spcPts val="0"/>
              </a:spcAft>
              <a:buNone/>
            </a:pPr>
            <a:endParaRPr/>
          </a:p>
          <a:p>
            <a:pPr marL="0" lvl="0" indent="0" algn="r" rtl="0">
              <a:spcBef>
                <a:spcPts val="0"/>
              </a:spcBef>
              <a:spcAft>
                <a:spcPts val="0"/>
              </a:spcAft>
              <a:buNone/>
            </a:pPr>
            <a:endParaRPr/>
          </a:p>
        </p:txBody>
      </p:sp>
      <p:sp>
        <p:nvSpPr>
          <p:cNvPr id="327" name="Google Shape;327;p57"/>
          <p:cNvSpPr txBox="1">
            <a:spLocks noGrp="1"/>
          </p:cNvSpPr>
          <p:nvPr>
            <p:ph type="subTitle" idx="8"/>
          </p:nvPr>
        </p:nvSpPr>
        <p:spPr>
          <a:xfrm>
            <a:off x="5047299" y="3864823"/>
            <a:ext cx="1793100" cy="10032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en"/>
              <a:t>The distribution of examples in your training dataset across the classes is not equal.</a:t>
            </a:r>
            <a:endParaRPr/>
          </a:p>
          <a:p>
            <a:pPr marL="0" lvl="0" indent="0" algn="r" rtl="0">
              <a:spcBef>
                <a:spcPts val="0"/>
              </a:spcBef>
              <a:spcAft>
                <a:spcPts val="0"/>
              </a:spcAft>
              <a:buNone/>
            </a:pPr>
            <a:endParaRPr/>
          </a:p>
          <a:p>
            <a:pPr marL="0" lvl="0" indent="0" algn="r" rtl="0">
              <a:spcBef>
                <a:spcPts val="0"/>
              </a:spcBef>
              <a:spcAft>
                <a:spcPts val="0"/>
              </a:spcAft>
              <a:buNone/>
            </a:pP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331"/>
        <p:cNvGrpSpPr/>
        <p:nvPr/>
      </p:nvGrpSpPr>
      <p:grpSpPr>
        <a:xfrm>
          <a:off x="0" y="0"/>
          <a:ext cx="0" cy="0"/>
          <a:chOff x="0" y="0"/>
          <a:chExt cx="0" cy="0"/>
        </a:xfrm>
      </p:grpSpPr>
      <p:sp>
        <p:nvSpPr>
          <p:cNvPr id="332" name="Google Shape;332;p58"/>
          <p:cNvSpPr txBox="1">
            <a:spLocks noGrp="1"/>
          </p:cNvSpPr>
          <p:nvPr>
            <p:ph type="ctrTitle"/>
          </p:nvPr>
        </p:nvSpPr>
        <p:spPr>
          <a:xfrm>
            <a:off x="1964851" y="352850"/>
            <a:ext cx="5214300" cy="946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Let’s Practice!</a:t>
            </a:r>
            <a:endParaRPr/>
          </a:p>
          <a:p>
            <a:pPr marL="0" lvl="0" indent="0" algn="ctr" rtl="0">
              <a:spcBef>
                <a:spcPts val="0"/>
              </a:spcBef>
              <a:spcAft>
                <a:spcPts val="0"/>
              </a:spcAft>
              <a:buNone/>
            </a:pPr>
            <a:endParaRPr/>
          </a:p>
          <a:p>
            <a:pPr marL="0" lvl="0" indent="0" algn="ctr" rtl="0">
              <a:spcBef>
                <a:spcPts val="0"/>
              </a:spcBef>
              <a:spcAft>
                <a:spcPts val="0"/>
              </a:spcAft>
              <a:buNone/>
            </a:pPr>
            <a:endParaRPr/>
          </a:p>
        </p:txBody>
      </p:sp>
      <p:sp>
        <p:nvSpPr>
          <p:cNvPr id="333" name="Google Shape;333;p58"/>
          <p:cNvSpPr txBox="1">
            <a:spLocks noGrp="1"/>
          </p:cNvSpPr>
          <p:nvPr>
            <p:ph type="ctrTitle" idx="2"/>
          </p:nvPr>
        </p:nvSpPr>
        <p:spPr>
          <a:xfrm>
            <a:off x="2285760" y="1652042"/>
            <a:ext cx="1793100" cy="427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Binary Classification</a:t>
            </a:r>
            <a:endParaRPr/>
          </a:p>
        </p:txBody>
      </p:sp>
      <p:sp>
        <p:nvSpPr>
          <p:cNvPr id="334" name="Google Shape;334;p58"/>
          <p:cNvSpPr txBox="1">
            <a:spLocks noGrp="1"/>
          </p:cNvSpPr>
          <p:nvPr>
            <p:ph type="subTitle" idx="1"/>
          </p:nvPr>
        </p:nvSpPr>
        <p:spPr>
          <a:xfrm>
            <a:off x="2285760" y="1946292"/>
            <a:ext cx="1708200" cy="1003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Biologists want to figure out which DNA mutations are harmful and which are benign?</a:t>
            </a:r>
            <a:endParaRPr/>
          </a:p>
        </p:txBody>
      </p:sp>
      <p:sp>
        <p:nvSpPr>
          <p:cNvPr id="335" name="Google Shape;335;p58"/>
          <p:cNvSpPr txBox="1">
            <a:spLocks noGrp="1"/>
          </p:cNvSpPr>
          <p:nvPr>
            <p:ph type="ctrTitle" idx="3"/>
          </p:nvPr>
        </p:nvSpPr>
        <p:spPr>
          <a:xfrm>
            <a:off x="2285760" y="3570573"/>
            <a:ext cx="1793100" cy="427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Regression</a:t>
            </a:r>
            <a:endParaRPr/>
          </a:p>
        </p:txBody>
      </p:sp>
      <p:sp>
        <p:nvSpPr>
          <p:cNvPr id="336" name="Google Shape;336;p58"/>
          <p:cNvSpPr txBox="1">
            <a:spLocks noGrp="1"/>
          </p:cNvSpPr>
          <p:nvPr>
            <p:ph type="subTitle" idx="4"/>
          </p:nvPr>
        </p:nvSpPr>
        <p:spPr>
          <a:xfrm>
            <a:off x="2285760" y="3864823"/>
            <a:ext cx="1708200" cy="1003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If I drive for 1200 miles, how much should I expect to pay for gas?</a:t>
            </a:r>
            <a:endParaRPr/>
          </a:p>
          <a:p>
            <a:pPr marL="0" lvl="0" indent="0" algn="l" rtl="0">
              <a:spcBef>
                <a:spcPts val="0"/>
              </a:spcBef>
              <a:spcAft>
                <a:spcPts val="0"/>
              </a:spcAft>
              <a:buNone/>
            </a:pPr>
            <a:endParaRPr/>
          </a:p>
          <a:p>
            <a:pPr marL="0" lvl="0" indent="0" algn="l" rtl="0">
              <a:spcBef>
                <a:spcPts val="0"/>
              </a:spcBef>
              <a:spcAft>
                <a:spcPts val="0"/>
              </a:spcAft>
              <a:buNone/>
            </a:pPr>
            <a:endParaRPr/>
          </a:p>
        </p:txBody>
      </p:sp>
      <p:sp>
        <p:nvSpPr>
          <p:cNvPr id="337" name="Google Shape;337;p58"/>
          <p:cNvSpPr txBox="1">
            <a:spLocks noGrp="1"/>
          </p:cNvSpPr>
          <p:nvPr>
            <p:ph type="ctrTitle" idx="5"/>
          </p:nvPr>
        </p:nvSpPr>
        <p:spPr>
          <a:xfrm>
            <a:off x="5047297" y="1652042"/>
            <a:ext cx="1793100" cy="4275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Multiclass Classification</a:t>
            </a:r>
            <a:endParaRPr/>
          </a:p>
        </p:txBody>
      </p:sp>
      <p:sp>
        <p:nvSpPr>
          <p:cNvPr id="338" name="Google Shape;338;p58"/>
          <p:cNvSpPr txBox="1">
            <a:spLocks noGrp="1"/>
          </p:cNvSpPr>
          <p:nvPr>
            <p:ph type="subTitle" idx="6"/>
          </p:nvPr>
        </p:nvSpPr>
        <p:spPr>
          <a:xfrm>
            <a:off x="5047299" y="1946292"/>
            <a:ext cx="1793100" cy="10032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en"/>
              <a:t>You need to train a robot to recognize what numerals from 0-9 it sees in the photo.</a:t>
            </a:r>
            <a:endParaRPr/>
          </a:p>
          <a:p>
            <a:pPr marL="0" lvl="0" indent="0" algn="r" rtl="0">
              <a:spcBef>
                <a:spcPts val="0"/>
              </a:spcBef>
              <a:spcAft>
                <a:spcPts val="0"/>
              </a:spcAft>
              <a:buNone/>
            </a:pPr>
            <a:endParaRPr/>
          </a:p>
          <a:p>
            <a:pPr marL="0" lvl="0" indent="0" algn="r" rtl="0">
              <a:spcBef>
                <a:spcPts val="0"/>
              </a:spcBef>
              <a:spcAft>
                <a:spcPts val="0"/>
              </a:spcAft>
              <a:buNone/>
            </a:pPr>
            <a:endParaRPr/>
          </a:p>
        </p:txBody>
      </p:sp>
      <p:sp>
        <p:nvSpPr>
          <p:cNvPr id="339" name="Google Shape;339;p58"/>
          <p:cNvSpPr txBox="1">
            <a:spLocks noGrp="1"/>
          </p:cNvSpPr>
          <p:nvPr>
            <p:ph type="ctrTitle" idx="7"/>
          </p:nvPr>
        </p:nvSpPr>
        <p:spPr>
          <a:xfrm>
            <a:off x="5047297" y="3570573"/>
            <a:ext cx="1793100" cy="4275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Binary Classification</a:t>
            </a:r>
            <a:endParaRPr/>
          </a:p>
        </p:txBody>
      </p:sp>
      <p:sp>
        <p:nvSpPr>
          <p:cNvPr id="340" name="Google Shape;340;p58"/>
          <p:cNvSpPr txBox="1">
            <a:spLocks noGrp="1"/>
          </p:cNvSpPr>
          <p:nvPr>
            <p:ph type="subTitle" idx="8"/>
          </p:nvPr>
        </p:nvSpPr>
        <p:spPr>
          <a:xfrm>
            <a:off x="5047299" y="3864823"/>
            <a:ext cx="1793100" cy="10032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en"/>
              <a:t>Given how many hours each student studied for it in preparation, will the student pass the exam?</a:t>
            </a:r>
            <a:endParaRPr/>
          </a:p>
        </p:txBody>
      </p:sp>
      <p:sp>
        <p:nvSpPr>
          <p:cNvPr id="341" name="Google Shape;341;p58"/>
          <p:cNvSpPr txBox="1"/>
          <p:nvPr/>
        </p:nvSpPr>
        <p:spPr>
          <a:xfrm>
            <a:off x="1948750" y="895425"/>
            <a:ext cx="5222700" cy="4002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a:solidFill>
                  <a:schemeClr val="dk1"/>
                </a:solidFill>
                <a:latin typeface="Roboto Condensed Light"/>
                <a:ea typeface="Roboto Condensed Light"/>
                <a:cs typeface="Roboto Condensed Light"/>
                <a:sym typeface="Roboto Condensed Light"/>
              </a:rPr>
              <a:t>What Type of ML Problem Is This?</a:t>
            </a:r>
            <a:endParaRPr>
              <a:solidFill>
                <a:schemeClr val="dk1"/>
              </a:solidFill>
              <a:latin typeface="Roboto Condensed Light"/>
              <a:ea typeface="Roboto Condensed Light"/>
              <a:cs typeface="Roboto Condensed Light"/>
              <a:sym typeface="Roboto Condensed Ligh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33"/>
                                        </p:tgtEl>
                                        <p:attrNameLst>
                                          <p:attrName>style.visibility</p:attrName>
                                        </p:attrNameLst>
                                      </p:cBhvr>
                                      <p:to>
                                        <p:strVal val="visible"/>
                                      </p:to>
                                    </p:set>
                                    <p:animEffect transition="in" filter="fade">
                                      <p:cBhvr>
                                        <p:cTn id="7" dur="1000"/>
                                        <p:tgtEl>
                                          <p:spTgt spid="33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37"/>
                                        </p:tgtEl>
                                        <p:attrNameLst>
                                          <p:attrName>style.visibility</p:attrName>
                                        </p:attrNameLst>
                                      </p:cBhvr>
                                      <p:to>
                                        <p:strVal val="visible"/>
                                      </p:to>
                                    </p:set>
                                    <p:animEffect transition="in" filter="fade">
                                      <p:cBhvr>
                                        <p:cTn id="12" dur="1000"/>
                                        <p:tgtEl>
                                          <p:spTgt spid="33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35"/>
                                        </p:tgtEl>
                                        <p:attrNameLst>
                                          <p:attrName>style.visibility</p:attrName>
                                        </p:attrNameLst>
                                      </p:cBhvr>
                                      <p:to>
                                        <p:strVal val="visible"/>
                                      </p:to>
                                    </p:set>
                                    <p:animEffect transition="in" filter="fade">
                                      <p:cBhvr>
                                        <p:cTn id="17" dur="1000"/>
                                        <p:tgtEl>
                                          <p:spTgt spid="33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9"/>
                                        </p:tgtEl>
                                        <p:attrNameLst>
                                          <p:attrName>style.visibility</p:attrName>
                                        </p:attrNameLst>
                                      </p:cBhvr>
                                      <p:to>
                                        <p:strVal val="visible"/>
                                      </p:to>
                                    </p:set>
                                    <p:animEffect transition="in" filter="fade">
                                      <p:cBhvr>
                                        <p:cTn id="22" dur="1000"/>
                                        <p:tgtEl>
                                          <p:spTgt spid="3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45"/>
        <p:cNvGrpSpPr/>
        <p:nvPr/>
      </p:nvGrpSpPr>
      <p:grpSpPr>
        <a:xfrm>
          <a:off x="0" y="0"/>
          <a:ext cx="0" cy="0"/>
          <a:chOff x="0" y="0"/>
          <a:chExt cx="0" cy="0"/>
        </a:xfrm>
      </p:grpSpPr>
      <p:sp>
        <p:nvSpPr>
          <p:cNvPr id="346" name="Google Shape;346;p59"/>
          <p:cNvSpPr txBox="1">
            <a:spLocks noGrp="1"/>
          </p:cNvSpPr>
          <p:nvPr>
            <p:ph type="ctrTitle"/>
          </p:nvPr>
        </p:nvSpPr>
        <p:spPr>
          <a:xfrm>
            <a:off x="1964851" y="352850"/>
            <a:ext cx="5214300" cy="946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Classification Algorithms</a:t>
            </a:r>
            <a:endParaRPr/>
          </a:p>
          <a:p>
            <a:pPr marL="0" lvl="0" indent="0" algn="ctr" rtl="0">
              <a:spcBef>
                <a:spcPts val="0"/>
              </a:spcBef>
              <a:spcAft>
                <a:spcPts val="0"/>
              </a:spcAft>
              <a:buNone/>
            </a:pPr>
            <a:endParaRPr/>
          </a:p>
          <a:p>
            <a:pPr marL="0" lvl="0" indent="0" algn="ctr" rtl="0">
              <a:spcBef>
                <a:spcPts val="0"/>
              </a:spcBef>
              <a:spcAft>
                <a:spcPts val="0"/>
              </a:spcAft>
              <a:buNone/>
            </a:pPr>
            <a:endParaRPr/>
          </a:p>
        </p:txBody>
      </p:sp>
      <p:sp>
        <p:nvSpPr>
          <p:cNvPr id="347" name="Google Shape;347;p59"/>
          <p:cNvSpPr txBox="1">
            <a:spLocks noGrp="1"/>
          </p:cNvSpPr>
          <p:nvPr>
            <p:ph type="ctrTitle" idx="2"/>
          </p:nvPr>
        </p:nvSpPr>
        <p:spPr>
          <a:xfrm>
            <a:off x="464478" y="1806500"/>
            <a:ext cx="1780500" cy="4275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Discriminant Analysis</a:t>
            </a:r>
            <a:endParaRPr/>
          </a:p>
        </p:txBody>
      </p:sp>
      <p:sp>
        <p:nvSpPr>
          <p:cNvPr id="348" name="Google Shape;348;p59"/>
          <p:cNvSpPr txBox="1">
            <a:spLocks noGrp="1"/>
          </p:cNvSpPr>
          <p:nvPr>
            <p:ph type="subTitle" idx="1"/>
          </p:nvPr>
        </p:nvSpPr>
        <p:spPr>
          <a:xfrm>
            <a:off x="616128" y="2100749"/>
            <a:ext cx="1477200" cy="1003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Linear &amp; Quadratic</a:t>
            </a:r>
            <a:endParaRPr/>
          </a:p>
          <a:p>
            <a:pPr marL="0" lvl="0" indent="0" algn="ctr" rtl="0">
              <a:spcBef>
                <a:spcPts val="0"/>
              </a:spcBef>
              <a:spcAft>
                <a:spcPts val="0"/>
              </a:spcAft>
              <a:buNone/>
            </a:pPr>
            <a:endParaRPr/>
          </a:p>
          <a:p>
            <a:pPr marL="0" lvl="0" indent="0" algn="ctr" rtl="0">
              <a:spcBef>
                <a:spcPts val="0"/>
              </a:spcBef>
              <a:spcAft>
                <a:spcPts val="0"/>
              </a:spcAft>
              <a:buNone/>
            </a:pPr>
            <a:endParaRPr/>
          </a:p>
          <a:p>
            <a:pPr marL="0" lvl="0" indent="0" algn="ctr" rtl="0">
              <a:spcBef>
                <a:spcPts val="0"/>
              </a:spcBef>
              <a:spcAft>
                <a:spcPts val="0"/>
              </a:spcAft>
              <a:buNone/>
            </a:pPr>
            <a:endParaRPr/>
          </a:p>
        </p:txBody>
      </p:sp>
      <p:sp>
        <p:nvSpPr>
          <p:cNvPr id="349" name="Google Shape;349;p59"/>
          <p:cNvSpPr txBox="1">
            <a:spLocks noGrp="1"/>
          </p:cNvSpPr>
          <p:nvPr>
            <p:ph type="ctrTitle" idx="3"/>
          </p:nvPr>
        </p:nvSpPr>
        <p:spPr>
          <a:xfrm>
            <a:off x="2077426" y="1806500"/>
            <a:ext cx="1780500" cy="4275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K-Nearest Neighbors</a:t>
            </a:r>
            <a:endParaRPr/>
          </a:p>
        </p:txBody>
      </p:sp>
      <p:sp>
        <p:nvSpPr>
          <p:cNvPr id="350" name="Google Shape;350;p59"/>
          <p:cNvSpPr txBox="1">
            <a:spLocks noGrp="1"/>
          </p:cNvSpPr>
          <p:nvPr>
            <p:ph type="ctrTitle" idx="5"/>
          </p:nvPr>
        </p:nvSpPr>
        <p:spPr>
          <a:xfrm>
            <a:off x="3690375" y="1806500"/>
            <a:ext cx="1780500" cy="4275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Decision Trees</a:t>
            </a:r>
            <a:endParaRPr/>
          </a:p>
        </p:txBody>
      </p:sp>
      <p:sp>
        <p:nvSpPr>
          <p:cNvPr id="351" name="Google Shape;351;p59"/>
          <p:cNvSpPr txBox="1">
            <a:spLocks noGrp="1"/>
          </p:cNvSpPr>
          <p:nvPr>
            <p:ph type="ctrTitle" idx="7"/>
          </p:nvPr>
        </p:nvSpPr>
        <p:spPr>
          <a:xfrm>
            <a:off x="3707117" y="3549862"/>
            <a:ext cx="1780500" cy="4275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Naive Bayes</a:t>
            </a:r>
            <a:endParaRPr/>
          </a:p>
        </p:txBody>
      </p:sp>
      <p:sp>
        <p:nvSpPr>
          <p:cNvPr id="352" name="Google Shape;352;p59"/>
          <p:cNvSpPr txBox="1">
            <a:spLocks noGrp="1"/>
          </p:cNvSpPr>
          <p:nvPr>
            <p:ph type="ctrTitle" idx="9"/>
          </p:nvPr>
        </p:nvSpPr>
        <p:spPr>
          <a:xfrm>
            <a:off x="5343519" y="3549862"/>
            <a:ext cx="1780500" cy="4275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Support Vectors</a:t>
            </a:r>
            <a:endParaRPr/>
          </a:p>
        </p:txBody>
      </p:sp>
      <p:sp>
        <p:nvSpPr>
          <p:cNvPr id="353" name="Google Shape;353;p59"/>
          <p:cNvSpPr txBox="1">
            <a:spLocks noGrp="1"/>
          </p:cNvSpPr>
          <p:nvPr>
            <p:ph type="ctrTitle" idx="14"/>
          </p:nvPr>
        </p:nvSpPr>
        <p:spPr>
          <a:xfrm>
            <a:off x="6979921" y="3549862"/>
            <a:ext cx="1780500" cy="4275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Neural Networks</a:t>
            </a:r>
            <a:endParaRPr/>
          </a:p>
        </p:txBody>
      </p:sp>
      <p:cxnSp>
        <p:nvCxnSpPr>
          <p:cNvPr id="354" name="Google Shape;354;p59"/>
          <p:cNvCxnSpPr/>
          <p:nvPr/>
        </p:nvCxnSpPr>
        <p:spPr>
          <a:xfrm rot="10800000">
            <a:off x="-49600" y="1722725"/>
            <a:ext cx="5334600" cy="0"/>
          </a:xfrm>
          <a:prstGeom prst="straightConnector1">
            <a:avLst/>
          </a:prstGeom>
          <a:noFill/>
          <a:ln w="9525" cap="flat" cmpd="sng">
            <a:solidFill>
              <a:schemeClr val="dk1"/>
            </a:solidFill>
            <a:prstDash val="solid"/>
            <a:round/>
            <a:headEnd type="none" w="med" len="med"/>
            <a:tailEnd type="none" w="med" len="med"/>
          </a:ln>
        </p:spPr>
      </p:cxnSp>
      <p:cxnSp>
        <p:nvCxnSpPr>
          <p:cNvPr id="355" name="Google Shape;355;p59"/>
          <p:cNvCxnSpPr/>
          <p:nvPr/>
        </p:nvCxnSpPr>
        <p:spPr>
          <a:xfrm rot="10800000">
            <a:off x="3886250" y="3461525"/>
            <a:ext cx="5293800" cy="0"/>
          </a:xfrm>
          <a:prstGeom prst="straightConnector1">
            <a:avLst/>
          </a:prstGeom>
          <a:noFill/>
          <a:ln w="9525" cap="flat" cmpd="sng">
            <a:solidFill>
              <a:schemeClr val="dk1"/>
            </a:solidFill>
            <a:prstDash val="solid"/>
            <a:round/>
            <a:headEnd type="none" w="med" len="med"/>
            <a:tailEnd type="none" w="med" len="med"/>
          </a:ln>
        </p:spPr>
      </p:cxnSp>
      <p:grpSp>
        <p:nvGrpSpPr>
          <p:cNvPr id="356" name="Google Shape;356;p59"/>
          <p:cNvGrpSpPr/>
          <p:nvPr/>
        </p:nvGrpSpPr>
        <p:grpSpPr>
          <a:xfrm>
            <a:off x="2828333" y="1307814"/>
            <a:ext cx="278692" cy="331130"/>
            <a:chOff x="-48233050" y="3569725"/>
            <a:chExt cx="252050" cy="299475"/>
          </a:xfrm>
        </p:grpSpPr>
        <p:sp>
          <p:nvSpPr>
            <p:cNvPr id="357" name="Google Shape;357;p59"/>
            <p:cNvSpPr/>
            <p:nvPr/>
          </p:nvSpPr>
          <p:spPr>
            <a:xfrm>
              <a:off x="-48233050" y="3569725"/>
              <a:ext cx="252050" cy="299475"/>
            </a:xfrm>
            <a:custGeom>
              <a:avLst/>
              <a:gdLst/>
              <a:ahLst/>
              <a:cxnLst/>
              <a:rect l="l" t="t" r="r" b="b"/>
              <a:pathLst>
                <a:path w="10082" h="11979" extrusionOk="0">
                  <a:moveTo>
                    <a:pt x="5230" y="1393"/>
                  </a:moveTo>
                  <a:cubicBezTo>
                    <a:pt x="5419" y="1393"/>
                    <a:pt x="5577" y="1551"/>
                    <a:pt x="5577" y="1740"/>
                  </a:cubicBezTo>
                  <a:lnTo>
                    <a:pt x="5577" y="1960"/>
                  </a:lnTo>
                  <a:cubicBezTo>
                    <a:pt x="5703" y="2023"/>
                    <a:pt x="5829" y="2086"/>
                    <a:pt x="5923" y="2181"/>
                  </a:cubicBezTo>
                  <a:lnTo>
                    <a:pt x="6144" y="2055"/>
                  </a:lnTo>
                  <a:cubicBezTo>
                    <a:pt x="6194" y="2025"/>
                    <a:pt x="6251" y="2011"/>
                    <a:pt x="6308" y="2011"/>
                  </a:cubicBezTo>
                  <a:cubicBezTo>
                    <a:pt x="6430" y="2011"/>
                    <a:pt x="6552" y="2074"/>
                    <a:pt x="6616" y="2181"/>
                  </a:cubicBezTo>
                  <a:lnTo>
                    <a:pt x="7309" y="3410"/>
                  </a:lnTo>
                  <a:cubicBezTo>
                    <a:pt x="7467" y="3725"/>
                    <a:pt x="7246" y="3819"/>
                    <a:pt x="6963" y="3977"/>
                  </a:cubicBezTo>
                  <a:lnTo>
                    <a:pt x="6963" y="4386"/>
                  </a:lnTo>
                  <a:cubicBezTo>
                    <a:pt x="7246" y="4544"/>
                    <a:pt x="7467" y="4670"/>
                    <a:pt x="7309" y="4985"/>
                  </a:cubicBezTo>
                  <a:lnTo>
                    <a:pt x="6616" y="6182"/>
                  </a:lnTo>
                  <a:cubicBezTo>
                    <a:pt x="6531" y="6289"/>
                    <a:pt x="6417" y="6366"/>
                    <a:pt x="6303" y="6366"/>
                  </a:cubicBezTo>
                  <a:cubicBezTo>
                    <a:pt x="6249" y="6366"/>
                    <a:pt x="6195" y="6349"/>
                    <a:pt x="6144" y="6308"/>
                  </a:cubicBezTo>
                  <a:lnTo>
                    <a:pt x="5923" y="6182"/>
                  </a:lnTo>
                  <a:cubicBezTo>
                    <a:pt x="5829" y="6277"/>
                    <a:pt x="5703" y="6340"/>
                    <a:pt x="5577" y="6403"/>
                  </a:cubicBezTo>
                  <a:lnTo>
                    <a:pt x="5577" y="6623"/>
                  </a:lnTo>
                  <a:cubicBezTo>
                    <a:pt x="5577" y="6812"/>
                    <a:pt x="5419" y="6970"/>
                    <a:pt x="5230" y="6970"/>
                  </a:cubicBezTo>
                  <a:lnTo>
                    <a:pt x="3812" y="6970"/>
                  </a:lnTo>
                  <a:cubicBezTo>
                    <a:pt x="3623" y="6970"/>
                    <a:pt x="3466" y="6812"/>
                    <a:pt x="3466" y="6623"/>
                  </a:cubicBezTo>
                  <a:lnTo>
                    <a:pt x="3466" y="6403"/>
                  </a:lnTo>
                  <a:cubicBezTo>
                    <a:pt x="3340" y="6340"/>
                    <a:pt x="3214" y="6277"/>
                    <a:pt x="3119" y="6182"/>
                  </a:cubicBezTo>
                  <a:lnTo>
                    <a:pt x="2899" y="6308"/>
                  </a:lnTo>
                  <a:cubicBezTo>
                    <a:pt x="2848" y="6338"/>
                    <a:pt x="2791" y="6352"/>
                    <a:pt x="2734" y="6352"/>
                  </a:cubicBezTo>
                  <a:cubicBezTo>
                    <a:pt x="2613" y="6352"/>
                    <a:pt x="2490" y="6289"/>
                    <a:pt x="2426" y="6182"/>
                  </a:cubicBezTo>
                  <a:lnTo>
                    <a:pt x="1733" y="4985"/>
                  </a:lnTo>
                  <a:cubicBezTo>
                    <a:pt x="1638" y="4827"/>
                    <a:pt x="1670" y="4575"/>
                    <a:pt x="1859" y="4512"/>
                  </a:cubicBezTo>
                  <a:lnTo>
                    <a:pt x="2048" y="4386"/>
                  </a:lnTo>
                  <a:lnTo>
                    <a:pt x="2048" y="3977"/>
                  </a:lnTo>
                  <a:lnTo>
                    <a:pt x="1859" y="3882"/>
                  </a:lnTo>
                  <a:cubicBezTo>
                    <a:pt x="1702" y="3788"/>
                    <a:pt x="1607" y="3536"/>
                    <a:pt x="1733" y="3410"/>
                  </a:cubicBezTo>
                  <a:lnTo>
                    <a:pt x="2426" y="2181"/>
                  </a:lnTo>
                  <a:cubicBezTo>
                    <a:pt x="2490" y="2074"/>
                    <a:pt x="2612" y="1997"/>
                    <a:pt x="2733" y="1997"/>
                  </a:cubicBezTo>
                  <a:cubicBezTo>
                    <a:pt x="2790" y="1997"/>
                    <a:pt x="2848" y="2014"/>
                    <a:pt x="2899" y="2055"/>
                  </a:cubicBezTo>
                  <a:lnTo>
                    <a:pt x="3119" y="2181"/>
                  </a:lnTo>
                  <a:cubicBezTo>
                    <a:pt x="3214" y="2086"/>
                    <a:pt x="3340" y="2023"/>
                    <a:pt x="3466" y="1960"/>
                  </a:cubicBezTo>
                  <a:lnTo>
                    <a:pt x="3466" y="1740"/>
                  </a:lnTo>
                  <a:cubicBezTo>
                    <a:pt x="3466" y="1551"/>
                    <a:pt x="3623" y="1393"/>
                    <a:pt x="3812" y="1393"/>
                  </a:cubicBezTo>
                  <a:close/>
                  <a:moveTo>
                    <a:pt x="4547" y="0"/>
                  </a:moveTo>
                  <a:cubicBezTo>
                    <a:pt x="3499" y="0"/>
                    <a:pt x="2484" y="337"/>
                    <a:pt x="1670" y="984"/>
                  </a:cubicBezTo>
                  <a:cubicBezTo>
                    <a:pt x="630" y="1866"/>
                    <a:pt x="0" y="3158"/>
                    <a:pt x="0" y="4544"/>
                  </a:cubicBezTo>
                  <a:cubicBezTo>
                    <a:pt x="0" y="5804"/>
                    <a:pt x="504" y="6970"/>
                    <a:pt x="1418" y="7852"/>
                  </a:cubicBezTo>
                  <a:lnTo>
                    <a:pt x="1418" y="11632"/>
                  </a:lnTo>
                  <a:cubicBezTo>
                    <a:pt x="1418" y="11821"/>
                    <a:pt x="1575" y="11979"/>
                    <a:pt x="1765" y="11979"/>
                  </a:cubicBezTo>
                  <a:lnTo>
                    <a:pt x="5986" y="11979"/>
                  </a:lnTo>
                  <a:cubicBezTo>
                    <a:pt x="6175" y="11979"/>
                    <a:pt x="6333" y="11821"/>
                    <a:pt x="6333" y="11632"/>
                  </a:cubicBezTo>
                  <a:lnTo>
                    <a:pt x="6333" y="10530"/>
                  </a:lnTo>
                  <a:lnTo>
                    <a:pt x="8097" y="10530"/>
                  </a:lnTo>
                  <a:cubicBezTo>
                    <a:pt x="8286" y="10530"/>
                    <a:pt x="8444" y="10372"/>
                    <a:pt x="8444" y="10183"/>
                  </a:cubicBezTo>
                  <a:lnTo>
                    <a:pt x="8444" y="8387"/>
                  </a:lnTo>
                  <a:lnTo>
                    <a:pt x="9042" y="8387"/>
                  </a:lnTo>
                  <a:cubicBezTo>
                    <a:pt x="9389" y="8387"/>
                    <a:pt x="9767" y="8198"/>
                    <a:pt x="9956" y="7883"/>
                  </a:cubicBezTo>
                  <a:cubicBezTo>
                    <a:pt x="10082" y="7568"/>
                    <a:pt x="10082" y="7190"/>
                    <a:pt x="9924" y="6875"/>
                  </a:cubicBezTo>
                  <a:lnTo>
                    <a:pt x="9042" y="5237"/>
                  </a:lnTo>
                  <a:cubicBezTo>
                    <a:pt x="9137" y="4701"/>
                    <a:pt x="9137" y="4134"/>
                    <a:pt x="9011" y="3599"/>
                  </a:cubicBezTo>
                  <a:cubicBezTo>
                    <a:pt x="8664" y="1866"/>
                    <a:pt x="7246" y="480"/>
                    <a:pt x="5545" y="102"/>
                  </a:cubicBezTo>
                  <a:cubicBezTo>
                    <a:pt x="5213" y="34"/>
                    <a:pt x="4878" y="0"/>
                    <a:pt x="454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 name="Google Shape;358;p59"/>
            <p:cNvSpPr/>
            <p:nvPr/>
          </p:nvSpPr>
          <p:spPr>
            <a:xfrm>
              <a:off x="-48170050" y="3622650"/>
              <a:ext cx="100050" cy="103225"/>
            </a:xfrm>
            <a:custGeom>
              <a:avLst/>
              <a:gdLst/>
              <a:ahLst/>
              <a:cxnLst/>
              <a:rect l="l" t="t" r="r" b="b"/>
              <a:pathLst>
                <a:path w="4002" h="4129" extrusionOk="0">
                  <a:moveTo>
                    <a:pt x="1985" y="1009"/>
                  </a:moveTo>
                  <a:cubicBezTo>
                    <a:pt x="2584" y="1009"/>
                    <a:pt x="3057" y="1482"/>
                    <a:pt x="3057" y="2080"/>
                  </a:cubicBezTo>
                  <a:cubicBezTo>
                    <a:pt x="3057" y="2647"/>
                    <a:pt x="2584" y="3120"/>
                    <a:pt x="1985" y="3120"/>
                  </a:cubicBezTo>
                  <a:cubicBezTo>
                    <a:pt x="1418" y="3120"/>
                    <a:pt x="946" y="2647"/>
                    <a:pt x="946" y="2080"/>
                  </a:cubicBezTo>
                  <a:cubicBezTo>
                    <a:pt x="946" y="1482"/>
                    <a:pt x="1418" y="1009"/>
                    <a:pt x="1985" y="1009"/>
                  </a:cubicBezTo>
                  <a:close/>
                  <a:moveTo>
                    <a:pt x="1639" y="1"/>
                  </a:moveTo>
                  <a:lnTo>
                    <a:pt x="1639" y="127"/>
                  </a:lnTo>
                  <a:cubicBezTo>
                    <a:pt x="1639" y="284"/>
                    <a:pt x="1576" y="410"/>
                    <a:pt x="1418" y="442"/>
                  </a:cubicBezTo>
                  <a:cubicBezTo>
                    <a:pt x="1198" y="537"/>
                    <a:pt x="1009" y="631"/>
                    <a:pt x="851" y="757"/>
                  </a:cubicBezTo>
                  <a:cubicBezTo>
                    <a:pt x="770" y="818"/>
                    <a:pt x="689" y="853"/>
                    <a:pt x="607" y="853"/>
                  </a:cubicBezTo>
                  <a:cubicBezTo>
                    <a:pt x="562" y="853"/>
                    <a:pt x="518" y="842"/>
                    <a:pt x="473" y="820"/>
                  </a:cubicBezTo>
                  <a:lnTo>
                    <a:pt x="347" y="726"/>
                  </a:lnTo>
                  <a:lnTo>
                    <a:pt x="1" y="1324"/>
                  </a:lnTo>
                  <a:lnTo>
                    <a:pt x="127" y="1387"/>
                  </a:lnTo>
                  <a:cubicBezTo>
                    <a:pt x="221" y="1482"/>
                    <a:pt x="316" y="1639"/>
                    <a:pt x="253" y="1765"/>
                  </a:cubicBezTo>
                  <a:cubicBezTo>
                    <a:pt x="221" y="1986"/>
                    <a:pt x="221" y="2143"/>
                    <a:pt x="253" y="2395"/>
                  </a:cubicBezTo>
                  <a:cubicBezTo>
                    <a:pt x="316" y="2553"/>
                    <a:pt x="221" y="2647"/>
                    <a:pt x="127" y="2742"/>
                  </a:cubicBezTo>
                  <a:lnTo>
                    <a:pt x="1" y="2805"/>
                  </a:lnTo>
                  <a:lnTo>
                    <a:pt x="347" y="3403"/>
                  </a:lnTo>
                  <a:lnTo>
                    <a:pt x="473" y="3340"/>
                  </a:lnTo>
                  <a:cubicBezTo>
                    <a:pt x="532" y="3297"/>
                    <a:pt x="590" y="3273"/>
                    <a:pt x="649" y="3273"/>
                  </a:cubicBezTo>
                  <a:cubicBezTo>
                    <a:pt x="716" y="3273"/>
                    <a:pt x="784" y="3304"/>
                    <a:pt x="851" y="3372"/>
                  </a:cubicBezTo>
                  <a:cubicBezTo>
                    <a:pt x="1009" y="3529"/>
                    <a:pt x="1198" y="3592"/>
                    <a:pt x="1418" y="3687"/>
                  </a:cubicBezTo>
                  <a:cubicBezTo>
                    <a:pt x="1576" y="3718"/>
                    <a:pt x="1639" y="3876"/>
                    <a:pt x="1639" y="4002"/>
                  </a:cubicBezTo>
                  <a:lnTo>
                    <a:pt x="1639" y="4128"/>
                  </a:lnTo>
                  <a:lnTo>
                    <a:pt x="2364" y="4128"/>
                  </a:lnTo>
                  <a:lnTo>
                    <a:pt x="2364" y="4002"/>
                  </a:lnTo>
                  <a:cubicBezTo>
                    <a:pt x="2364" y="3845"/>
                    <a:pt x="2427" y="3718"/>
                    <a:pt x="2584" y="3687"/>
                  </a:cubicBezTo>
                  <a:cubicBezTo>
                    <a:pt x="2805" y="3592"/>
                    <a:pt x="2994" y="3498"/>
                    <a:pt x="3151" y="3372"/>
                  </a:cubicBezTo>
                  <a:cubicBezTo>
                    <a:pt x="3224" y="3317"/>
                    <a:pt x="3298" y="3283"/>
                    <a:pt x="3371" y="3283"/>
                  </a:cubicBezTo>
                  <a:cubicBezTo>
                    <a:pt x="3424" y="3283"/>
                    <a:pt x="3476" y="3301"/>
                    <a:pt x="3529" y="3340"/>
                  </a:cubicBezTo>
                  <a:lnTo>
                    <a:pt x="3655" y="3403"/>
                  </a:lnTo>
                  <a:lnTo>
                    <a:pt x="4002" y="2805"/>
                  </a:lnTo>
                  <a:lnTo>
                    <a:pt x="3876" y="2742"/>
                  </a:lnTo>
                  <a:cubicBezTo>
                    <a:pt x="3781" y="2647"/>
                    <a:pt x="3687" y="2490"/>
                    <a:pt x="3750" y="2395"/>
                  </a:cubicBezTo>
                  <a:cubicBezTo>
                    <a:pt x="3781" y="2143"/>
                    <a:pt x="3781" y="1986"/>
                    <a:pt x="3750" y="1765"/>
                  </a:cubicBezTo>
                  <a:cubicBezTo>
                    <a:pt x="3687" y="1608"/>
                    <a:pt x="3781" y="1482"/>
                    <a:pt x="3876" y="1387"/>
                  </a:cubicBezTo>
                  <a:lnTo>
                    <a:pt x="4002" y="1324"/>
                  </a:lnTo>
                  <a:lnTo>
                    <a:pt x="3655" y="726"/>
                  </a:lnTo>
                  <a:lnTo>
                    <a:pt x="3529" y="820"/>
                  </a:lnTo>
                  <a:cubicBezTo>
                    <a:pt x="3477" y="846"/>
                    <a:pt x="3425" y="861"/>
                    <a:pt x="3373" y="861"/>
                  </a:cubicBezTo>
                  <a:cubicBezTo>
                    <a:pt x="3299" y="861"/>
                    <a:pt x="3225" y="831"/>
                    <a:pt x="3151" y="757"/>
                  </a:cubicBezTo>
                  <a:cubicBezTo>
                    <a:pt x="2994" y="600"/>
                    <a:pt x="2805" y="537"/>
                    <a:pt x="2584" y="442"/>
                  </a:cubicBezTo>
                  <a:cubicBezTo>
                    <a:pt x="2427" y="410"/>
                    <a:pt x="2364" y="253"/>
                    <a:pt x="2364" y="127"/>
                  </a:cubicBezTo>
                  <a:lnTo>
                    <a:pt x="236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 name="Google Shape;359;p59"/>
            <p:cNvSpPr/>
            <p:nvPr/>
          </p:nvSpPr>
          <p:spPr>
            <a:xfrm>
              <a:off x="-48129100" y="3665200"/>
              <a:ext cx="18150" cy="18125"/>
            </a:xfrm>
            <a:custGeom>
              <a:avLst/>
              <a:gdLst/>
              <a:ahLst/>
              <a:cxnLst/>
              <a:rect l="l" t="t" r="r" b="b"/>
              <a:pathLst>
                <a:path w="726" h="725" extrusionOk="0">
                  <a:moveTo>
                    <a:pt x="347" y="0"/>
                  </a:moveTo>
                  <a:cubicBezTo>
                    <a:pt x="158" y="0"/>
                    <a:pt x="1" y="158"/>
                    <a:pt x="1" y="378"/>
                  </a:cubicBezTo>
                  <a:cubicBezTo>
                    <a:pt x="1" y="567"/>
                    <a:pt x="158" y="725"/>
                    <a:pt x="347" y="725"/>
                  </a:cubicBezTo>
                  <a:cubicBezTo>
                    <a:pt x="568" y="725"/>
                    <a:pt x="726" y="567"/>
                    <a:pt x="726" y="378"/>
                  </a:cubicBezTo>
                  <a:cubicBezTo>
                    <a:pt x="726" y="158"/>
                    <a:pt x="568" y="0"/>
                    <a:pt x="34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0" name="Google Shape;360;p59"/>
          <p:cNvGrpSpPr/>
          <p:nvPr/>
        </p:nvGrpSpPr>
        <p:grpSpPr>
          <a:xfrm>
            <a:off x="1189260" y="1308215"/>
            <a:ext cx="330936" cy="330743"/>
            <a:chOff x="-49764975" y="3183375"/>
            <a:chExt cx="299300" cy="299125"/>
          </a:xfrm>
        </p:grpSpPr>
        <p:sp>
          <p:nvSpPr>
            <p:cNvPr id="361" name="Google Shape;361;p59"/>
            <p:cNvSpPr/>
            <p:nvPr/>
          </p:nvSpPr>
          <p:spPr>
            <a:xfrm>
              <a:off x="-49606675" y="3233575"/>
              <a:ext cx="70125" cy="103200"/>
            </a:xfrm>
            <a:custGeom>
              <a:avLst/>
              <a:gdLst/>
              <a:ahLst/>
              <a:cxnLst/>
              <a:rect l="l" t="t" r="r" b="b"/>
              <a:pathLst>
                <a:path w="2805" h="4128" extrusionOk="0">
                  <a:moveTo>
                    <a:pt x="2805" y="1"/>
                  </a:moveTo>
                  <a:lnTo>
                    <a:pt x="1" y="1355"/>
                  </a:lnTo>
                  <a:lnTo>
                    <a:pt x="1" y="4128"/>
                  </a:lnTo>
                  <a:lnTo>
                    <a:pt x="2805" y="2710"/>
                  </a:lnTo>
                  <a:lnTo>
                    <a:pt x="280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 name="Google Shape;362;p59"/>
            <p:cNvSpPr/>
            <p:nvPr/>
          </p:nvSpPr>
          <p:spPr>
            <a:xfrm>
              <a:off x="-49676775" y="3364325"/>
              <a:ext cx="52000" cy="118175"/>
            </a:xfrm>
            <a:custGeom>
              <a:avLst/>
              <a:gdLst/>
              <a:ahLst/>
              <a:cxnLst/>
              <a:rect l="l" t="t" r="r" b="b"/>
              <a:pathLst>
                <a:path w="2080" h="4727" extrusionOk="0">
                  <a:moveTo>
                    <a:pt x="2080" y="0"/>
                  </a:moveTo>
                  <a:lnTo>
                    <a:pt x="1" y="1072"/>
                  </a:lnTo>
                  <a:lnTo>
                    <a:pt x="1" y="4726"/>
                  </a:lnTo>
                  <a:lnTo>
                    <a:pt x="2080" y="3529"/>
                  </a:lnTo>
                  <a:lnTo>
                    <a:pt x="2080"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 name="Google Shape;363;p59"/>
            <p:cNvSpPr/>
            <p:nvPr/>
          </p:nvSpPr>
          <p:spPr>
            <a:xfrm>
              <a:off x="-49694100" y="3233575"/>
              <a:ext cx="69325" cy="103200"/>
            </a:xfrm>
            <a:custGeom>
              <a:avLst/>
              <a:gdLst/>
              <a:ahLst/>
              <a:cxnLst/>
              <a:rect l="l" t="t" r="r" b="b"/>
              <a:pathLst>
                <a:path w="2773" h="4128" extrusionOk="0">
                  <a:moveTo>
                    <a:pt x="1" y="1"/>
                  </a:moveTo>
                  <a:lnTo>
                    <a:pt x="1" y="2710"/>
                  </a:lnTo>
                  <a:lnTo>
                    <a:pt x="2773" y="4128"/>
                  </a:lnTo>
                  <a:lnTo>
                    <a:pt x="2773" y="1355"/>
                  </a:lnTo>
                  <a:lnTo>
                    <a:pt x="1"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 name="Google Shape;364;p59"/>
            <p:cNvSpPr/>
            <p:nvPr/>
          </p:nvSpPr>
          <p:spPr>
            <a:xfrm>
              <a:off x="-49756325" y="3314700"/>
              <a:ext cx="121325" cy="61450"/>
            </a:xfrm>
            <a:custGeom>
              <a:avLst/>
              <a:gdLst/>
              <a:ahLst/>
              <a:cxnLst/>
              <a:rect l="l" t="t" r="r" b="b"/>
              <a:pathLst>
                <a:path w="4853" h="2458" extrusionOk="0">
                  <a:moveTo>
                    <a:pt x="2048" y="1"/>
                  </a:moveTo>
                  <a:lnTo>
                    <a:pt x="1" y="1040"/>
                  </a:lnTo>
                  <a:lnTo>
                    <a:pt x="2836" y="2458"/>
                  </a:lnTo>
                  <a:lnTo>
                    <a:pt x="4852" y="1418"/>
                  </a:lnTo>
                  <a:lnTo>
                    <a:pt x="2048"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 name="Google Shape;365;p59"/>
            <p:cNvSpPr/>
            <p:nvPr/>
          </p:nvSpPr>
          <p:spPr>
            <a:xfrm>
              <a:off x="-49606675" y="3364325"/>
              <a:ext cx="52000" cy="118175"/>
            </a:xfrm>
            <a:custGeom>
              <a:avLst/>
              <a:gdLst/>
              <a:ahLst/>
              <a:cxnLst/>
              <a:rect l="l" t="t" r="r" b="b"/>
              <a:pathLst>
                <a:path w="2080" h="4727" extrusionOk="0">
                  <a:moveTo>
                    <a:pt x="1" y="0"/>
                  </a:moveTo>
                  <a:lnTo>
                    <a:pt x="1" y="3529"/>
                  </a:lnTo>
                  <a:lnTo>
                    <a:pt x="2080" y="4726"/>
                  </a:lnTo>
                  <a:lnTo>
                    <a:pt x="2080" y="1072"/>
                  </a:lnTo>
                  <a:lnTo>
                    <a:pt x="1"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 name="Google Shape;366;p59"/>
            <p:cNvSpPr/>
            <p:nvPr/>
          </p:nvSpPr>
          <p:spPr>
            <a:xfrm>
              <a:off x="-49595650" y="3314700"/>
              <a:ext cx="121325" cy="61450"/>
            </a:xfrm>
            <a:custGeom>
              <a:avLst/>
              <a:gdLst/>
              <a:ahLst/>
              <a:cxnLst/>
              <a:rect l="l" t="t" r="r" b="b"/>
              <a:pathLst>
                <a:path w="4853" h="2458" extrusionOk="0">
                  <a:moveTo>
                    <a:pt x="2773" y="1"/>
                  </a:moveTo>
                  <a:lnTo>
                    <a:pt x="1" y="1418"/>
                  </a:lnTo>
                  <a:lnTo>
                    <a:pt x="1985" y="2458"/>
                  </a:lnTo>
                  <a:lnTo>
                    <a:pt x="4852" y="1040"/>
                  </a:lnTo>
                  <a:lnTo>
                    <a:pt x="277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 name="Google Shape;367;p59"/>
            <p:cNvSpPr/>
            <p:nvPr/>
          </p:nvSpPr>
          <p:spPr>
            <a:xfrm>
              <a:off x="-49764975" y="3355650"/>
              <a:ext cx="70100" cy="126850"/>
            </a:xfrm>
            <a:custGeom>
              <a:avLst/>
              <a:gdLst/>
              <a:ahLst/>
              <a:cxnLst/>
              <a:rect l="l" t="t" r="r" b="b"/>
              <a:pathLst>
                <a:path w="2804" h="5074" extrusionOk="0">
                  <a:moveTo>
                    <a:pt x="0" y="1"/>
                  </a:moveTo>
                  <a:lnTo>
                    <a:pt x="0" y="3309"/>
                  </a:lnTo>
                  <a:cubicBezTo>
                    <a:pt x="0" y="3403"/>
                    <a:pt x="63" y="3529"/>
                    <a:pt x="189" y="3624"/>
                  </a:cubicBezTo>
                  <a:lnTo>
                    <a:pt x="2804" y="5073"/>
                  </a:lnTo>
                  <a:lnTo>
                    <a:pt x="2804" y="1419"/>
                  </a:lnTo>
                  <a:lnTo>
                    <a:pt x="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 name="Google Shape;368;p59"/>
            <p:cNvSpPr/>
            <p:nvPr/>
          </p:nvSpPr>
          <p:spPr>
            <a:xfrm>
              <a:off x="-49535775" y="3355650"/>
              <a:ext cx="70100" cy="126850"/>
            </a:xfrm>
            <a:custGeom>
              <a:avLst/>
              <a:gdLst/>
              <a:ahLst/>
              <a:cxnLst/>
              <a:rect l="l" t="t" r="r" b="b"/>
              <a:pathLst>
                <a:path w="2804" h="5074" extrusionOk="0">
                  <a:moveTo>
                    <a:pt x="2804" y="1"/>
                  </a:moveTo>
                  <a:lnTo>
                    <a:pt x="0" y="1419"/>
                  </a:lnTo>
                  <a:lnTo>
                    <a:pt x="0" y="5073"/>
                  </a:lnTo>
                  <a:lnTo>
                    <a:pt x="2583" y="3624"/>
                  </a:lnTo>
                  <a:cubicBezTo>
                    <a:pt x="2709" y="3529"/>
                    <a:pt x="2804" y="3403"/>
                    <a:pt x="2804" y="3309"/>
                  </a:cubicBezTo>
                  <a:lnTo>
                    <a:pt x="280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 name="Google Shape;369;p59"/>
            <p:cNvSpPr/>
            <p:nvPr/>
          </p:nvSpPr>
          <p:spPr>
            <a:xfrm>
              <a:off x="-49685425" y="3183375"/>
              <a:ext cx="140200" cy="69925"/>
            </a:xfrm>
            <a:custGeom>
              <a:avLst/>
              <a:gdLst/>
              <a:ahLst/>
              <a:cxnLst/>
              <a:rect l="l" t="t" r="r" b="b"/>
              <a:pathLst>
                <a:path w="5608" h="2797" extrusionOk="0">
                  <a:moveTo>
                    <a:pt x="2792" y="0"/>
                  </a:moveTo>
                  <a:cubicBezTo>
                    <a:pt x="2741" y="0"/>
                    <a:pt x="2694" y="8"/>
                    <a:pt x="2647" y="24"/>
                  </a:cubicBezTo>
                  <a:lnTo>
                    <a:pt x="0" y="1378"/>
                  </a:lnTo>
                  <a:lnTo>
                    <a:pt x="2804" y="2796"/>
                  </a:lnTo>
                  <a:lnTo>
                    <a:pt x="5608" y="1378"/>
                  </a:lnTo>
                  <a:lnTo>
                    <a:pt x="2962" y="24"/>
                  </a:lnTo>
                  <a:cubicBezTo>
                    <a:pt x="2899" y="8"/>
                    <a:pt x="2843" y="0"/>
                    <a:pt x="279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70" name="Google Shape;370;p59"/>
          <p:cNvGrpSpPr/>
          <p:nvPr/>
        </p:nvGrpSpPr>
        <p:grpSpPr>
          <a:xfrm>
            <a:off x="4414286" y="1311087"/>
            <a:ext cx="332677" cy="330964"/>
            <a:chOff x="-47155575" y="3200500"/>
            <a:chExt cx="300875" cy="299325"/>
          </a:xfrm>
        </p:grpSpPr>
        <p:sp>
          <p:nvSpPr>
            <p:cNvPr id="371" name="Google Shape;371;p59"/>
            <p:cNvSpPr/>
            <p:nvPr/>
          </p:nvSpPr>
          <p:spPr>
            <a:xfrm>
              <a:off x="-46943725" y="3206000"/>
              <a:ext cx="47300" cy="48075"/>
            </a:xfrm>
            <a:custGeom>
              <a:avLst/>
              <a:gdLst/>
              <a:ahLst/>
              <a:cxnLst/>
              <a:rect l="l" t="t" r="r" b="b"/>
              <a:pathLst>
                <a:path w="1892" h="1923" extrusionOk="0">
                  <a:moveTo>
                    <a:pt x="1" y="1"/>
                  </a:moveTo>
                  <a:lnTo>
                    <a:pt x="1" y="1923"/>
                  </a:lnTo>
                  <a:lnTo>
                    <a:pt x="1891" y="1923"/>
                  </a:lnTo>
                  <a:lnTo>
                    <a:pt x="1"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 name="Google Shape;372;p59"/>
            <p:cNvSpPr/>
            <p:nvPr/>
          </p:nvSpPr>
          <p:spPr>
            <a:xfrm>
              <a:off x="-47118575" y="3200500"/>
              <a:ext cx="228450" cy="89025"/>
            </a:xfrm>
            <a:custGeom>
              <a:avLst/>
              <a:gdLst/>
              <a:ahLst/>
              <a:cxnLst/>
              <a:rect l="l" t="t" r="r" b="b"/>
              <a:pathLst>
                <a:path w="9138" h="3561" extrusionOk="0">
                  <a:moveTo>
                    <a:pt x="347" y="0"/>
                  </a:moveTo>
                  <a:cubicBezTo>
                    <a:pt x="158" y="0"/>
                    <a:pt x="1" y="158"/>
                    <a:pt x="1" y="378"/>
                  </a:cubicBezTo>
                  <a:lnTo>
                    <a:pt x="1" y="2143"/>
                  </a:lnTo>
                  <a:lnTo>
                    <a:pt x="2017" y="2143"/>
                  </a:lnTo>
                  <a:cubicBezTo>
                    <a:pt x="2679" y="2143"/>
                    <a:pt x="3246" y="2489"/>
                    <a:pt x="3561" y="3119"/>
                  </a:cubicBezTo>
                  <a:lnTo>
                    <a:pt x="3813" y="3560"/>
                  </a:lnTo>
                  <a:lnTo>
                    <a:pt x="9137" y="3560"/>
                  </a:lnTo>
                  <a:lnTo>
                    <a:pt x="9137" y="2836"/>
                  </a:lnTo>
                  <a:lnTo>
                    <a:pt x="6680" y="2836"/>
                  </a:lnTo>
                  <a:cubicBezTo>
                    <a:pt x="6491" y="2836"/>
                    <a:pt x="6333" y="2678"/>
                    <a:pt x="6333" y="2489"/>
                  </a:cubicBezTo>
                  <a:lnTo>
                    <a:pt x="633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 name="Google Shape;373;p59"/>
            <p:cNvSpPr/>
            <p:nvPr/>
          </p:nvSpPr>
          <p:spPr>
            <a:xfrm>
              <a:off x="-47013825" y="3395050"/>
              <a:ext cx="15775" cy="15775"/>
            </a:xfrm>
            <a:custGeom>
              <a:avLst/>
              <a:gdLst/>
              <a:ahLst/>
              <a:cxnLst/>
              <a:rect l="l" t="t" r="r" b="b"/>
              <a:pathLst>
                <a:path w="631" h="631" extrusionOk="0">
                  <a:moveTo>
                    <a:pt x="1" y="0"/>
                  </a:moveTo>
                  <a:lnTo>
                    <a:pt x="1" y="630"/>
                  </a:lnTo>
                  <a:cubicBezTo>
                    <a:pt x="284" y="504"/>
                    <a:pt x="536" y="252"/>
                    <a:pt x="63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 name="Google Shape;374;p59"/>
            <p:cNvSpPr/>
            <p:nvPr/>
          </p:nvSpPr>
          <p:spPr>
            <a:xfrm>
              <a:off x="-47049250" y="3359600"/>
              <a:ext cx="51200" cy="51225"/>
            </a:xfrm>
            <a:custGeom>
              <a:avLst/>
              <a:gdLst/>
              <a:ahLst/>
              <a:cxnLst/>
              <a:rect l="l" t="t" r="r" b="b"/>
              <a:pathLst>
                <a:path w="2048" h="2049" extrusionOk="0">
                  <a:moveTo>
                    <a:pt x="1071" y="0"/>
                  </a:moveTo>
                  <a:cubicBezTo>
                    <a:pt x="473" y="0"/>
                    <a:pt x="0" y="473"/>
                    <a:pt x="0" y="1040"/>
                  </a:cubicBezTo>
                  <a:cubicBezTo>
                    <a:pt x="0" y="1513"/>
                    <a:pt x="284" y="1891"/>
                    <a:pt x="725" y="2048"/>
                  </a:cubicBezTo>
                  <a:lnTo>
                    <a:pt x="725" y="1040"/>
                  </a:lnTo>
                  <a:cubicBezTo>
                    <a:pt x="725" y="851"/>
                    <a:pt x="882" y="693"/>
                    <a:pt x="1071" y="693"/>
                  </a:cubicBezTo>
                  <a:lnTo>
                    <a:pt x="2048" y="693"/>
                  </a:lnTo>
                  <a:cubicBezTo>
                    <a:pt x="1890" y="252"/>
                    <a:pt x="1512" y="0"/>
                    <a:pt x="107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 name="Google Shape;375;p59"/>
            <p:cNvSpPr/>
            <p:nvPr/>
          </p:nvSpPr>
          <p:spPr>
            <a:xfrm>
              <a:off x="-47013025" y="3393475"/>
              <a:ext cx="52800" cy="53575"/>
            </a:xfrm>
            <a:custGeom>
              <a:avLst/>
              <a:gdLst/>
              <a:ahLst/>
              <a:cxnLst/>
              <a:rect l="l" t="t" r="r" b="b"/>
              <a:pathLst>
                <a:path w="2112" h="2143" extrusionOk="0">
                  <a:moveTo>
                    <a:pt x="1355" y="0"/>
                  </a:moveTo>
                  <a:cubicBezTo>
                    <a:pt x="1198" y="725"/>
                    <a:pt x="662" y="1260"/>
                    <a:pt x="0" y="1386"/>
                  </a:cubicBezTo>
                  <a:lnTo>
                    <a:pt x="0" y="2142"/>
                  </a:lnTo>
                  <a:lnTo>
                    <a:pt x="2111" y="2142"/>
                  </a:lnTo>
                  <a:lnTo>
                    <a:pt x="2111"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 name="Google Shape;376;p59"/>
            <p:cNvSpPr/>
            <p:nvPr/>
          </p:nvSpPr>
          <p:spPr>
            <a:xfrm>
              <a:off x="-47155575" y="3270600"/>
              <a:ext cx="300875" cy="229225"/>
            </a:xfrm>
            <a:custGeom>
              <a:avLst/>
              <a:gdLst/>
              <a:ahLst/>
              <a:cxnLst/>
              <a:rect l="l" t="t" r="r" b="b"/>
              <a:pathLst>
                <a:path w="12035" h="9169" extrusionOk="0">
                  <a:moveTo>
                    <a:pt x="5324" y="2804"/>
                  </a:moveTo>
                  <a:cubicBezTo>
                    <a:pt x="6206" y="2804"/>
                    <a:pt x="6900" y="3403"/>
                    <a:pt x="7057" y="4222"/>
                  </a:cubicBezTo>
                  <a:lnTo>
                    <a:pt x="8160" y="4222"/>
                  </a:lnTo>
                  <a:cubicBezTo>
                    <a:pt x="8349" y="4222"/>
                    <a:pt x="8506" y="4379"/>
                    <a:pt x="8506" y="4568"/>
                  </a:cubicBezTo>
                  <a:lnTo>
                    <a:pt x="8506" y="7404"/>
                  </a:lnTo>
                  <a:lnTo>
                    <a:pt x="8475" y="7404"/>
                  </a:lnTo>
                  <a:cubicBezTo>
                    <a:pt x="8475" y="7593"/>
                    <a:pt x="8317" y="7750"/>
                    <a:pt x="8128" y="7750"/>
                  </a:cubicBezTo>
                  <a:lnTo>
                    <a:pt x="5324" y="7750"/>
                  </a:lnTo>
                  <a:cubicBezTo>
                    <a:pt x="5135" y="7750"/>
                    <a:pt x="4978" y="7593"/>
                    <a:pt x="4978" y="7404"/>
                  </a:cubicBezTo>
                  <a:lnTo>
                    <a:pt x="4978" y="6301"/>
                  </a:lnTo>
                  <a:cubicBezTo>
                    <a:pt x="4190" y="6144"/>
                    <a:pt x="3560" y="5451"/>
                    <a:pt x="3560" y="4568"/>
                  </a:cubicBezTo>
                  <a:cubicBezTo>
                    <a:pt x="3560" y="3592"/>
                    <a:pt x="4348" y="2804"/>
                    <a:pt x="5324" y="2804"/>
                  </a:cubicBezTo>
                  <a:close/>
                  <a:moveTo>
                    <a:pt x="1071" y="0"/>
                  </a:moveTo>
                  <a:cubicBezTo>
                    <a:pt x="473" y="0"/>
                    <a:pt x="0" y="473"/>
                    <a:pt x="0" y="1071"/>
                  </a:cubicBezTo>
                  <a:lnTo>
                    <a:pt x="0" y="8097"/>
                  </a:lnTo>
                  <a:cubicBezTo>
                    <a:pt x="0" y="8696"/>
                    <a:pt x="473" y="9168"/>
                    <a:pt x="1071" y="9168"/>
                  </a:cubicBezTo>
                  <a:lnTo>
                    <a:pt x="10964" y="9168"/>
                  </a:lnTo>
                  <a:cubicBezTo>
                    <a:pt x="11562" y="9168"/>
                    <a:pt x="12035" y="8696"/>
                    <a:pt x="12035" y="8097"/>
                  </a:cubicBezTo>
                  <a:lnTo>
                    <a:pt x="12035" y="2489"/>
                  </a:lnTo>
                  <a:cubicBezTo>
                    <a:pt x="12035" y="1891"/>
                    <a:pt x="11562" y="1418"/>
                    <a:pt x="10964" y="1418"/>
                  </a:cubicBezTo>
                  <a:lnTo>
                    <a:pt x="4820" y="1418"/>
                  </a:lnTo>
                  <a:lnTo>
                    <a:pt x="4411" y="599"/>
                  </a:lnTo>
                  <a:cubicBezTo>
                    <a:pt x="4222" y="252"/>
                    <a:pt x="3875" y="0"/>
                    <a:pt x="346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77" name="Google Shape;377;p59"/>
          <p:cNvGrpSpPr/>
          <p:nvPr/>
        </p:nvGrpSpPr>
        <p:grpSpPr>
          <a:xfrm>
            <a:off x="4431899" y="3043763"/>
            <a:ext cx="330936" cy="330107"/>
            <a:chOff x="-47154000" y="3939275"/>
            <a:chExt cx="299300" cy="298550"/>
          </a:xfrm>
        </p:grpSpPr>
        <p:sp>
          <p:nvSpPr>
            <p:cNvPr id="378" name="Google Shape;378;p59"/>
            <p:cNvSpPr/>
            <p:nvPr/>
          </p:nvSpPr>
          <p:spPr>
            <a:xfrm>
              <a:off x="-47084700" y="4131475"/>
              <a:ext cx="159125" cy="106350"/>
            </a:xfrm>
            <a:custGeom>
              <a:avLst/>
              <a:gdLst/>
              <a:ahLst/>
              <a:cxnLst/>
              <a:rect l="l" t="t" r="r" b="b"/>
              <a:pathLst>
                <a:path w="6365" h="4254" extrusionOk="0">
                  <a:moveTo>
                    <a:pt x="4569" y="693"/>
                  </a:moveTo>
                  <a:cubicBezTo>
                    <a:pt x="4789" y="693"/>
                    <a:pt x="4947" y="851"/>
                    <a:pt x="4947" y="1040"/>
                  </a:cubicBezTo>
                  <a:cubicBezTo>
                    <a:pt x="4947" y="1260"/>
                    <a:pt x="4789" y="1418"/>
                    <a:pt x="4569" y="1418"/>
                  </a:cubicBezTo>
                  <a:lnTo>
                    <a:pt x="1796" y="1418"/>
                  </a:lnTo>
                  <a:cubicBezTo>
                    <a:pt x="1576" y="1418"/>
                    <a:pt x="1418" y="1260"/>
                    <a:pt x="1418" y="1040"/>
                  </a:cubicBezTo>
                  <a:cubicBezTo>
                    <a:pt x="1418" y="851"/>
                    <a:pt x="1576" y="693"/>
                    <a:pt x="1796" y="693"/>
                  </a:cubicBezTo>
                  <a:close/>
                  <a:moveTo>
                    <a:pt x="4569" y="2111"/>
                  </a:moveTo>
                  <a:cubicBezTo>
                    <a:pt x="4789" y="2111"/>
                    <a:pt x="4947" y="2268"/>
                    <a:pt x="4947" y="2457"/>
                  </a:cubicBezTo>
                  <a:cubicBezTo>
                    <a:pt x="4947" y="2678"/>
                    <a:pt x="4789" y="2835"/>
                    <a:pt x="4569" y="2835"/>
                  </a:cubicBezTo>
                  <a:lnTo>
                    <a:pt x="1796" y="2835"/>
                  </a:lnTo>
                  <a:cubicBezTo>
                    <a:pt x="1576" y="2835"/>
                    <a:pt x="1418" y="2678"/>
                    <a:pt x="1418" y="2457"/>
                  </a:cubicBezTo>
                  <a:cubicBezTo>
                    <a:pt x="1418" y="2268"/>
                    <a:pt x="1576" y="2111"/>
                    <a:pt x="1796" y="2111"/>
                  </a:cubicBezTo>
                  <a:close/>
                  <a:moveTo>
                    <a:pt x="0" y="0"/>
                  </a:moveTo>
                  <a:lnTo>
                    <a:pt x="0" y="1418"/>
                  </a:lnTo>
                  <a:lnTo>
                    <a:pt x="0" y="3875"/>
                  </a:lnTo>
                  <a:cubicBezTo>
                    <a:pt x="0" y="4096"/>
                    <a:pt x="158" y="4253"/>
                    <a:pt x="379" y="4253"/>
                  </a:cubicBezTo>
                  <a:lnTo>
                    <a:pt x="5986" y="4253"/>
                  </a:lnTo>
                  <a:cubicBezTo>
                    <a:pt x="6207" y="4253"/>
                    <a:pt x="6364" y="4096"/>
                    <a:pt x="6364" y="3875"/>
                  </a:cubicBezTo>
                  <a:lnTo>
                    <a:pt x="6364" y="1418"/>
                  </a:lnTo>
                  <a:lnTo>
                    <a:pt x="636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 name="Google Shape;379;p59"/>
            <p:cNvSpPr/>
            <p:nvPr/>
          </p:nvSpPr>
          <p:spPr>
            <a:xfrm>
              <a:off x="-46979150" y="3943225"/>
              <a:ext cx="48050" cy="47275"/>
            </a:xfrm>
            <a:custGeom>
              <a:avLst/>
              <a:gdLst/>
              <a:ahLst/>
              <a:cxnLst/>
              <a:rect l="l" t="t" r="r" b="b"/>
              <a:pathLst>
                <a:path w="1922" h="1891" extrusionOk="0">
                  <a:moveTo>
                    <a:pt x="0" y="0"/>
                  </a:moveTo>
                  <a:lnTo>
                    <a:pt x="0" y="1891"/>
                  </a:lnTo>
                  <a:lnTo>
                    <a:pt x="1922" y="1891"/>
                  </a:lnTo>
                  <a:lnTo>
                    <a:pt x="0"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 name="Google Shape;380;p59"/>
            <p:cNvSpPr/>
            <p:nvPr/>
          </p:nvSpPr>
          <p:spPr>
            <a:xfrm>
              <a:off x="-47154000" y="4026700"/>
              <a:ext cx="299300" cy="141025"/>
            </a:xfrm>
            <a:custGeom>
              <a:avLst/>
              <a:gdLst/>
              <a:ahLst/>
              <a:cxnLst/>
              <a:rect l="l" t="t" r="r" b="b"/>
              <a:pathLst>
                <a:path w="11972" h="5641" extrusionOk="0">
                  <a:moveTo>
                    <a:pt x="3151" y="2080"/>
                  </a:moveTo>
                  <a:cubicBezTo>
                    <a:pt x="3340" y="2080"/>
                    <a:pt x="3497" y="2238"/>
                    <a:pt x="3497" y="2458"/>
                  </a:cubicBezTo>
                  <a:cubicBezTo>
                    <a:pt x="3497" y="2647"/>
                    <a:pt x="3340" y="2805"/>
                    <a:pt x="3151" y="2805"/>
                  </a:cubicBezTo>
                  <a:cubicBezTo>
                    <a:pt x="2930" y="2805"/>
                    <a:pt x="2804" y="2647"/>
                    <a:pt x="2804" y="2458"/>
                  </a:cubicBezTo>
                  <a:cubicBezTo>
                    <a:pt x="2804" y="2238"/>
                    <a:pt x="2930" y="2080"/>
                    <a:pt x="3151" y="2080"/>
                  </a:cubicBezTo>
                  <a:close/>
                  <a:moveTo>
                    <a:pt x="4568" y="2080"/>
                  </a:moveTo>
                  <a:cubicBezTo>
                    <a:pt x="4757" y="2080"/>
                    <a:pt x="4915" y="2238"/>
                    <a:pt x="4915" y="2458"/>
                  </a:cubicBezTo>
                  <a:cubicBezTo>
                    <a:pt x="4915" y="2647"/>
                    <a:pt x="4757" y="2805"/>
                    <a:pt x="4568" y="2805"/>
                  </a:cubicBezTo>
                  <a:cubicBezTo>
                    <a:pt x="4348" y="2805"/>
                    <a:pt x="4190" y="2647"/>
                    <a:pt x="4190" y="2458"/>
                  </a:cubicBezTo>
                  <a:cubicBezTo>
                    <a:pt x="4190" y="2238"/>
                    <a:pt x="4348" y="2080"/>
                    <a:pt x="4568" y="2080"/>
                  </a:cubicBezTo>
                  <a:close/>
                  <a:moveTo>
                    <a:pt x="6648" y="2080"/>
                  </a:moveTo>
                  <a:cubicBezTo>
                    <a:pt x="6837" y="2080"/>
                    <a:pt x="6994" y="2238"/>
                    <a:pt x="6994" y="2458"/>
                  </a:cubicBezTo>
                  <a:cubicBezTo>
                    <a:pt x="6994" y="2647"/>
                    <a:pt x="6837" y="2805"/>
                    <a:pt x="6648" y="2805"/>
                  </a:cubicBezTo>
                  <a:lnTo>
                    <a:pt x="5923" y="2805"/>
                  </a:lnTo>
                  <a:cubicBezTo>
                    <a:pt x="5734" y="2805"/>
                    <a:pt x="5576" y="2647"/>
                    <a:pt x="5576" y="2458"/>
                  </a:cubicBezTo>
                  <a:cubicBezTo>
                    <a:pt x="5576" y="2238"/>
                    <a:pt x="5734" y="2080"/>
                    <a:pt x="5923" y="2080"/>
                  </a:cubicBezTo>
                  <a:close/>
                  <a:moveTo>
                    <a:pt x="8790" y="2080"/>
                  </a:moveTo>
                  <a:cubicBezTo>
                    <a:pt x="8979" y="2080"/>
                    <a:pt x="9136" y="2238"/>
                    <a:pt x="9136" y="2458"/>
                  </a:cubicBezTo>
                  <a:cubicBezTo>
                    <a:pt x="9136" y="2647"/>
                    <a:pt x="8979" y="2805"/>
                    <a:pt x="8790" y="2805"/>
                  </a:cubicBezTo>
                  <a:lnTo>
                    <a:pt x="8065" y="2805"/>
                  </a:lnTo>
                  <a:cubicBezTo>
                    <a:pt x="7876" y="2805"/>
                    <a:pt x="7719" y="2647"/>
                    <a:pt x="7719" y="2458"/>
                  </a:cubicBezTo>
                  <a:cubicBezTo>
                    <a:pt x="7719" y="2238"/>
                    <a:pt x="7876" y="2080"/>
                    <a:pt x="8065" y="2080"/>
                  </a:cubicBezTo>
                  <a:close/>
                  <a:moveTo>
                    <a:pt x="1071" y="1"/>
                  </a:moveTo>
                  <a:cubicBezTo>
                    <a:pt x="473" y="1"/>
                    <a:pt x="0" y="473"/>
                    <a:pt x="0" y="1072"/>
                  </a:cubicBezTo>
                  <a:lnTo>
                    <a:pt x="0" y="4569"/>
                  </a:lnTo>
                  <a:cubicBezTo>
                    <a:pt x="0" y="5168"/>
                    <a:pt x="473" y="5640"/>
                    <a:pt x="1071" y="5640"/>
                  </a:cubicBezTo>
                  <a:lnTo>
                    <a:pt x="2111" y="5640"/>
                  </a:lnTo>
                  <a:lnTo>
                    <a:pt x="2111" y="4223"/>
                  </a:lnTo>
                  <a:lnTo>
                    <a:pt x="1764" y="4223"/>
                  </a:lnTo>
                  <a:cubicBezTo>
                    <a:pt x="1575" y="4223"/>
                    <a:pt x="1418" y="4065"/>
                    <a:pt x="1418" y="3876"/>
                  </a:cubicBezTo>
                  <a:cubicBezTo>
                    <a:pt x="1418" y="3655"/>
                    <a:pt x="1575" y="3498"/>
                    <a:pt x="1764" y="3498"/>
                  </a:cubicBezTo>
                  <a:lnTo>
                    <a:pt x="10208" y="3498"/>
                  </a:lnTo>
                  <a:cubicBezTo>
                    <a:pt x="10397" y="3498"/>
                    <a:pt x="10554" y="3655"/>
                    <a:pt x="10554" y="3876"/>
                  </a:cubicBezTo>
                  <a:cubicBezTo>
                    <a:pt x="10554" y="4065"/>
                    <a:pt x="10397" y="4223"/>
                    <a:pt x="10208" y="4223"/>
                  </a:cubicBezTo>
                  <a:lnTo>
                    <a:pt x="9830" y="4223"/>
                  </a:lnTo>
                  <a:lnTo>
                    <a:pt x="9830" y="5640"/>
                  </a:lnTo>
                  <a:lnTo>
                    <a:pt x="10901" y="5640"/>
                  </a:lnTo>
                  <a:cubicBezTo>
                    <a:pt x="11499" y="5640"/>
                    <a:pt x="11972" y="5168"/>
                    <a:pt x="11972" y="4569"/>
                  </a:cubicBezTo>
                  <a:lnTo>
                    <a:pt x="11972" y="1072"/>
                  </a:lnTo>
                  <a:cubicBezTo>
                    <a:pt x="11972" y="473"/>
                    <a:pt x="11499" y="1"/>
                    <a:pt x="10901" y="1"/>
                  </a:cubicBezTo>
                  <a:lnTo>
                    <a:pt x="9830" y="1"/>
                  </a:lnTo>
                  <a:lnTo>
                    <a:pt x="9830" y="1072"/>
                  </a:lnTo>
                  <a:cubicBezTo>
                    <a:pt x="9830" y="1261"/>
                    <a:pt x="9672" y="1419"/>
                    <a:pt x="9483" y="1419"/>
                  </a:cubicBezTo>
                  <a:lnTo>
                    <a:pt x="2489" y="1419"/>
                  </a:lnTo>
                  <a:cubicBezTo>
                    <a:pt x="2268" y="1419"/>
                    <a:pt x="2111" y="1261"/>
                    <a:pt x="2111" y="1072"/>
                  </a:cubicBezTo>
                  <a:lnTo>
                    <a:pt x="2111"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 name="Google Shape;381;p59"/>
            <p:cNvSpPr/>
            <p:nvPr/>
          </p:nvSpPr>
          <p:spPr>
            <a:xfrm>
              <a:off x="-47083125" y="3939275"/>
              <a:ext cx="158325" cy="106350"/>
            </a:xfrm>
            <a:custGeom>
              <a:avLst/>
              <a:gdLst/>
              <a:ahLst/>
              <a:cxnLst/>
              <a:rect l="l" t="t" r="r" b="b"/>
              <a:pathLst>
                <a:path w="6333" h="4254" extrusionOk="0">
                  <a:moveTo>
                    <a:pt x="347" y="1"/>
                  </a:moveTo>
                  <a:cubicBezTo>
                    <a:pt x="158" y="1"/>
                    <a:pt x="0" y="158"/>
                    <a:pt x="0" y="347"/>
                  </a:cubicBezTo>
                  <a:lnTo>
                    <a:pt x="0" y="3529"/>
                  </a:lnTo>
                  <a:lnTo>
                    <a:pt x="0" y="4254"/>
                  </a:lnTo>
                  <a:lnTo>
                    <a:pt x="6333" y="4254"/>
                  </a:lnTo>
                  <a:lnTo>
                    <a:pt x="6333" y="3498"/>
                  </a:lnTo>
                  <a:lnTo>
                    <a:pt x="6301" y="3498"/>
                  </a:lnTo>
                  <a:lnTo>
                    <a:pt x="6301" y="2805"/>
                  </a:lnTo>
                  <a:lnTo>
                    <a:pt x="3844" y="2805"/>
                  </a:lnTo>
                  <a:cubicBezTo>
                    <a:pt x="3655" y="2805"/>
                    <a:pt x="3498" y="2647"/>
                    <a:pt x="3498" y="2427"/>
                  </a:cubicBezTo>
                  <a:lnTo>
                    <a:pt x="3498"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2" name="Google Shape;382;p59"/>
          <p:cNvGrpSpPr/>
          <p:nvPr/>
        </p:nvGrpSpPr>
        <p:grpSpPr>
          <a:xfrm>
            <a:off x="7701924" y="3056473"/>
            <a:ext cx="336507" cy="336507"/>
            <a:chOff x="3271200" y="1435075"/>
            <a:chExt cx="481825" cy="481825"/>
          </a:xfrm>
        </p:grpSpPr>
        <p:sp>
          <p:nvSpPr>
            <p:cNvPr id="383" name="Google Shape;383;p59"/>
            <p:cNvSpPr/>
            <p:nvPr/>
          </p:nvSpPr>
          <p:spPr>
            <a:xfrm>
              <a:off x="3271200" y="1435075"/>
              <a:ext cx="481825" cy="481825"/>
            </a:xfrm>
            <a:custGeom>
              <a:avLst/>
              <a:gdLst/>
              <a:ahLst/>
              <a:cxnLst/>
              <a:rect l="l" t="t" r="r" b="b"/>
              <a:pathLst>
                <a:path w="19273" h="19273" extrusionOk="0">
                  <a:moveTo>
                    <a:pt x="9597" y="2259"/>
                  </a:moveTo>
                  <a:cubicBezTo>
                    <a:pt x="13635" y="2259"/>
                    <a:pt x="17014" y="5545"/>
                    <a:pt x="17014" y="9601"/>
                  </a:cubicBezTo>
                  <a:cubicBezTo>
                    <a:pt x="17014" y="13636"/>
                    <a:pt x="13654" y="17014"/>
                    <a:pt x="9597" y="17014"/>
                  </a:cubicBezTo>
                  <a:cubicBezTo>
                    <a:pt x="5562" y="17014"/>
                    <a:pt x="2259" y="13654"/>
                    <a:pt x="2259" y="9601"/>
                  </a:cubicBezTo>
                  <a:cubicBezTo>
                    <a:pt x="2259" y="5563"/>
                    <a:pt x="5541" y="2259"/>
                    <a:pt x="9597" y="2259"/>
                  </a:cubicBezTo>
                  <a:close/>
                  <a:moveTo>
                    <a:pt x="9597" y="1"/>
                  </a:moveTo>
                  <a:cubicBezTo>
                    <a:pt x="4304" y="1"/>
                    <a:pt x="0" y="4307"/>
                    <a:pt x="0" y="9601"/>
                  </a:cubicBezTo>
                  <a:cubicBezTo>
                    <a:pt x="0" y="14892"/>
                    <a:pt x="4304" y="19273"/>
                    <a:pt x="9597" y="19273"/>
                  </a:cubicBezTo>
                  <a:cubicBezTo>
                    <a:pt x="14891" y="19273"/>
                    <a:pt x="19272" y="14892"/>
                    <a:pt x="19272" y="9601"/>
                  </a:cubicBezTo>
                  <a:cubicBezTo>
                    <a:pt x="19272" y="4307"/>
                    <a:pt x="14891" y="1"/>
                    <a:pt x="959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384" name="Google Shape;384;p59"/>
            <p:cNvSpPr/>
            <p:nvPr/>
          </p:nvSpPr>
          <p:spPr>
            <a:xfrm>
              <a:off x="3356575" y="1520525"/>
              <a:ext cx="311000" cy="311025"/>
            </a:xfrm>
            <a:custGeom>
              <a:avLst/>
              <a:gdLst/>
              <a:ahLst/>
              <a:cxnLst/>
              <a:rect l="l" t="t" r="r" b="b"/>
              <a:pathLst>
                <a:path w="12440" h="12441" extrusionOk="0">
                  <a:moveTo>
                    <a:pt x="8516" y="3359"/>
                  </a:moveTo>
                  <a:cubicBezTo>
                    <a:pt x="8661" y="3359"/>
                    <a:pt x="8805" y="3414"/>
                    <a:pt x="8917" y="3524"/>
                  </a:cubicBezTo>
                  <a:cubicBezTo>
                    <a:pt x="9136" y="3744"/>
                    <a:pt x="9136" y="4102"/>
                    <a:pt x="8917" y="4322"/>
                  </a:cubicBezTo>
                  <a:lnTo>
                    <a:pt x="7056" y="6183"/>
                  </a:lnTo>
                  <a:lnTo>
                    <a:pt x="8917" y="8041"/>
                  </a:lnTo>
                  <a:cubicBezTo>
                    <a:pt x="9326" y="8453"/>
                    <a:pt x="8939" y="9009"/>
                    <a:pt x="8502" y="9009"/>
                  </a:cubicBezTo>
                  <a:cubicBezTo>
                    <a:pt x="8371" y="9009"/>
                    <a:pt x="8235" y="8959"/>
                    <a:pt x="8116" y="8839"/>
                  </a:cubicBezTo>
                  <a:lnTo>
                    <a:pt x="5857" y="6580"/>
                  </a:lnTo>
                  <a:cubicBezTo>
                    <a:pt x="5637" y="6360"/>
                    <a:pt x="5637" y="6002"/>
                    <a:pt x="5857" y="5782"/>
                  </a:cubicBezTo>
                  <a:lnTo>
                    <a:pt x="8116" y="3524"/>
                  </a:lnTo>
                  <a:cubicBezTo>
                    <a:pt x="8227" y="3414"/>
                    <a:pt x="8372" y="3359"/>
                    <a:pt x="8516" y="3359"/>
                  </a:cubicBezTo>
                  <a:close/>
                  <a:moveTo>
                    <a:pt x="5619" y="1"/>
                  </a:moveTo>
                  <a:cubicBezTo>
                    <a:pt x="4367" y="112"/>
                    <a:pt x="3177" y="606"/>
                    <a:pt x="2214" y="1413"/>
                  </a:cubicBezTo>
                  <a:lnTo>
                    <a:pt x="2590" y="1789"/>
                  </a:lnTo>
                  <a:cubicBezTo>
                    <a:pt x="3002" y="2199"/>
                    <a:pt x="2615" y="2757"/>
                    <a:pt x="2178" y="2757"/>
                  </a:cubicBezTo>
                  <a:cubicBezTo>
                    <a:pt x="2047" y="2757"/>
                    <a:pt x="1912" y="2707"/>
                    <a:pt x="1792" y="2587"/>
                  </a:cubicBezTo>
                  <a:lnTo>
                    <a:pt x="1416" y="2211"/>
                  </a:lnTo>
                  <a:cubicBezTo>
                    <a:pt x="609" y="3175"/>
                    <a:pt x="118" y="4364"/>
                    <a:pt x="3" y="5617"/>
                  </a:cubicBezTo>
                  <a:lnTo>
                    <a:pt x="536" y="5617"/>
                  </a:lnTo>
                  <a:cubicBezTo>
                    <a:pt x="1280" y="5617"/>
                    <a:pt x="1283" y="6746"/>
                    <a:pt x="536" y="6746"/>
                  </a:cubicBezTo>
                  <a:lnTo>
                    <a:pt x="0" y="6746"/>
                  </a:lnTo>
                  <a:cubicBezTo>
                    <a:pt x="118" y="8035"/>
                    <a:pt x="627" y="9287"/>
                    <a:pt x="1413" y="10227"/>
                  </a:cubicBezTo>
                  <a:lnTo>
                    <a:pt x="1789" y="9850"/>
                  </a:lnTo>
                  <a:cubicBezTo>
                    <a:pt x="1910" y="9730"/>
                    <a:pt x="2045" y="9679"/>
                    <a:pt x="2176" y="9679"/>
                  </a:cubicBezTo>
                  <a:cubicBezTo>
                    <a:pt x="2613" y="9679"/>
                    <a:pt x="2995" y="10244"/>
                    <a:pt x="2587" y="10651"/>
                  </a:cubicBezTo>
                  <a:lnTo>
                    <a:pt x="2211" y="11028"/>
                  </a:lnTo>
                  <a:cubicBezTo>
                    <a:pt x="3174" y="11832"/>
                    <a:pt x="4364" y="12326"/>
                    <a:pt x="5616" y="12440"/>
                  </a:cubicBezTo>
                  <a:lnTo>
                    <a:pt x="5616" y="11904"/>
                  </a:lnTo>
                  <a:cubicBezTo>
                    <a:pt x="5616" y="11530"/>
                    <a:pt x="5899" y="11343"/>
                    <a:pt x="6182" y="11343"/>
                  </a:cubicBezTo>
                  <a:cubicBezTo>
                    <a:pt x="6464" y="11343"/>
                    <a:pt x="6745" y="11530"/>
                    <a:pt x="6745" y="11904"/>
                  </a:cubicBezTo>
                  <a:lnTo>
                    <a:pt x="6745" y="12440"/>
                  </a:lnTo>
                  <a:cubicBezTo>
                    <a:pt x="8034" y="12323"/>
                    <a:pt x="9287" y="11811"/>
                    <a:pt x="10226" y="11028"/>
                  </a:cubicBezTo>
                  <a:lnTo>
                    <a:pt x="9850" y="10651"/>
                  </a:lnTo>
                  <a:cubicBezTo>
                    <a:pt x="9445" y="10246"/>
                    <a:pt x="9822" y="9678"/>
                    <a:pt x="10259" y="9678"/>
                  </a:cubicBezTo>
                  <a:cubicBezTo>
                    <a:pt x="10390" y="9678"/>
                    <a:pt x="10526" y="9729"/>
                    <a:pt x="10648" y="9850"/>
                  </a:cubicBezTo>
                  <a:lnTo>
                    <a:pt x="11024" y="10227"/>
                  </a:lnTo>
                  <a:cubicBezTo>
                    <a:pt x="11810" y="9287"/>
                    <a:pt x="12319" y="8035"/>
                    <a:pt x="12437" y="6746"/>
                  </a:cubicBezTo>
                  <a:lnTo>
                    <a:pt x="11904" y="6746"/>
                  </a:lnTo>
                  <a:cubicBezTo>
                    <a:pt x="11160" y="6746"/>
                    <a:pt x="11157" y="5617"/>
                    <a:pt x="11904" y="5617"/>
                  </a:cubicBezTo>
                  <a:lnTo>
                    <a:pt x="12440" y="5617"/>
                  </a:lnTo>
                  <a:cubicBezTo>
                    <a:pt x="12325" y="4364"/>
                    <a:pt x="11834" y="3175"/>
                    <a:pt x="11027" y="2211"/>
                  </a:cubicBezTo>
                  <a:lnTo>
                    <a:pt x="10651" y="2587"/>
                  </a:lnTo>
                  <a:cubicBezTo>
                    <a:pt x="10529" y="2709"/>
                    <a:pt x="10392" y="2760"/>
                    <a:pt x="10261" y="2760"/>
                  </a:cubicBezTo>
                  <a:cubicBezTo>
                    <a:pt x="9823" y="2760"/>
                    <a:pt x="9443" y="2197"/>
                    <a:pt x="9853" y="1789"/>
                  </a:cubicBezTo>
                  <a:lnTo>
                    <a:pt x="10232" y="1413"/>
                  </a:lnTo>
                  <a:cubicBezTo>
                    <a:pt x="9290" y="627"/>
                    <a:pt x="8037" y="115"/>
                    <a:pt x="6748" y="1"/>
                  </a:cubicBezTo>
                  <a:lnTo>
                    <a:pt x="6748" y="537"/>
                  </a:lnTo>
                  <a:cubicBezTo>
                    <a:pt x="6748" y="909"/>
                    <a:pt x="6466" y="1096"/>
                    <a:pt x="6183" y="1096"/>
                  </a:cubicBezTo>
                  <a:cubicBezTo>
                    <a:pt x="5901" y="1096"/>
                    <a:pt x="5619" y="910"/>
                    <a:pt x="5619" y="537"/>
                  </a:cubicBezTo>
                  <a:lnTo>
                    <a:pt x="561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385" name="Google Shape;385;p59"/>
          <p:cNvGrpSpPr/>
          <p:nvPr/>
        </p:nvGrpSpPr>
        <p:grpSpPr>
          <a:xfrm>
            <a:off x="6064921" y="3041415"/>
            <a:ext cx="334924" cy="334820"/>
            <a:chOff x="5642475" y="1435075"/>
            <a:chExt cx="481975" cy="481825"/>
          </a:xfrm>
        </p:grpSpPr>
        <p:sp>
          <p:nvSpPr>
            <p:cNvPr id="386" name="Google Shape;386;p59"/>
            <p:cNvSpPr/>
            <p:nvPr/>
          </p:nvSpPr>
          <p:spPr>
            <a:xfrm>
              <a:off x="5642475" y="1435075"/>
              <a:ext cx="481975" cy="340675"/>
            </a:xfrm>
            <a:custGeom>
              <a:avLst/>
              <a:gdLst/>
              <a:ahLst/>
              <a:cxnLst/>
              <a:rect l="l" t="t" r="r" b="b"/>
              <a:pathLst>
                <a:path w="19279" h="13627" extrusionOk="0">
                  <a:moveTo>
                    <a:pt x="2262" y="2259"/>
                  </a:moveTo>
                  <a:cubicBezTo>
                    <a:pt x="2883" y="2259"/>
                    <a:pt x="3428" y="2765"/>
                    <a:pt x="3428" y="3389"/>
                  </a:cubicBezTo>
                  <a:lnTo>
                    <a:pt x="3428" y="7342"/>
                  </a:lnTo>
                  <a:cubicBezTo>
                    <a:pt x="3428" y="7366"/>
                    <a:pt x="3434" y="7394"/>
                    <a:pt x="3434" y="7418"/>
                  </a:cubicBezTo>
                  <a:lnTo>
                    <a:pt x="1636" y="6246"/>
                  </a:lnTo>
                  <a:cubicBezTo>
                    <a:pt x="1320" y="6035"/>
                    <a:pt x="1130" y="5683"/>
                    <a:pt x="1133" y="5304"/>
                  </a:cubicBezTo>
                  <a:lnTo>
                    <a:pt x="1133" y="3389"/>
                  </a:lnTo>
                  <a:cubicBezTo>
                    <a:pt x="1133" y="2765"/>
                    <a:pt x="1636" y="2259"/>
                    <a:pt x="2262" y="2259"/>
                  </a:cubicBezTo>
                  <a:close/>
                  <a:moveTo>
                    <a:pt x="17017" y="2259"/>
                  </a:moveTo>
                  <a:cubicBezTo>
                    <a:pt x="17641" y="2259"/>
                    <a:pt x="18147" y="2765"/>
                    <a:pt x="18147" y="3389"/>
                  </a:cubicBezTo>
                  <a:lnTo>
                    <a:pt x="18147" y="5307"/>
                  </a:lnTo>
                  <a:cubicBezTo>
                    <a:pt x="18147" y="5683"/>
                    <a:pt x="17957" y="6035"/>
                    <a:pt x="17644" y="6246"/>
                  </a:cubicBezTo>
                  <a:lnTo>
                    <a:pt x="15843" y="7421"/>
                  </a:lnTo>
                  <a:cubicBezTo>
                    <a:pt x="15843" y="7394"/>
                    <a:pt x="15849" y="7369"/>
                    <a:pt x="15849" y="7342"/>
                  </a:cubicBezTo>
                  <a:lnTo>
                    <a:pt x="15849" y="3389"/>
                  </a:lnTo>
                  <a:cubicBezTo>
                    <a:pt x="15849" y="2765"/>
                    <a:pt x="16394" y="2259"/>
                    <a:pt x="17017" y="2259"/>
                  </a:cubicBezTo>
                  <a:close/>
                  <a:moveTo>
                    <a:pt x="9638" y="2284"/>
                  </a:moveTo>
                  <a:cubicBezTo>
                    <a:pt x="9845" y="2284"/>
                    <a:pt x="10051" y="2381"/>
                    <a:pt x="10146" y="2576"/>
                  </a:cubicBezTo>
                  <a:lnTo>
                    <a:pt x="10883" y="4069"/>
                  </a:lnTo>
                  <a:lnTo>
                    <a:pt x="12534" y="4310"/>
                  </a:lnTo>
                  <a:cubicBezTo>
                    <a:pt x="12994" y="4376"/>
                    <a:pt x="13181" y="4945"/>
                    <a:pt x="12847" y="5274"/>
                  </a:cubicBezTo>
                  <a:lnTo>
                    <a:pt x="11651" y="6439"/>
                  </a:lnTo>
                  <a:lnTo>
                    <a:pt x="11934" y="8080"/>
                  </a:lnTo>
                  <a:cubicBezTo>
                    <a:pt x="11996" y="8445"/>
                    <a:pt x="11705" y="8742"/>
                    <a:pt x="11376" y="8742"/>
                  </a:cubicBezTo>
                  <a:cubicBezTo>
                    <a:pt x="11290" y="8742"/>
                    <a:pt x="11201" y="8721"/>
                    <a:pt x="11115" y="8676"/>
                  </a:cubicBezTo>
                  <a:lnTo>
                    <a:pt x="9637" y="7899"/>
                  </a:lnTo>
                  <a:lnTo>
                    <a:pt x="8161" y="8676"/>
                  </a:lnTo>
                  <a:cubicBezTo>
                    <a:pt x="8076" y="8721"/>
                    <a:pt x="7987" y="8742"/>
                    <a:pt x="7900" y="8742"/>
                  </a:cubicBezTo>
                  <a:cubicBezTo>
                    <a:pt x="7571" y="8742"/>
                    <a:pt x="7280" y="8445"/>
                    <a:pt x="7342" y="8080"/>
                  </a:cubicBezTo>
                  <a:lnTo>
                    <a:pt x="7625" y="6439"/>
                  </a:lnTo>
                  <a:lnTo>
                    <a:pt x="6430" y="5271"/>
                  </a:lnTo>
                  <a:cubicBezTo>
                    <a:pt x="6279" y="5120"/>
                    <a:pt x="6222" y="4897"/>
                    <a:pt x="6288" y="4692"/>
                  </a:cubicBezTo>
                  <a:cubicBezTo>
                    <a:pt x="6355" y="4488"/>
                    <a:pt x="6532" y="4340"/>
                    <a:pt x="6743" y="4310"/>
                  </a:cubicBezTo>
                  <a:lnTo>
                    <a:pt x="8393" y="4069"/>
                  </a:lnTo>
                  <a:lnTo>
                    <a:pt x="9131" y="2576"/>
                  </a:lnTo>
                  <a:cubicBezTo>
                    <a:pt x="9226" y="2381"/>
                    <a:pt x="9432" y="2284"/>
                    <a:pt x="9638" y="2284"/>
                  </a:cubicBezTo>
                  <a:close/>
                  <a:moveTo>
                    <a:pt x="3994" y="1"/>
                  </a:moveTo>
                  <a:cubicBezTo>
                    <a:pt x="3681" y="1"/>
                    <a:pt x="3428" y="254"/>
                    <a:pt x="3428" y="567"/>
                  </a:cubicBezTo>
                  <a:lnTo>
                    <a:pt x="3428" y="1443"/>
                  </a:lnTo>
                  <a:cubicBezTo>
                    <a:pt x="3072" y="1242"/>
                    <a:pt x="2669" y="1133"/>
                    <a:pt x="2262" y="1130"/>
                  </a:cubicBezTo>
                  <a:cubicBezTo>
                    <a:pt x="1013" y="1130"/>
                    <a:pt x="4" y="2142"/>
                    <a:pt x="4" y="3389"/>
                  </a:cubicBezTo>
                  <a:lnTo>
                    <a:pt x="4" y="5307"/>
                  </a:lnTo>
                  <a:cubicBezTo>
                    <a:pt x="1" y="6060"/>
                    <a:pt x="380" y="6767"/>
                    <a:pt x="1010" y="7186"/>
                  </a:cubicBezTo>
                  <a:lnTo>
                    <a:pt x="3681" y="8941"/>
                  </a:lnTo>
                  <a:cubicBezTo>
                    <a:pt x="3690" y="8947"/>
                    <a:pt x="3702" y="8944"/>
                    <a:pt x="3714" y="8950"/>
                  </a:cubicBezTo>
                  <a:cubicBezTo>
                    <a:pt x="4129" y="10107"/>
                    <a:pt x="5006" y="11037"/>
                    <a:pt x="6297" y="11642"/>
                  </a:cubicBezTo>
                  <a:cubicBezTo>
                    <a:pt x="7137" y="12034"/>
                    <a:pt x="7692" y="12817"/>
                    <a:pt x="7866" y="13627"/>
                  </a:cubicBezTo>
                  <a:lnTo>
                    <a:pt x="11386" y="13627"/>
                  </a:lnTo>
                  <a:cubicBezTo>
                    <a:pt x="11504" y="12844"/>
                    <a:pt x="11949" y="12067"/>
                    <a:pt x="12648" y="11676"/>
                  </a:cubicBezTo>
                  <a:cubicBezTo>
                    <a:pt x="14003" y="10908"/>
                    <a:pt x="15027" y="10101"/>
                    <a:pt x="15521" y="8965"/>
                  </a:cubicBezTo>
                  <a:cubicBezTo>
                    <a:pt x="15545" y="8953"/>
                    <a:pt x="15575" y="8956"/>
                    <a:pt x="15599" y="8941"/>
                  </a:cubicBezTo>
                  <a:lnTo>
                    <a:pt x="18273" y="7186"/>
                  </a:lnTo>
                  <a:cubicBezTo>
                    <a:pt x="18899" y="6767"/>
                    <a:pt x="19279" y="6063"/>
                    <a:pt x="19279" y="5307"/>
                  </a:cubicBezTo>
                  <a:lnTo>
                    <a:pt x="19279" y="3389"/>
                  </a:lnTo>
                  <a:cubicBezTo>
                    <a:pt x="19276" y="2142"/>
                    <a:pt x="18267" y="1130"/>
                    <a:pt x="17020" y="1130"/>
                  </a:cubicBezTo>
                  <a:cubicBezTo>
                    <a:pt x="16611" y="1133"/>
                    <a:pt x="16207" y="1242"/>
                    <a:pt x="15852" y="1443"/>
                  </a:cubicBezTo>
                  <a:lnTo>
                    <a:pt x="15852" y="567"/>
                  </a:lnTo>
                  <a:cubicBezTo>
                    <a:pt x="15852" y="254"/>
                    <a:pt x="15599" y="1"/>
                    <a:pt x="1528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387" name="Google Shape;387;p59"/>
            <p:cNvSpPr/>
            <p:nvPr/>
          </p:nvSpPr>
          <p:spPr>
            <a:xfrm>
              <a:off x="5756375" y="1803975"/>
              <a:ext cx="254100" cy="112925"/>
            </a:xfrm>
            <a:custGeom>
              <a:avLst/>
              <a:gdLst/>
              <a:ahLst/>
              <a:cxnLst/>
              <a:rect l="l" t="t" r="r" b="b"/>
              <a:pathLst>
                <a:path w="10164" h="4517" extrusionOk="0">
                  <a:moveTo>
                    <a:pt x="2259" y="0"/>
                  </a:moveTo>
                  <a:cubicBezTo>
                    <a:pt x="1636" y="0"/>
                    <a:pt x="1130" y="506"/>
                    <a:pt x="1130" y="1129"/>
                  </a:cubicBezTo>
                  <a:lnTo>
                    <a:pt x="1130" y="1695"/>
                  </a:lnTo>
                  <a:lnTo>
                    <a:pt x="2825" y="1695"/>
                  </a:lnTo>
                  <a:cubicBezTo>
                    <a:pt x="3136" y="1695"/>
                    <a:pt x="3389" y="1945"/>
                    <a:pt x="3389" y="2258"/>
                  </a:cubicBezTo>
                  <a:cubicBezTo>
                    <a:pt x="3389" y="2572"/>
                    <a:pt x="3136" y="2825"/>
                    <a:pt x="2825" y="2825"/>
                  </a:cubicBezTo>
                  <a:lnTo>
                    <a:pt x="567" y="2825"/>
                  </a:lnTo>
                  <a:cubicBezTo>
                    <a:pt x="254" y="2825"/>
                    <a:pt x="1" y="3075"/>
                    <a:pt x="1" y="3388"/>
                  </a:cubicBezTo>
                  <a:lnTo>
                    <a:pt x="1" y="3954"/>
                  </a:lnTo>
                  <a:cubicBezTo>
                    <a:pt x="1" y="4264"/>
                    <a:pt x="254" y="4517"/>
                    <a:pt x="567" y="4517"/>
                  </a:cubicBezTo>
                  <a:lnTo>
                    <a:pt x="9601" y="4517"/>
                  </a:lnTo>
                  <a:cubicBezTo>
                    <a:pt x="9911" y="4517"/>
                    <a:pt x="10164" y="4264"/>
                    <a:pt x="10164" y="3954"/>
                  </a:cubicBezTo>
                  <a:lnTo>
                    <a:pt x="10164" y="3388"/>
                  </a:lnTo>
                  <a:cubicBezTo>
                    <a:pt x="10164" y="3075"/>
                    <a:pt x="9911" y="2825"/>
                    <a:pt x="9601" y="2825"/>
                  </a:cubicBezTo>
                  <a:lnTo>
                    <a:pt x="7342" y="2825"/>
                  </a:lnTo>
                  <a:cubicBezTo>
                    <a:pt x="7029" y="2825"/>
                    <a:pt x="6776" y="2572"/>
                    <a:pt x="6776" y="2258"/>
                  </a:cubicBezTo>
                  <a:cubicBezTo>
                    <a:pt x="6776" y="1945"/>
                    <a:pt x="7029" y="1695"/>
                    <a:pt x="7342" y="1695"/>
                  </a:cubicBezTo>
                  <a:lnTo>
                    <a:pt x="9035" y="1695"/>
                  </a:lnTo>
                  <a:lnTo>
                    <a:pt x="9035" y="1129"/>
                  </a:lnTo>
                  <a:cubicBezTo>
                    <a:pt x="9035" y="506"/>
                    <a:pt x="8529" y="0"/>
                    <a:pt x="790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388" name="Google Shape;388;p59"/>
            <p:cNvSpPr/>
            <p:nvPr/>
          </p:nvSpPr>
          <p:spPr>
            <a:xfrm>
              <a:off x="5843400" y="1537550"/>
              <a:ext cx="79975" cy="76125"/>
            </a:xfrm>
            <a:custGeom>
              <a:avLst/>
              <a:gdLst/>
              <a:ahLst/>
              <a:cxnLst/>
              <a:rect l="l" t="t" r="r" b="b"/>
              <a:pathLst>
                <a:path w="3199" h="3045" extrusionOk="0">
                  <a:moveTo>
                    <a:pt x="1603" y="0"/>
                  </a:moveTo>
                  <a:lnTo>
                    <a:pt x="1238" y="738"/>
                  </a:lnTo>
                  <a:cubicBezTo>
                    <a:pt x="1157" y="904"/>
                    <a:pt x="998" y="1018"/>
                    <a:pt x="814" y="1045"/>
                  </a:cubicBezTo>
                  <a:lnTo>
                    <a:pt x="1" y="1163"/>
                  </a:lnTo>
                  <a:lnTo>
                    <a:pt x="588" y="1735"/>
                  </a:lnTo>
                  <a:cubicBezTo>
                    <a:pt x="721" y="1864"/>
                    <a:pt x="784" y="2051"/>
                    <a:pt x="751" y="2235"/>
                  </a:cubicBezTo>
                  <a:lnTo>
                    <a:pt x="612" y="3045"/>
                  </a:lnTo>
                  <a:lnTo>
                    <a:pt x="1338" y="2662"/>
                  </a:lnTo>
                  <a:cubicBezTo>
                    <a:pt x="1421" y="2619"/>
                    <a:pt x="1511" y="2597"/>
                    <a:pt x="1601" y="2597"/>
                  </a:cubicBezTo>
                  <a:cubicBezTo>
                    <a:pt x="1691" y="2597"/>
                    <a:pt x="1781" y="2619"/>
                    <a:pt x="1862" y="2662"/>
                  </a:cubicBezTo>
                  <a:lnTo>
                    <a:pt x="2588" y="3045"/>
                  </a:lnTo>
                  <a:lnTo>
                    <a:pt x="2452" y="2235"/>
                  </a:lnTo>
                  <a:cubicBezTo>
                    <a:pt x="2419" y="2051"/>
                    <a:pt x="2479" y="1864"/>
                    <a:pt x="2612" y="1735"/>
                  </a:cubicBezTo>
                  <a:lnTo>
                    <a:pt x="3199" y="1163"/>
                  </a:lnTo>
                  <a:lnTo>
                    <a:pt x="2389" y="1045"/>
                  </a:lnTo>
                  <a:cubicBezTo>
                    <a:pt x="2205" y="1018"/>
                    <a:pt x="2045" y="904"/>
                    <a:pt x="1964" y="735"/>
                  </a:cubicBezTo>
                  <a:lnTo>
                    <a:pt x="160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389" name="Google Shape;389;p59"/>
          <p:cNvSpPr txBox="1"/>
          <p:nvPr/>
        </p:nvSpPr>
        <p:spPr>
          <a:xfrm>
            <a:off x="2793375" y="2197025"/>
            <a:ext cx="3557400" cy="538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2300" b="1" u="sng">
                <a:solidFill>
                  <a:srgbClr val="FF6B65"/>
                </a:solidFill>
                <a:latin typeface="Roboto Condensed"/>
                <a:ea typeface="Roboto Condensed"/>
                <a:cs typeface="Roboto Condensed"/>
                <a:sym typeface="Roboto Condensed"/>
              </a:rPr>
              <a:t>LOGISTIC REGRESSION</a:t>
            </a:r>
            <a:endParaRPr sz="2300" b="1" u="sng">
              <a:solidFill>
                <a:srgbClr val="FF6B65"/>
              </a:solidFill>
              <a:latin typeface="Roboto Condensed"/>
              <a:ea typeface="Roboto Condensed"/>
              <a:cs typeface="Roboto Condensed"/>
              <a:sym typeface="Roboto Condensed"/>
            </a:endParaRPr>
          </a:p>
        </p:txBody>
      </p:sp>
      <p:pic>
        <p:nvPicPr>
          <p:cNvPr id="390" name="Google Shape;390;p59"/>
          <p:cNvPicPr preferRelativeResize="0"/>
          <p:nvPr/>
        </p:nvPicPr>
        <p:blipFill>
          <a:blip r:embed="rId3">
            <a:alphaModFix/>
          </a:blip>
          <a:stretch>
            <a:fillRect/>
          </a:stretch>
        </p:blipFill>
        <p:spPr>
          <a:xfrm>
            <a:off x="2555446" y="2061595"/>
            <a:ext cx="1465526" cy="1340956"/>
          </a:xfrm>
          <a:prstGeom prst="rect">
            <a:avLst/>
          </a:prstGeom>
          <a:noFill/>
          <a:ln>
            <a:noFill/>
          </a:ln>
        </p:spPr>
      </p:pic>
      <p:pic>
        <p:nvPicPr>
          <p:cNvPr id="391" name="Google Shape;391;p59"/>
          <p:cNvPicPr preferRelativeResize="0"/>
          <p:nvPr/>
        </p:nvPicPr>
        <p:blipFill>
          <a:blip r:embed="rId3">
            <a:alphaModFix/>
          </a:blip>
          <a:stretch>
            <a:fillRect/>
          </a:stretch>
        </p:blipFill>
        <p:spPr>
          <a:xfrm>
            <a:off x="3269196" y="1795945"/>
            <a:ext cx="1465526" cy="1340956"/>
          </a:xfrm>
          <a:prstGeom prst="rect">
            <a:avLst/>
          </a:prstGeom>
          <a:noFill/>
          <a:ln>
            <a:noFill/>
          </a:ln>
        </p:spPr>
      </p:pic>
      <p:pic>
        <p:nvPicPr>
          <p:cNvPr id="392" name="Google Shape;392;p59"/>
          <p:cNvPicPr preferRelativeResize="0"/>
          <p:nvPr/>
        </p:nvPicPr>
        <p:blipFill>
          <a:blip r:embed="rId3">
            <a:alphaModFix/>
          </a:blip>
          <a:stretch>
            <a:fillRect/>
          </a:stretch>
        </p:blipFill>
        <p:spPr>
          <a:xfrm>
            <a:off x="4211669" y="2026943"/>
            <a:ext cx="1208175" cy="1105475"/>
          </a:xfrm>
          <a:prstGeom prst="rect">
            <a:avLst/>
          </a:prstGeom>
          <a:noFill/>
          <a:ln>
            <a:noFill/>
          </a:ln>
        </p:spPr>
      </p:pic>
      <p:pic>
        <p:nvPicPr>
          <p:cNvPr id="393" name="Google Shape;393;p59"/>
          <p:cNvPicPr preferRelativeResize="0"/>
          <p:nvPr/>
        </p:nvPicPr>
        <p:blipFill>
          <a:blip r:embed="rId3">
            <a:alphaModFix/>
          </a:blip>
          <a:stretch>
            <a:fillRect/>
          </a:stretch>
        </p:blipFill>
        <p:spPr>
          <a:xfrm>
            <a:off x="4885250" y="1900704"/>
            <a:ext cx="1465526" cy="1340956"/>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389"/>
                                        </p:tgtEl>
                                        <p:attrNameLst>
                                          <p:attrName>style.visibility</p:attrName>
                                        </p:attrNameLst>
                                      </p:cBhvr>
                                      <p:to>
                                        <p:strVal val="visible"/>
                                      </p:to>
                                    </p:set>
                                    <p:anim calcmode="lin" valueType="num">
                                      <p:cBhvr additive="base">
                                        <p:cTn id="7" dur="2100"/>
                                        <p:tgtEl>
                                          <p:spTgt spid="389"/>
                                        </p:tgtEl>
                                        <p:attrNameLst>
                                          <p:attrName>ppt_y</p:attrName>
                                        </p:attrNameLst>
                                      </p:cBhvr>
                                      <p:tavLst>
                                        <p:tav tm="0">
                                          <p:val>
                                            <p:strVal val="#ppt_y-1"/>
                                          </p:val>
                                        </p:tav>
                                        <p:tav tm="100000">
                                          <p:val>
                                            <p:strVal val="#ppt_y"/>
                                          </p:val>
                                        </p:tav>
                                      </p:tavLst>
                                    </p:anim>
                                  </p:childTnLst>
                                </p:cTn>
                              </p:par>
                            </p:childTnLst>
                          </p:cTn>
                        </p:par>
                        <p:par>
                          <p:cTn id="8" fill="hold">
                            <p:stCondLst>
                              <p:cond delay="2100"/>
                            </p:stCondLst>
                            <p:childTnLst>
                              <p:par>
                                <p:cTn id="9" presetID="10" presetClass="entr" presetSubtype="0" fill="hold" nodeType="afterEffect">
                                  <p:stCondLst>
                                    <p:cond delay="0"/>
                                  </p:stCondLst>
                                  <p:childTnLst>
                                    <p:set>
                                      <p:cBhvr>
                                        <p:cTn id="10" dur="1" fill="hold">
                                          <p:stCondLst>
                                            <p:cond delay="0"/>
                                          </p:stCondLst>
                                        </p:cTn>
                                        <p:tgtEl>
                                          <p:spTgt spid="391"/>
                                        </p:tgtEl>
                                        <p:attrNameLst>
                                          <p:attrName>style.visibility</p:attrName>
                                        </p:attrNameLst>
                                      </p:cBhvr>
                                      <p:to>
                                        <p:strVal val="visible"/>
                                      </p:to>
                                    </p:set>
                                    <p:animEffect transition="in" filter="fade">
                                      <p:cBhvr>
                                        <p:cTn id="11" dur="1"/>
                                        <p:tgtEl>
                                          <p:spTgt spid="391"/>
                                        </p:tgtEl>
                                      </p:cBhvr>
                                    </p:animEffect>
                                  </p:childTnLst>
                                </p:cTn>
                              </p:par>
                              <p:par>
                                <p:cTn id="12" presetID="10" presetClass="entr" presetSubtype="0" fill="hold" nodeType="withEffect">
                                  <p:stCondLst>
                                    <p:cond delay="0"/>
                                  </p:stCondLst>
                                  <p:childTnLst>
                                    <p:set>
                                      <p:cBhvr>
                                        <p:cTn id="13" dur="1" fill="hold">
                                          <p:stCondLst>
                                            <p:cond delay="0"/>
                                          </p:stCondLst>
                                        </p:cTn>
                                        <p:tgtEl>
                                          <p:spTgt spid="392"/>
                                        </p:tgtEl>
                                        <p:attrNameLst>
                                          <p:attrName>style.visibility</p:attrName>
                                        </p:attrNameLst>
                                      </p:cBhvr>
                                      <p:to>
                                        <p:strVal val="visible"/>
                                      </p:to>
                                    </p:set>
                                    <p:animEffect transition="in" filter="fade">
                                      <p:cBhvr>
                                        <p:cTn id="14" dur="1000"/>
                                        <p:tgtEl>
                                          <p:spTgt spid="392"/>
                                        </p:tgtEl>
                                      </p:cBhvr>
                                    </p:animEffect>
                                  </p:childTnLst>
                                </p:cTn>
                              </p:par>
                              <p:par>
                                <p:cTn id="15" presetID="10" presetClass="entr" presetSubtype="0" fill="hold" nodeType="withEffect">
                                  <p:stCondLst>
                                    <p:cond delay="0"/>
                                  </p:stCondLst>
                                  <p:childTnLst>
                                    <p:set>
                                      <p:cBhvr>
                                        <p:cTn id="16" dur="1" fill="hold">
                                          <p:stCondLst>
                                            <p:cond delay="0"/>
                                          </p:stCondLst>
                                        </p:cTn>
                                        <p:tgtEl>
                                          <p:spTgt spid="393"/>
                                        </p:tgtEl>
                                        <p:attrNameLst>
                                          <p:attrName>style.visibility</p:attrName>
                                        </p:attrNameLst>
                                      </p:cBhvr>
                                      <p:to>
                                        <p:strVal val="visible"/>
                                      </p:to>
                                    </p:set>
                                    <p:animEffect transition="in" filter="fade">
                                      <p:cBhvr>
                                        <p:cTn id="17" dur="1000"/>
                                        <p:tgtEl>
                                          <p:spTgt spid="393"/>
                                        </p:tgtEl>
                                      </p:cBhvr>
                                    </p:animEffect>
                                  </p:childTnLst>
                                </p:cTn>
                              </p:par>
                              <p:par>
                                <p:cTn id="18" presetID="10" presetClass="entr" presetSubtype="0" fill="hold" nodeType="withEffect">
                                  <p:stCondLst>
                                    <p:cond delay="0"/>
                                  </p:stCondLst>
                                  <p:childTnLst>
                                    <p:set>
                                      <p:cBhvr>
                                        <p:cTn id="19" dur="1" fill="hold">
                                          <p:stCondLst>
                                            <p:cond delay="0"/>
                                          </p:stCondLst>
                                        </p:cTn>
                                        <p:tgtEl>
                                          <p:spTgt spid="390"/>
                                        </p:tgtEl>
                                        <p:attrNameLst>
                                          <p:attrName>style.visibility</p:attrName>
                                        </p:attrNameLst>
                                      </p:cBhvr>
                                      <p:to>
                                        <p:strVal val="visible"/>
                                      </p:to>
                                    </p:set>
                                    <p:animEffect transition="in" filter="fade">
                                      <p:cBhvr>
                                        <p:cTn id="20" dur="1000"/>
                                        <p:tgtEl>
                                          <p:spTgt spid="390"/>
                                        </p:tgtEl>
                                      </p:cBhvr>
                                    </p:animEffect>
                                  </p:childTnLst>
                                </p:cTn>
                              </p:par>
                            </p:childTnLst>
                          </p:cTn>
                        </p:par>
                        <p:par>
                          <p:cTn id="21" fill="hold">
                            <p:stCondLst>
                              <p:cond delay="3100"/>
                            </p:stCondLst>
                            <p:childTnLst>
                              <p:par>
                                <p:cTn id="22" presetID="10" presetClass="exit" presetSubtype="0" fill="hold" nodeType="afterEffect">
                                  <p:stCondLst>
                                    <p:cond delay="0"/>
                                  </p:stCondLst>
                                  <p:childTnLst>
                                    <p:animEffect transition="out" filter="fade">
                                      <p:cBhvr>
                                        <p:cTn id="23" dur="200"/>
                                        <p:tgtEl>
                                          <p:spTgt spid="390"/>
                                        </p:tgtEl>
                                      </p:cBhvr>
                                    </p:animEffect>
                                    <p:set>
                                      <p:cBhvr>
                                        <p:cTn id="24" dur="1" fill="hold">
                                          <p:stCondLst>
                                            <p:cond delay="200"/>
                                          </p:stCondLst>
                                        </p:cTn>
                                        <p:tgtEl>
                                          <p:spTgt spid="390"/>
                                        </p:tgtEl>
                                        <p:attrNameLst>
                                          <p:attrName>style.visibility</p:attrName>
                                        </p:attrNameLst>
                                      </p:cBhvr>
                                      <p:to>
                                        <p:strVal val="hidden"/>
                                      </p:to>
                                    </p:set>
                                  </p:childTnLst>
                                </p:cTn>
                              </p:par>
                              <p:par>
                                <p:cTn id="25" presetID="10" presetClass="exit" presetSubtype="0" fill="hold" nodeType="withEffect">
                                  <p:stCondLst>
                                    <p:cond delay="0"/>
                                  </p:stCondLst>
                                  <p:childTnLst>
                                    <p:animEffect transition="out" filter="fade">
                                      <p:cBhvr>
                                        <p:cTn id="26" dur="1000"/>
                                        <p:tgtEl>
                                          <p:spTgt spid="391"/>
                                        </p:tgtEl>
                                      </p:cBhvr>
                                    </p:animEffect>
                                    <p:set>
                                      <p:cBhvr>
                                        <p:cTn id="27" dur="1" fill="hold">
                                          <p:stCondLst>
                                            <p:cond delay="1000"/>
                                          </p:stCondLst>
                                        </p:cTn>
                                        <p:tgtEl>
                                          <p:spTgt spid="391"/>
                                        </p:tgtEl>
                                        <p:attrNameLst>
                                          <p:attrName>style.visibility</p:attrName>
                                        </p:attrNameLst>
                                      </p:cBhvr>
                                      <p:to>
                                        <p:strVal val="hidden"/>
                                      </p:to>
                                    </p:set>
                                  </p:childTnLst>
                                </p:cTn>
                              </p:par>
                              <p:par>
                                <p:cTn id="28" presetID="10" presetClass="exit" presetSubtype="0" fill="hold" nodeType="withEffect">
                                  <p:stCondLst>
                                    <p:cond delay="0"/>
                                  </p:stCondLst>
                                  <p:childTnLst>
                                    <p:animEffect transition="out" filter="fade">
                                      <p:cBhvr>
                                        <p:cTn id="29" dur="1000"/>
                                        <p:tgtEl>
                                          <p:spTgt spid="393"/>
                                        </p:tgtEl>
                                      </p:cBhvr>
                                    </p:animEffect>
                                    <p:set>
                                      <p:cBhvr>
                                        <p:cTn id="30" dur="1" fill="hold">
                                          <p:stCondLst>
                                            <p:cond delay="1000"/>
                                          </p:stCondLst>
                                        </p:cTn>
                                        <p:tgtEl>
                                          <p:spTgt spid="393"/>
                                        </p:tgtEl>
                                        <p:attrNameLst>
                                          <p:attrName>style.visibility</p:attrName>
                                        </p:attrNameLst>
                                      </p:cBhvr>
                                      <p:to>
                                        <p:strVal val="hidden"/>
                                      </p:to>
                                    </p:set>
                                  </p:childTnLst>
                                </p:cTn>
                              </p:par>
                              <p:par>
                                <p:cTn id="31" presetID="10" presetClass="exit" presetSubtype="0" fill="hold" nodeType="withEffect">
                                  <p:stCondLst>
                                    <p:cond delay="0"/>
                                  </p:stCondLst>
                                  <p:childTnLst>
                                    <p:animEffect transition="out" filter="fade">
                                      <p:cBhvr>
                                        <p:cTn id="32" dur="2600"/>
                                        <p:tgtEl>
                                          <p:spTgt spid="392"/>
                                        </p:tgtEl>
                                      </p:cBhvr>
                                    </p:animEffect>
                                    <p:set>
                                      <p:cBhvr>
                                        <p:cTn id="33" dur="1" fill="hold">
                                          <p:stCondLst>
                                            <p:cond delay="2600"/>
                                          </p:stCondLst>
                                        </p:cTn>
                                        <p:tgtEl>
                                          <p:spTgt spid="39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397"/>
        <p:cNvGrpSpPr/>
        <p:nvPr/>
      </p:nvGrpSpPr>
      <p:grpSpPr>
        <a:xfrm>
          <a:off x="0" y="0"/>
          <a:ext cx="0" cy="0"/>
          <a:chOff x="0" y="0"/>
          <a:chExt cx="0" cy="0"/>
        </a:xfrm>
      </p:grpSpPr>
      <p:sp>
        <p:nvSpPr>
          <p:cNvPr id="398" name="Google Shape;398;p60"/>
          <p:cNvSpPr txBox="1">
            <a:spLocks noGrp="1"/>
          </p:cNvSpPr>
          <p:nvPr>
            <p:ph type="ctrTitle"/>
          </p:nvPr>
        </p:nvSpPr>
        <p:spPr>
          <a:xfrm flipH="1">
            <a:off x="1180003" y="1347038"/>
            <a:ext cx="5195700" cy="19212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Logistic Regression</a:t>
            </a:r>
            <a:endParaRPr/>
          </a:p>
        </p:txBody>
      </p:sp>
      <p:sp>
        <p:nvSpPr>
          <p:cNvPr id="399" name="Google Shape;399;p60"/>
          <p:cNvSpPr txBox="1">
            <a:spLocks noGrp="1"/>
          </p:cNvSpPr>
          <p:nvPr>
            <p:ph type="title" idx="2"/>
          </p:nvPr>
        </p:nvSpPr>
        <p:spPr>
          <a:xfrm flipH="1">
            <a:off x="1180003" y="1035213"/>
            <a:ext cx="2979300" cy="7545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02</a:t>
            </a:r>
            <a:endParaRPr/>
          </a:p>
        </p:txBody>
      </p:sp>
      <p:cxnSp>
        <p:nvCxnSpPr>
          <p:cNvPr id="400" name="Google Shape;400;p60"/>
          <p:cNvCxnSpPr/>
          <p:nvPr/>
        </p:nvCxnSpPr>
        <p:spPr>
          <a:xfrm>
            <a:off x="0" y="2737950"/>
            <a:ext cx="1676700" cy="0"/>
          </a:xfrm>
          <a:prstGeom prst="straightConnector1">
            <a:avLst/>
          </a:prstGeom>
          <a:noFill/>
          <a:ln w="9525" cap="flat" cmpd="sng">
            <a:solidFill>
              <a:schemeClr val="dk1"/>
            </a:solidFill>
            <a:prstDash val="solid"/>
            <a:round/>
            <a:headEnd type="none" w="med" len="med"/>
            <a:tailEnd type="none" w="med" len="med"/>
          </a:ln>
        </p:spPr>
      </p:cxn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404"/>
        <p:cNvGrpSpPr/>
        <p:nvPr/>
      </p:nvGrpSpPr>
      <p:grpSpPr>
        <a:xfrm>
          <a:off x="0" y="0"/>
          <a:ext cx="0" cy="0"/>
          <a:chOff x="0" y="0"/>
          <a:chExt cx="0" cy="0"/>
        </a:xfrm>
      </p:grpSpPr>
      <p:pic>
        <p:nvPicPr>
          <p:cNvPr id="405" name="Google Shape;405;p61"/>
          <p:cNvPicPr preferRelativeResize="0"/>
          <p:nvPr/>
        </p:nvPicPr>
        <p:blipFill rotWithShape="1">
          <a:blip r:embed="rId3">
            <a:alphaModFix/>
          </a:blip>
          <a:srcRect l="6627" r="6619"/>
          <a:stretch/>
        </p:blipFill>
        <p:spPr>
          <a:xfrm>
            <a:off x="3389000" y="0"/>
            <a:ext cx="5754900" cy="5143500"/>
          </a:xfrm>
          <a:prstGeom prst="rect">
            <a:avLst/>
          </a:prstGeom>
          <a:noFill/>
          <a:ln>
            <a:noFill/>
          </a:ln>
        </p:spPr>
      </p:pic>
      <p:sp>
        <p:nvSpPr>
          <p:cNvPr id="406" name="Google Shape;406;p61"/>
          <p:cNvSpPr txBox="1">
            <a:spLocks noGrp="1"/>
          </p:cNvSpPr>
          <p:nvPr>
            <p:ph type="title"/>
          </p:nvPr>
        </p:nvSpPr>
        <p:spPr>
          <a:xfrm>
            <a:off x="321825" y="694100"/>
            <a:ext cx="2651400" cy="1781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WHAT IS LOGISTIC REGRESSION?</a:t>
            </a:r>
            <a:endParaRPr/>
          </a:p>
        </p:txBody>
      </p:sp>
      <p:sp>
        <p:nvSpPr>
          <p:cNvPr id="407" name="Google Shape;407;p61"/>
          <p:cNvSpPr txBox="1">
            <a:spLocks noGrp="1"/>
          </p:cNvSpPr>
          <p:nvPr>
            <p:ph type="body" idx="1"/>
          </p:nvPr>
        </p:nvSpPr>
        <p:spPr>
          <a:xfrm>
            <a:off x="321825" y="2506879"/>
            <a:ext cx="2651400" cy="19371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a:t>A discriminative classification algorithm that produces a generalized linear model usually used for binary classification (although it can also perform multi-class classification).</a:t>
            </a:r>
            <a:endParaRPr/>
          </a:p>
        </p:txBody>
      </p:sp>
      <p:cxnSp>
        <p:nvCxnSpPr>
          <p:cNvPr id="408" name="Google Shape;408;p61"/>
          <p:cNvCxnSpPr/>
          <p:nvPr/>
        </p:nvCxnSpPr>
        <p:spPr>
          <a:xfrm>
            <a:off x="3389100" y="-2"/>
            <a:ext cx="300" cy="5143500"/>
          </a:xfrm>
          <a:prstGeom prst="straightConnector1">
            <a:avLst/>
          </a:prstGeom>
          <a:noFill/>
          <a:ln w="9525" cap="flat" cmpd="sng">
            <a:solidFill>
              <a:srgbClr val="D9D9D9"/>
            </a:solidFill>
            <a:prstDash val="solid"/>
            <a:round/>
            <a:headEnd type="none" w="sm" len="sm"/>
            <a:tailEnd type="none" w="sm" len="sm"/>
          </a:ln>
        </p:spPr>
      </p:cxnSp>
      <p:grpSp>
        <p:nvGrpSpPr>
          <p:cNvPr id="409" name="Google Shape;409;p61"/>
          <p:cNvGrpSpPr/>
          <p:nvPr/>
        </p:nvGrpSpPr>
        <p:grpSpPr>
          <a:xfrm>
            <a:off x="5908990" y="1170854"/>
            <a:ext cx="714917" cy="664808"/>
            <a:chOff x="5049725" y="2027900"/>
            <a:chExt cx="481750" cy="481850"/>
          </a:xfrm>
        </p:grpSpPr>
        <p:sp>
          <p:nvSpPr>
            <p:cNvPr id="410" name="Google Shape;410;p61"/>
            <p:cNvSpPr/>
            <p:nvPr/>
          </p:nvSpPr>
          <p:spPr>
            <a:xfrm>
              <a:off x="5191775" y="2394925"/>
              <a:ext cx="197625" cy="114825"/>
            </a:xfrm>
            <a:custGeom>
              <a:avLst/>
              <a:gdLst/>
              <a:ahLst/>
              <a:cxnLst/>
              <a:rect l="l" t="t" r="r" b="b"/>
              <a:pathLst>
                <a:path w="7905" h="4593" extrusionOk="0">
                  <a:moveTo>
                    <a:pt x="0" y="0"/>
                  </a:moveTo>
                  <a:lnTo>
                    <a:pt x="0" y="566"/>
                  </a:lnTo>
                  <a:cubicBezTo>
                    <a:pt x="3" y="1298"/>
                    <a:pt x="479" y="1949"/>
                    <a:pt x="1178" y="2171"/>
                  </a:cubicBezTo>
                  <a:cubicBezTo>
                    <a:pt x="1407" y="3502"/>
                    <a:pt x="2560" y="4593"/>
                    <a:pt x="3954" y="4593"/>
                  </a:cubicBezTo>
                  <a:cubicBezTo>
                    <a:pt x="5345" y="4593"/>
                    <a:pt x="6499" y="3502"/>
                    <a:pt x="6728" y="2171"/>
                  </a:cubicBezTo>
                  <a:cubicBezTo>
                    <a:pt x="7426" y="1949"/>
                    <a:pt x="7902" y="1298"/>
                    <a:pt x="7905" y="566"/>
                  </a:cubicBezTo>
                  <a:lnTo>
                    <a:pt x="7905" y="0"/>
                  </a:lnTo>
                  <a:close/>
                </a:path>
              </a:pathLst>
            </a:custGeom>
            <a:solidFill>
              <a:srgbClr val="FFC8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11" name="Google Shape;411;p61"/>
            <p:cNvSpPr/>
            <p:nvPr/>
          </p:nvSpPr>
          <p:spPr>
            <a:xfrm>
              <a:off x="5113625" y="2027900"/>
              <a:ext cx="347300" cy="338825"/>
            </a:xfrm>
            <a:custGeom>
              <a:avLst/>
              <a:gdLst/>
              <a:ahLst/>
              <a:cxnLst/>
              <a:rect l="l" t="t" r="r" b="b"/>
              <a:pathLst>
                <a:path w="13892" h="13553" extrusionOk="0">
                  <a:moveTo>
                    <a:pt x="7080" y="2260"/>
                  </a:moveTo>
                  <a:cubicBezTo>
                    <a:pt x="9574" y="2263"/>
                    <a:pt x="11594" y="4284"/>
                    <a:pt x="11597" y="6777"/>
                  </a:cubicBezTo>
                  <a:cubicBezTo>
                    <a:pt x="11597" y="7090"/>
                    <a:pt x="11344" y="7340"/>
                    <a:pt x="11031" y="7340"/>
                  </a:cubicBezTo>
                  <a:cubicBezTo>
                    <a:pt x="10718" y="7340"/>
                    <a:pt x="10468" y="7090"/>
                    <a:pt x="10468" y="6777"/>
                  </a:cubicBezTo>
                  <a:cubicBezTo>
                    <a:pt x="10465" y="4907"/>
                    <a:pt x="8950" y="3392"/>
                    <a:pt x="7080" y="3389"/>
                  </a:cubicBezTo>
                  <a:cubicBezTo>
                    <a:pt x="6767" y="3389"/>
                    <a:pt x="6514" y="3136"/>
                    <a:pt x="6514" y="2826"/>
                  </a:cubicBezTo>
                  <a:cubicBezTo>
                    <a:pt x="6514" y="2513"/>
                    <a:pt x="6767" y="2260"/>
                    <a:pt x="7080" y="2260"/>
                  </a:cubicBezTo>
                  <a:close/>
                  <a:moveTo>
                    <a:pt x="7070" y="1"/>
                  </a:moveTo>
                  <a:cubicBezTo>
                    <a:pt x="6595" y="1"/>
                    <a:pt x="6111" y="50"/>
                    <a:pt x="5623" y="152"/>
                  </a:cubicBezTo>
                  <a:cubicBezTo>
                    <a:pt x="3075" y="685"/>
                    <a:pt x="1001" y="2754"/>
                    <a:pt x="459" y="5301"/>
                  </a:cubicBezTo>
                  <a:cubicBezTo>
                    <a:pt x="1" y="7469"/>
                    <a:pt x="567" y="9644"/>
                    <a:pt x="2015" y="11270"/>
                  </a:cubicBezTo>
                  <a:cubicBezTo>
                    <a:pt x="2584" y="11908"/>
                    <a:pt x="2952" y="12703"/>
                    <a:pt x="3072" y="13552"/>
                  </a:cubicBezTo>
                  <a:lnTo>
                    <a:pt x="11088" y="13552"/>
                  </a:lnTo>
                  <a:cubicBezTo>
                    <a:pt x="11221" y="12691"/>
                    <a:pt x="11597" y="11887"/>
                    <a:pt x="12175" y="11233"/>
                  </a:cubicBezTo>
                  <a:cubicBezTo>
                    <a:pt x="13259" y="10002"/>
                    <a:pt x="13892" y="8418"/>
                    <a:pt x="13892" y="6777"/>
                  </a:cubicBezTo>
                  <a:cubicBezTo>
                    <a:pt x="13892" y="2969"/>
                    <a:pt x="10766" y="1"/>
                    <a:pt x="7070" y="1"/>
                  </a:cubicBezTo>
                  <a:close/>
                </a:path>
              </a:pathLst>
            </a:custGeom>
            <a:solidFill>
              <a:srgbClr val="FFC8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12" name="Google Shape;412;p61"/>
            <p:cNvSpPr/>
            <p:nvPr/>
          </p:nvSpPr>
          <p:spPr>
            <a:xfrm>
              <a:off x="5049725" y="2197300"/>
              <a:ext cx="56400" cy="28275"/>
            </a:xfrm>
            <a:custGeom>
              <a:avLst/>
              <a:gdLst/>
              <a:ahLst/>
              <a:cxnLst/>
              <a:rect l="l" t="t" r="r" b="b"/>
              <a:pathLst>
                <a:path w="2256" h="1131" extrusionOk="0">
                  <a:moveTo>
                    <a:pt x="563" y="1"/>
                  </a:moveTo>
                  <a:cubicBezTo>
                    <a:pt x="250" y="1"/>
                    <a:pt x="0" y="254"/>
                    <a:pt x="0" y="567"/>
                  </a:cubicBezTo>
                  <a:cubicBezTo>
                    <a:pt x="0" y="877"/>
                    <a:pt x="250" y="1130"/>
                    <a:pt x="563" y="1130"/>
                  </a:cubicBezTo>
                  <a:lnTo>
                    <a:pt x="1693" y="1130"/>
                  </a:lnTo>
                  <a:cubicBezTo>
                    <a:pt x="2006" y="1130"/>
                    <a:pt x="2256" y="877"/>
                    <a:pt x="2256" y="567"/>
                  </a:cubicBezTo>
                  <a:cubicBezTo>
                    <a:pt x="2256" y="254"/>
                    <a:pt x="2006" y="1"/>
                    <a:pt x="1693" y="1"/>
                  </a:cubicBezTo>
                  <a:close/>
                </a:path>
              </a:pathLst>
            </a:custGeom>
            <a:solidFill>
              <a:srgbClr val="FFC8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13" name="Google Shape;413;p61"/>
            <p:cNvSpPr/>
            <p:nvPr/>
          </p:nvSpPr>
          <p:spPr>
            <a:xfrm>
              <a:off x="5052575" y="2102800"/>
              <a:ext cx="50850" cy="48075"/>
            </a:xfrm>
            <a:custGeom>
              <a:avLst/>
              <a:gdLst/>
              <a:ahLst/>
              <a:cxnLst/>
              <a:rect l="l" t="t" r="r" b="b"/>
              <a:pathLst>
                <a:path w="2034" h="1923" extrusionOk="0">
                  <a:moveTo>
                    <a:pt x="623" y="0"/>
                  </a:moveTo>
                  <a:cubicBezTo>
                    <a:pt x="478" y="0"/>
                    <a:pt x="333" y="56"/>
                    <a:pt x="224" y="167"/>
                  </a:cubicBezTo>
                  <a:cubicBezTo>
                    <a:pt x="4" y="384"/>
                    <a:pt x="1" y="736"/>
                    <a:pt x="214" y="959"/>
                  </a:cubicBezTo>
                  <a:lnTo>
                    <a:pt x="1015" y="1757"/>
                  </a:lnTo>
                  <a:cubicBezTo>
                    <a:pt x="1125" y="1867"/>
                    <a:pt x="1269" y="1922"/>
                    <a:pt x="1413" y="1922"/>
                  </a:cubicBezTo>
                  <a:cubicBezTo>
                    <a:pt x="1558" y="1922"/>
                    <a:pt x="1702" y="1867"/>
                    <a:pt x="1813" y="1757"/>
                  </a:cubicBezTo>
                  <a:cubicBezTo>
                    <a:pt x="2033" y="1534"/>
                    <a:pt x="2033" y="1179"/>
                    <a:pt x="1813" y="959"/>
                  </a:cubicBezTo>
                  <a:lnTo>
                    <a:pt x="1015" y="158"/>
                  </a:lnTo>
                  <a:cubicBezTo>
                    <a:pt x="906" y="53"/>
                    <a:pt x="764" y="0"/>
                    <a:pt x="623" y="0"/>
                  </a:cubicBezTo>
                  <a:close/>
                </a:path>
              </a:pathLst>
            </a:custGeom>
            <a:solidFill>
              <a:srgbClr val="FFC8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14" name="Google Shape;414;p61"/>
            <p:cNvSpPr/>
            <p:nvPr/>
          </p:nvSpPr>
          <p:spPr>
            <a:xfrm>
              <a:off x="5052575" y="2272175"/>
              <a:ext cx="50700" cy="47900"/>
            </a:xfrm>
            <a:custGeom>
              <a:avLst/>
              <a:gdLst/>
              <a:ahLst/>
              <a:cxnLst/>
              <a:rect l="l" t="t" r="r" b="b"/>
              <a:pathLst>
                <a:path w="2028" h="1916" extrusionOk="0">
                  <a:moveTo>
                    <a:pt x="1405" y="0"/>
                  </a:moveTo>
                  <a:cubicBezTo>
                    <a:pt x="1264" y="0"/>
                    <a:pt x="1124" y="53"/>
                    <a:pt x="1015" y="159"/>
                  </a:cubicBezTo>
                  <a:lnTo>
                    <a:pt x="214" y="960"/>
                  </a:lnTo>
                  <a:cubicBezTo>
                    <a:pt x="1" y="1179"/>
                    <a:pt x="4" y="1532"/>
                    <a:pt x="224" y="1749"/>
                  </a:cubicBezTo>
                  <a:cubicBezTo>
                    <a:pt x="333" y="1860"/>
                    <a:pt x="478" y="1916"/>
                    <a:pt x="623" y="1916"/>
                  </a:cubicBezTo>
                  <a:cubicBezTo>
                    <a:pt x="764" y="1916"/>
                    <a:pt x="906" y="1863"/>
                    <a:pt x="1015" y="1758"/>
                  </a:cubicBezTo>
                  <a:lnTo>
                    <a:pt x="1813" y="960"/>
                  </a:lnTo>
                  <a:cubicBezTo>
                    <a:pt x="2027" y="737"/>
                    <a:pt x="2024" y="384"/>
                    <a:pt x="1804" y="168"/>
                  </a:cubicBezTo>
                  <a:cubicBezTo>
                    <a:pt x="1695" y="56"/>
                    <a:pt x="1550" y="0"/>
                    <a:pt x="1405" y="0"/>
                  </a:cubicBezTo>
                  <a:close/>
                </a:path>
              </a:pathLst>
            </a:custGeom>
            <a:solidFill>
              <a:srgbClr val="FFC8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15" name="Google Shape;415;p61"/>
            <p:cNvSpPr/>
            <p:nvPr/>
          </p:nvSpPr>
          <p:spPr>
            <a:xfrm>
              <a:off x="5475050" y="2197300"/>
              <a:ext cx="56425" cy="28275"/>
            </a:xfrm>
            <a:custGeom>
              <a:avLst/>
              <a:gdLst/>
              <a:ahLst/>
              <a:cxnLst/>
              <a:rect l="l" t="t" r="r" b="b"/>
              <a:pathLst>
                <a:path w="2257" h="1131" extrusionOk="0">
                  <a:moveTo>
                    <a:pt x="564" y="1"/>
                  </a:moveTo>
                  <a:cubicBezTo>
                    <a:pt x="251" y="1"/>
                    <a:pt x="1" y="254"/>
                    <a:pt x="1" y="567"/>
                  </a:cubicBezTo>
                  <a:cubicBezTo>
                    <a:pt x="1" y="877"/>
                    <a:pt x="251" y="1130"/>
                    <a:pt x="564" y="1130"/>
                  </a:cubicBezTo>
                  <a:lnTo>
                    <a:pt x="1693" y="1130"/>
                  </a:lnTo>
                  <a:cubicBezTo>
                    <a:pt x="2006" y="1130"/>
                    <a:pt x="2256" y="877"/>
                    <a:pt x="2256" y="567"/>
                  </a:cubicBezTo>
                  <a:cubicBezTo>
                    <a:pt x="2256" y="254"/>
                    <a:pt x="2006" y="1"/>
                    <a:pt x="1693" y="1"/>
                  </a:cubicBezTo>
                  <a:close/>
                </a:path>
              </a:pathLst>
            </a:custGeom>
            <a:solidFill>
              <a:srgbClr val="FFC8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16" name="Google Shape;416;p61"/>
            <p:cNvSpPr/>
            <p:nvPr/>
          </p:nvSpPr>
          <p:spPr>
            <a:xfrm>
              <a:off x="5477925" y="2102800"/>
              <a:ext cx="50675" cy="47900"/>
            </a:xfrm>
            <a:custGeom>
              <a:avLst/>
              <a:gdLst/>
              <a:ahLst/>
              <a:cxnLst/>
              <a:rect l="l" t="t" r="r" b="b"/>
              <a:pathLst>
                <a:path w="2027" h="1916" extrusionOk="0">
                  <a:moveTo>
                    <a:pt x="1405" y="0"/>
                  </a:moveTo>
                  <a:cubicBezTo>
                    <a:pt x="1264" y="0"/>
                    <a:pt x="1123" y="53"/>
                    <a:pt x="1015" y="158"/>
                  </a:cubicBezTo>
                  <a:lnTo>
                    <a:pt x="214" y="959"/>
                  </a:lnTo>
                  <a:cubicBezTo>
                    <a:pt x="0" y="1179"/>
                    <a:pt x="3" y="1531"/>
                    <a:pt x="223" y="1748"/>
                  </a:cubicBezTo>
                  <a:cubicBezTo>
                    <a:pt x="333" y="1860"/>
                    <a:pt x="478" y="1915"/>
                    <a:pt x="623" y="1915"/>
                  </a:cubicBezTo>
                  <a:cubicBezTo>
                    <a:pt x="764" y="1915"/>
                    <a:pt x="905" y="1863"/>
                    <a:pt x="1015" y="1757"/>
                  </a:cubicBezTo>
                  <a:lnTo>
                    <a:pt x="1813" y="959"/>
                  </a:lnTo>
                  <a:cubicBezTo>
                    <a:pt x="2027" y="736"/>
                    <a:pt x="2024" y="384"/>
                    <a:pt x="1804" y="167"/>
                  </a:cubicBezTo>
                  <a:cubicBezTo>
                    <a:pt x="1694" y="56"/>
                    <a:pt x="1549" y="0"/>
                    <a:pt x="1405" y="0"/>
                  </a:cubicBezTo>
                  <a:close/>
                </a:path>
              </a:pathLst>
            </a:custGeom>
            <a:solidFill>
              <a:srgbClr val="FFC8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17" name="Google Shape;417;p61"/>
            <p:cNvSpPr/>
            <p:nvPr/>
          </p:nvSpPr>
          <p:spPr>
            <a:xfrm>
              <a:off x="5477775" y="2272000"/>
              <a:ext cx="50825" cy="48075"/>
            </a:xfrm>
            <a:custGeom>
              <a:avLst/>
              <a:gdLst/>
              <a:ahLst/>
              <a:cxnLst/>
              <a:rect l="l" t="t" r="r" b="b"/>
              <a:pathLst>
                <a:path w="2033" h="1923" extrusionOk="0">
                  <a:moveTo>
                    <a:pt x="621" y="1"/>
                  </a:moveTo>
                  <a:cubicBezTo>
                    <a:pt x="476" y="1"/>
                    <a:pt x="331" y="56"/>
                    <a:pt x="220" y="166"/>
                  </a:cubicBezTo>
                  <a:cubicBezTo>
                    <a:pt x="0" y="388"/>
                    <a:pt x="0" y="744"/>
                    <a:pt x="220" y="967"/>
                  </a:cubicBezTo>
                  <a:lnTo>
                    <a:pt x="1021" y="1765"/>
                  </a:lnTo>
                  <a:cubicBezTo>
                    <a:pt x="1129" y="1870"/>
                    <a:pt x="1270" y="1923"/>
                    <a:pt x="1411" y="1923"/>
                  </a:cubicBezTo>
                  <a:cubicBezTo>
                    <a:pt x="1555" y="1923"/>
                    <a:pt x="1700" y="1867"/>
                    <a:pt x="1810" y="1756"/>
                  </a:cubicBezTo>
                  <a:cubicBezTo>
                    <a:pt x="2030" y="1539"/>
                    <a:pt x="2033" y="1186"/>
                    <a:pt x="1819" y="967"/>
                  </a:cubicBezTo>
                  <a:lnTo>
                    <a:pt x="1021" y="166"/>
                  </a:lnTo>
                  <a:cubicBezTo>
                    <a:pt x="910" y="56"/>
                    <a:pt x="765" y="1"/>
                    <a:pt x="621" y="1"/>
                  </a:cubicBezTo>
                  <a:close/>
                </a:path>
              </a:pathLst>
            </a:custGeom>
            <a:solidFill>
              <a:srgbClr val="FFC8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418" name="Google Shape;418;p61"/>
          <p:cNvGrpSpPr/>
          <p:nvPr/>
        </p:nvGrpSpPr>
        <p:grpSpPr>
          <a:xfrm rot="2828263">
            <a:off x="6536543" y="1473934"/>
            <a:ext cx="486751" cy="492820"/>
            <a:chOff x="5049725" y="2027900"/>
            <a:chExt cx="481750" cy="481850"/>
          </a:xfrm>
        </p:grpSpPr>
        <p:sp>
          <p:nvSpPr>
            <p:cNvPr id="419" name="Google Shape;419;p61"/>
            <p:cNvSpPr/>
            <p:nvPr/>
          </p:nvSpPr>
          <p:spPr>
            <a:xfrm>
              <a:off x="5191775" y="2394925"/>
              <a:ext cx="197625" cy="114825"/>
            </a:xfrm>
            <a:custGeom>
              <a:avLst/>
              <a:gdLst/>
              <a:ahLst/>
              <a:cxnLst/>
              <a:rect l="l" t="t" r="r" b="b"/>
              <a:pathLst>
                <a:path w="7905" h="4593" extrusionOk="0">
                  <a:moveTo>
                    <a:pt x="0" y="0"/>
                  </a:moveTo>
                  <a:lnTo>
                    <a:pt x="0" y="566"/>
                  </a:lnTo>
                  <a:cubicBezTo>
                    <a:pt x="3" y="1298"/>
                    <a:pt x="479" y="1949"/>
                    <a:pt x="1178" y="2171"/>
                  </a:cubicBezTo>
                  <a:cubicBezTo>
                    <a:pt x="1407" y="3502"/>
                    <a:pt x="2560" y="4593"/>
                    <a:pt x="3954" y="4593"/>
                  </a:cubicBezTo>
                  <a:cubicBezTo>
                    <a:pt x="5345" y="4593"/>
                    <a:pt x="6499" y="3502"/>
                    <a:pt x="6728" y="2171"/>
                  </a:cubicBezTo>
                  <a:cubicBezTo>
                    <a:pt x="7426" y="1949"/>
                    <a:pt x="7902" y="1298"/>
                    <a:pt x="7905" y="566"/>
                  </a:cubicBezTo>
                  <a:lnTo>
                    <a:pt x="7905" y="0"/>
                  </a:lnTo>
                  <a:close/>
                </a:path>
              </a:pathLst>
            </a:custGeom>
            <a:solidFill>
              <a:srgbClr val="FFC8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20" name="Google Shape;420;p61"/>
            <p:cNvSpPr/>
            <p:nvPr/>
          </p:nvSpPr>
          <p:spPr>
            <a:xfrm>
              <a:off x="5113625" y="2027900"/>
              <a:ext cx="347300" cy="338825"/>
            </a:xfrm>
            <a:custGeom>
              <a:avLst/>
              <a:gdLst/>
              <a:ahLst/>
              <a:cxnLst/>
              <a:rect l="l" t="t" r="r" b="b"/>
              <a:pathLst>
                <a:path w="13892" h="13553" extrusionOk="0">
                  <a:moveTo>
                    <a:pt x="7080" y="2260"/>
                  </a:moveTo>
                  <a:cubicBezTo>
                    <a:pt x="9574" y="2263"/>
                    <a:pt x="11594" y="4284"/>
                    <a:pt x="11597" y="6777"/>
                  </a:cubicBezTo>
                  <a:cubicBezTo>
                    <a:pt x="11597" y="7090"/>
                    <a:pt x="11344" y="7340"/>
                    <a:pt x="11031" y="7340"/>
                  </a:cubicBezTo>
                  <a:cubicBezTo>
                    <a:pt x="10718" y="7340"/>
                    <a:pt x="10468" y="7090"/>
                    <a:pt x="10468" y="6777"/>
                  </a:cubicBezTo>
                  <a:cubicBezTo>
                    <a:pt x="10465" y="4907"/>
                    <a:pt x="8950" y="3392"/>
                    <a:pt x="7080" y="3389"/>
                  </a:cubicBezTo>
                  <a:cubicBezTo>
                    <a:pt x="6767" y="3389"/>
                    <a:pt x="6514" y="3136"/>
                    <a:pt x="6514" y="2826"/>
                  </a:cubicBezTo>
                  <a:cubicBezTo>
                    <a:pt x="6514" y="2513"/>
                    <a:pt x="6767" y="2260"/>
                    <a:pt x="7080" y="2260"/>
                  </a:cubicBezTo>
                  <a:close/>
                  <a:moveTo>
                    <a:pt x="7070" y="1"/>
                  </a:moveTo>
                  <a:cubicBezTo>
                    <a:pt x="6595" y="1"/>
                    <a:pt x="6111" y="50"/>
                    <a:pt x="5623" y="152"/>
                  </a:cubicBezTo>
                  <a:cubicBezTo>
                    <a:pt x="3075" y="685"/>
                    <a:pt x="1001" y="2754"/>
                    <a:pt x="459" y="5301"/>
                  </a:cubicBezTo>
                  <a:cubicBezTo>
                    <a:pt x="1" y="7469"/>
                    <a:pt x="567" y="9644"/>
                    <a:pt x="2015" y="11270"/>
                  </a:cubicBezTo>
                  <a:cubicBezTo>
                    <a:pt x="2584" y="11908"/>
                    <a:pt x="2952" y="12703"/>
                    <a:pt x="3072" y="13552"/>
                  </a:cubicBezTo>
                  <a:lnTo>
                    <a:pt x="11088" y="13552"/>
                  </a:lnTo>
                  <a:cubicBezTo>
                    <a:pt x="11221" y="12691"/>
                    <a:pt x="11597" y="11887"/>
                    <a:pt x="12175" y="11233"/>
                  </a:cubicBezTo>
                  <a:cubicBezTo>
                    <a:pt x="13259" y="10002"/>
                    <a:pt x="13892" y="8418"/>
                    <a:pt x="13892" y="6777"/>
                  </a:cubicBezTo>
                  <a:cubicBezTo>
                    <a:pt x="13892" y="2969"/>
                    <a:pt x="10766" y="1"/>
                    <a:pt x="7070" y="1"/>
                  </a:cubicBezTo>
                  <a:close/>
                </a:path>
              </a:pathLst>
            </a:custGeom>
            <a:solidFill>
              <a:srgbClr val="FFC8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21" name="Google Shape;421;p61"/>
            <p:cNvSpPr/>
            <p:nvPr/>
          </p:nvSpPr>
          <p:spPr>
            <a:xfrm>
              <a:off x="5049725" y="2197300"/>
              <a:ext cx="56400" cy="28275"/>
            </a:xfrm>
            <a:custGeom>
              <a:avLst/>
              <a:gdLst/>
              <a:ahLst/>
              <a:cxnLst/>
              <a:rect l="l" t="t" r="r" b="b"/>
              <a:pathLst>
                <a:path w="2256" h="1131" extrusionOk="0">
                  <a:moveTo>
                    <a:pt x="563" y="1"/>
                  </a:moveTo>
                  <a:cubicBezTo>
                    <a:pt x="250" y="1"/>
                    <a:pt x="0" y="254"/>
                    <a:pt x="0" y="567"/>
                  </a:cubicBezTo>
                  <a:cubicBezTo>
                    <a:pt x="0" y="877"/>
                    <a:pt x="250" y="1130"/>
                    <a:pt x="563" y="1130"/>
                  </a:cubicBezTo>
                  <a:lnTo>
                    <a:pt x="1693" y="1130"/>
                  </a:lnTo>
                  <a:cubicBezTo>
                    <a:pt x="2006" y="1130"/>
                    <a:pt x="2256" y="877"/>
                    <a:pt x="2256" y="567"/>
                  </a:cubicBezTo>
                  <a:cubicBezTo>
                    <a:pt x="2256" y="254"/>
                    <a:pt x="2006" y="1"/>
                    <a:pt x="1693" y="1"/>
                  </a:cubicBezTo>
                  <a:close/>
                </a:path>
              </a:pathLst>
            </a:custGeom>
            <a:solidFill>
              <a:srgbClr val="FFC8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22" name="Google Shape;422;p61"/>
            <p:cNvSpPr/>
            <p:nvPr/>
          </p:nvSpPr>
          <p:spPr>
            <a:xfrm>
              <a:off x="5052575" y="2102800"/>
              <a:ext cx="50850" cy="48075"/>
            </a:xfrm>
            <a:custGeom>
              <a:avLst/>
              <a:gdLst/>
              <a:ahLst/>
              <a:cxnLst/>
              <a:rect l="l" t="t" r="r" b="b"/>
              <a:pathLst>
                <a:path w="2034" h="1923" extrusionOk="0">
                  <a:moveTo>
                    <a:pt x="623" y="0"/>
                  </a:moveTo>
                  <a:cubicBezTo>
                    <a:pt x="478" y="0"/>
                    <a:pt x="333" y="56"/>
                    <a:pt x="224" y="167"/>
                  </a:cubicBezTo>
                  <a:cubicBezTo>
                    <a:pt x="4" y="384"/>
                    <a:pt x="1" y="736"/>
                    <a:pt x="214" y="959"/>
                  </a:cubicBezTo>
                  <a:lnTo>
                    <a:pt x="1015" y="1757"/>
                  </a:lnTo>
                  <a:cubicBezTo>
                    <a:pt x="1125" y="1867"/>
                    <a:pt x="1269" y="1922"/>
                    <a:pt x="1413" y="1922"/>
                  </a:cubicBezTo>
                  <a:cubicBezTo>
                    <a:pt x="1558" y="1922"/>
                    <a:pt x="1702" y="1867"/>
                    <a:pt x="1813" y="1757"/>
                  </a:cubicBezTo>
                  <a:cubicBezTo>
                    <a:pt x="2033" y="1534"/>
                    <a:pt x="2033" y="1179"/>
                    <a:pt x="1813" y="959"/>
                  </a:cubicBezTo>
                  <a:lnTo>
                    <a:pt x="1015" y="158"/>
                  </a:lnTo>
                  <a:cubicBezTo>
                    <a:pt x="906" y="53"/>
                    <a:pt x="764" y="0"/>
                    <a:pt x="623" y="0"/>
                  </a:cubicBezTo>
                  <a:close/>
                </a:path>
              </a:pathLst>
            </a:custGeom>
            <a:solidFill>
              <a:srgbClr val="FFC8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23" name="Google Shape;423;p61"/>
            <p:cNvSpPr/>
            <p:nvPr/>
          </p:nvSpPr>
          <p:spPr>
            <a:xfrm>
              <a:off x="5052575" y="2272175"/>
              <a:ext cx="50700" cy="47900"/>
            </a:xfrm>
            <a:custGeom>
              <a:avLst/>
              <a:gdLst/>
              <a:ahLst/>
              <a:cxnLst/>
              <a:rect l="l" t="t" r="r" b="b"/>
              <a:pathLst>
                <a:path w="2028" h="1916" extrusionOk="0">
                  <a:moveTo>
                    <a:pt x="1405" y="0"/>
                  </a:moveTo>
                  <a:cubicBezTo>
                    <a:pt x="1264" y="0"/>
                    <a:pt x="1124" y="53"/>
                    <a:pt x="1015" y="159"/>
                  </a:cubicBezTo>
                  <a:lnTo>
                    <a:pt x="214" y="960"/>
                  </a:lnTo>
                  <a:cubicBezTo>
                    <a:pt x="1" y="1179"/>
                    <a:pt x="4" y="1532"/>
                    <a:pt x="224" y="1749"/>
                  </a:cubicBezTo>
                  <a:cubicBezTo>
                    <a:pt x="333" y="1860"/>
                    <a:pt x="478" y="1916"/>
                    <a:pt x="623" y="1916"/>
                  </a:cubicBezTo>
                  <a:cubicBezTo>
                    <a:pt x="764" y="1916"/>
                    <a:pt x="906" y="1863"/>
                    <a:pt x="1015" y="1758"/>
                  </a:cubicBezTo>
                  <a:lnTo>
                    <a:pt x="1813" y="960"/>
                  </a:lnTo>
                  <a:cubicBezTo>
                    <a:pt x="2027" y="737"/>
                    <a:pt x="2024" y="384"/>
                    <a:pt x="1804" y="168"/>
                  </a:cubicBezTo>
                  <a:cubicBezTo>
                    <a:pt x="1695" y="56"/>
                    <a:pt x="1550" y="0"/>
                    <a:pt x="1405" y="0"/>
                  </a:cubicBezTo>
                  <a:close/>
                </a:path>
              </a:pathLst>
            </a:custGeom>
            <a:solidFill>
              <a:srgbClr val="FFC8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24" name="Google Shape;424;p61"/>
            <p:cNvSpPr/>
            <p:nvPr/>
          </p:nvSpPr>
          <p:spPr>
            <a:xfrm>
              <a:off x="5475050" y="2197300"/>
              <a:ext cx="56425" cy="28275"/>
            </a:xfrm>
            <a:custGeom>
              <a:avLst/>
              <a:gdLst/>
              <a:ahLst/>
              <a:cxnLst/>
              <a:rect l="l" t="t" r="r" b="b"/>
              <a:pathLst>
                <a:path w="2257" h="1131" extrusionOk="0">
                  <a:moveTo>
                    <a:pt x="564" y="1"/>
                  </a:moveTo>
                  <a:cubicBezTo>
                    <a:pt x="251" y="1"/>
                    <a:pt x="1" y="254"/>
                    <a:pt x="1" y="567"/>
                  </a:cubicBezTo>
                  <a:cubicBezTo>
                    <a:pt x="1" y="877"/>
                    <a:pt x="251" y="1130"/>
                    <a:pt x="564" y="1130"/>
                  </a:cubicBezTo>
                  <a:lnTo>
                    <a:pt x="1693" y="1130"/>
                  </a:lnTo>
                  <a:cubicBezTo>
                    <a:pt x="2006" y="1130"/>
                    <a:pt x="2256" y="877"/>
                    <a:pt x="2256" y="567"/>
                  </a:cubicBezTo>
                  <a:cubicBezTo>
                    <a:pt x="2256" y="254"/>
                    <a:pt x="2006" y="1"/>
                    <a:pt x="1693" y="1"/>
                  </a:cubicBezTo>
                  <a:close/>
                </a:path>
              </a:pathLst>
            </a:custGeom>
            <a:solidFill>
              <a:srgbClr val="FFC8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25" name="Google Shape;425;p61"/>
            <p:cNvSpPr/>
            <p:nvPr/>
          </p:nvSpPr>
          <p:spPr>
            <a:xfrm>
              <a:off x="5477925" y="2102800"/>
              <a:ext cx="50675" cy="47900"/>
            </a:xfrm>
            <a:custGeom>
              <a:avLst/>
              <a:gdLst/>
              <a:ahLst/>
              <a:cxnLst/>
              <a:rect l="l" t="t" r="r" b="b"/>
              <a:pathLst>
                <a:path w="2027" h="1916" extrusionOk="0">
                  <a:moveTo>
                    <a:pt x="1405" y="0"/>
                  </a:moveTo>
                  <a:cubicBezTo>
                    <a:pt x="1264" y="0"/>
                    <a:pt x="1123" y="53"/>
                    <a:pt x="1015" y="158"/>
                  </a:cubicBezTo>
                  <a:lnTo>
                    <a:pt x="214" y="959"/>
                  </a:lnTo>
                  <a:cubicBezTo>
                    <a:pt x="0" y="1179"/>
                    <a:pt x="3" y="1531"/>
                    <a:pt x="223" y="1748"/>
                  </a:cubicBezTo>
                  <a:cubicBezTo>
                    <a:pt x="333" y="1860"/>
                    <a:pt x="478" y="1915"/>
                    <a:pt x="623" y="1915"/>
                  </a:cubicBezTo>
                  <a:cubicBezTo>
                    <a:pt x="764" y="1915"/>
                    <a:pt x="905" y="1863"/>
                    <a:pt x="1015" y="1757"/>
                  </a:cubicBezTo>
                  <a:lnTo>
                    <a:pt x="1813" y="959"/>
                  </a:lnTo>
                  <a:cubicBezTo>
                    <a:pt x="2027" y="736"/>
                    <a:pt x="2024" y="384"/>
                    <a:pt x="1804" y="167"/>
                  </a:cubicBezTo>
                  <a:cubicBezTo>
                    <a:pt x="1694" y="56"/>
                    <a:pt x="1549" y="0"/>
                    <a:pt x="1405" y="0"/>
                  </a:cubicBezTo>
                  <a:close/>
                </a:path>
              </a:pathLst>
            </a:custGeom>
            <a:solidFill>
              <a:srgbClr val="FFC8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26" name="Google Shape;426;p61"/>
            <p:cNvSpPr/>
            <p:nvPr/>
          </p:nvSpPr>
          <p:spPr>
            <a:xfrm>
              <a:off x="5477775" y="2272000"/>
              <a:ext cx="50825" cy="48075"/>
            </a:xfrm>
            <a:custGeom>
              <a:avLst/>
              <a:gdLst/>
              <a:ahLst/>
              <a:cxnLst/>
              <a:rect l="l" t="t" r="r" b="b"/>
              <a:pathLst>
                <a:path w="2033" h="1923" extrusionOk="0">
                  <a:moveTo>
                    <a:pt x="621" y="1"/>
                  </a:moveTo>
                  <a:cubicBezTo>
                    <a:pt x="476" y="1"/>
                    <a:pt x="331" y="56"/>
                    <a:pt x="220" y="166"/>
                  </a:cubicBezTo>
                  <a:cubicBezTo>
                    <a:pt x="0" y="388"/>
                    <a:pt x="0" y="744"/>
                    <a:pt x="220" y="967"/>
                  </a:cubicBezTo>
                  <a:lnTo>
                    <a:pt x="1021" y="1765"/>
                  </a:lnTo>
                  <a:cubicBezTo>
                    <a:pt x="1129" y="1870"/>
                    <a:pt x="1270" y="1923"/>
                    <a:pt x="1411" y="1923"/>
                  </a:cubicBezTo>
                  <a:cubicBezTo>
                    <a:pt x="1555" y="1923"/>
                    <a:pt x="1700" y="1867"/>
                    <a:pt x="1810" y="1756"/>
                  </a:cubicBezTo>
                  <a:cubicBezTo>
                    <a:pt x="2030" y="1539"/>
                    <a:pt x="2033" y="1186"/>
                    <a:pt x="1819" y="967"/>
                  </a:cubicBezTo>
                  <a:lnTo>
                    <a:pt x="1021" y="166"/>
                  </a:lnTo>
                  <a:cubicBezTo>
                    <a:pt x="910" y="56"/>
                    <a:pt x="765" y="1"/>
                    <a:pt x="621" y="1"/>
                  </a:cubicBezTo>
                  <a:close/>
                </a:path>
              </a:pathLst>
            </a:custGeom>
            <a:solidFill>
              <a:srgbClr val="FFC8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427" name="Google Shape;427;p61"/>
          <p:cNvGrpSpPr/>
          <p:nvPr/>
        </p:nvGrpSpPr>
        <p:grpSpPr>
          <a:xfrm rot="-2825368">
            <a:off x="5571653" y="1491960"/>
            <a:ext cx="447535" cy="463374"/>
            <a:chOff x="5049725" y="2027900"/>
            <a:chExt cx="481750" cy="481850"/>
          </a:xfrm>
        </p:grpSpPr>
        <p:sp>
          <p:nvSpPr>
            <p:cNvPr id="428" name="Google Shape;428;p61"/>
            <p:cNvSpPr/>
            <p:nvPr/>
          </p:nvSpPr>
          <p:spPr>
            <a:xfrm>
              <a:off x="5191775" y="2394925"/>
              <a:ext cx="197625" cy="114825"/>
            </a:xfrm>
            <a:custGeom>
              <a:avLst/>
              <a:gdLst/>
              <a:ahLst/>
              <a:cxnLst/>
              <a:rect l="l" t="t" r="r" b="b"/>
              <a:pathLst>
                <a:path w="7905" h="4593" extrusionOk="0">
                  <a:moveTo>
                    <a:pt x="0" y="0"/>
                  </a:moveTo>
                  <a:lnTo>
                    <a:pt x="0" y="566"/>
                  </a:lnTo>
                  <a:cubicBezTo>
                    <a:pt x="3" y="1298"/>
                    <a:pt x="479" y="1949"/>
                    <a:pt x="1178" y="2171"/>
                  </a:cubicBezTo>
                  <a:cubicBezTo>
                    <a:pt x="1407" y="3502"/>
                    <a:pt x="2560" y="4593"/>
                    <a:pt x="3954" y="4593"/>
                  </a:cubicBezTo>
                  <a:cubicBezTo>
                    <a:pt x="5345" y="4593"/>
                    <a:pt x="6499" y="3502"/>
                    <a:pt x="6728" y="2171"/>
                  </a:cubicBezTo>
                  <a:cubicBezTo>
                    <a:pt x="7426" y="1949"/>
                    <a:pt x="7902" y="1298"/>
                    <a:pt x="7905" y="566"/>
                  </a:cubicBezTo>
                  <a:lnTo>
                    <a:pt x="7905" y="0"/>
                  </a:lnTo>
                  <a:close/>
                </a:path>
              </a:pathLst>
            </a:custGeom>
            <a:solidFill>
              <a:srgbClr val="FFC8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29" name="Google Shape;429;p61"/>
            <p:cNvSpPr/>
            <p:nvPr/>
          </p:nvSpPr>
          <p:spPr>
            <a:xfrm>
              <a:off x="5113625" y="2027900"/>
              <a:ext cx="347300" cy="338825"/>
            </a:xfrm>
            <a:custGeom>
              <a:avLst/>
              <a:gdLst/>
              <a:ahLst/>
              <a:cxnLst/>
              <a:rect l="l" t="t" r="r" b="b"/>
              <a:pathLst>
                <a:path w="13892" h="13553" extrusionOk="0">
                  <a:moveTo>
                    <a:pt x="7080" y="2260"/>
                  </a:moveTo>
                  <a:cubicBezTo>
                    <a:pt x="9574" y="2263"/>
                    <a:pt x="11594" y="4284"/>
                    <a:pt x="11597" y="6777"/>
                  </a:cubicBezTo>
                  <a:cubicBezTo>
                    <a:pt x="11597" y="7090"/>
                    <a:pt x="11344" y="7340"/>
                    <a:pt x="11031" y="7340"/>
                  </a:cubicBezTo>
                  <a:cubicBezTo>
                    <a:pt x="10718" y="7340"/>
                    <a:pt x="10468" y="7090"/>
                    <a:pt x="10468" y="6777"/>
                  </a:cubicBezTo>
                  <a:cubicBezTo>
                    <a:pt x="10465" y="4907"/>
                    <a:pt x="8950" y="3392"/>
                    <a:pt x="7080" y="3389"/>
                  </a:cubicBezTo>
                  <a:cubicBezTo>
                    <a:pt x="6767" y="3389"/>
                    <a:pt x="6514" y="3136"/>
                    <a:pt x="6514" y="2826"/>
                  </a:cubicBezTo>
                  <a:cubicBezTo>
                    <a:pt x="6514" y="2513"/>
                    <a:pt x="6767" y="2260"/>
                    <a:pt x="7080" y="2260"/>
                  </a:cubicBezTo>
                  <a:close/>
                  <a:moveTo>
                    <a:pt x="7070" y="1"/>
                  </a:moveTo>
                  <a:cubicBezTo>
                    <a:pt x="6595" y="1"/>
                    <a:pt x="6111" y="50"/>
                    <a:pt x="5623" y="152"/>
                  </a:cubicBezTo>
                  <a:cubicBezTo>
                    <a:pt x="3075" y="685"/>
                    <a:pt x="1001" y="2754"/>
                    <a:pt x="459" y="5301"/>
                  </a:cubicBezTo>
                  <a:cubicBezTo>
                    <a:pt x="1" y="7469"/>
                    <a:pt x="567" y="9644"/>
                    <a:pt x="2015" y="11270"/>
                  </a:cubicBezTo>
                  <a:cubicBezTo>
                    <a:pt x="2584" y="11908"/>
                    <a:pt x="2952" y="12703"/>
                    <a:pt x="3072" y="13552"/>
                  </a:cubicBezTo>
                  <a:lnTo>
                    <a:pt x="11088" y="13552"/>
                  </a:lnTo>
                  <a:cubicBezTo>
                    <a:pt x="11221" y="12691"/>
                    <a:pt x="11597" y="11887"/>
                    <a:pt x="12175" y="11233"/>
                  </a:cubicBezTo>
                  <a:cubicBezTo>
                    <a:pt x="13259" y="10002"/>
                    <a:pt x="13892" y="8418"/>
                    <a:pt x="13892" y="6777"/>
                  </a:cubicBezTo>
                  <a:cubicBezTo>
                    <a:pt x="13892" y="2969"/>
                    <a:pt x="10766" y="1"/>
                    <a:pt x="7070" y="1"/>
                  </a:cubicBezTo>
                  <a:close/>
                </a:path>
              </a:pathLst>
            </a:custGeom>
            <a:solidFill>
              <a:srgbClr val="FFC8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30" name="Google Shape;430;p61"/>
            <p:cNvSpPr/>
            <p:nvPr/>
          </p:nvSpPr>
          <p:spPr>
            <a:xfrm>
              <a:off x="5049725" y="2197300"/>
              <a:ext cx="56400" cy="28275"/>
            </a:xfrm>
            <a:custGeom>
              <a:avLst/>
              <a:gdLst/>
              <a:ahLst/>
              <a:cxnLst/>
              <a:rect l="l" t="t" r="r" b="b"/>
              <a:pathLst>
                <a:path w="2256" h="1131" extrusionOk="0">
                  <a:moveTo>
                    <a:pt x="563" y="1"/>
                  </a:moveTo>
                  <a:cubicBezTo>
                    <a:pt x="250" y="1"/>
                    <a:pt x="0" y="254"/>
                    <a:pt x="0" y="567"/>
                  </a:cubicBezTo>
                  <a:cubicBezTo>
                    <a:pt x="0" y="877"/>
                    <a:pt x="250" y="1130"/>
                    <a:pt x="563" y="1130"/>
                  </a:cubicBezTo>
                  <a:lnTo>
                    <a:pt x="1693" y="1130"/>
                  </a:lnTo>
                  <a:cubicBezTo>
                    <a:pt x="2006" y="1130"/>
                    <a:pt x="2256" y="877"/>
                    <a:pt x="2256" y="567"/>
                  </a:cubicBezTo>
                  <a:cubicBezTo>
                    <a:pt x="2256" y="254"/>
                    <a:pt x="2006" y="1"/>
                    <a:pt x="1693" y="1"/>
                  </a:cubicBezTo>
                  <a:close/>
                </a:path>
              </a:pathLst>
            </a:custGeom>
            <a:solidFill>
              <a:srgbClr val="FFC8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31" name="Google Shape;431;p61"/>
            <p:cNvSpPr/>
            <p:nvPr/>
          </p:nvSpPr>
          <p:spPr>
            <a:xfrm>
              <a:off x="5052575" y="2102800"/>
              <a:ext cx="50850" cy="48075"/>
            </a:xfrm>
            <a:custGeom>
              <a:avLst/>
              <a:gdLst/>
              <a:ahLst/>
              <a:cxnLst/>
              <a:rect l="l" t="t" r="r" b="b"/>
              <a:pathLst>
                <a:path w="2034" h="1923" extrusionOk="0">
                  <a:moveTo>
                    <a:pt x="623" y="0"/>
                  </a:moveTo>
                  <a:cubicBezTo>
                    <a:pt x="478" y="0"/>
                    <a:pt x="333" y="56"/>
                    <a:pt x="224" y="167"/>
                  </a:cubicBezTo>
                  <a:cubicBezTo>
                    <a:pt x="4" y="384"/>
                    <a:pt x="1" y="736"/>
                    <a:pt x="214" y="959"/>
                  </a:cubicBezTo>
                  <a:lnTo>
                    <a:pt x="1015" y="1757"/>
                  </a:lnTo>
                  <a:cubicBezTo>
                    <a:pt x="1125" y="1867"/>
                    <a:pt x="1269" y="1922"/>
                    <a:pt x="1413" y="1922"/>
                  </a:cubicBezTo>
                  <a:cubicBezTo>
                    <a:pt x="1558" y="1922"/>
                    <a:pt x="1702" y="1867"/>
                    <a:pt x="1813" y="1757"/>
                  </a:cubicBezTo>
                  <a:cubicBezTo>
                    <a:pt x="2033" y="1534"/>
                    <a:pt x="2033" y="1179"/>
                    <a:pt x="1813" y="959"/>
                  </a:cubicBezTo>
                  <a:lnTo>
                    <a:pt x="1015" y="158"/>
                  </a:lnTo>
                  <a:cubicBezTo>
                    <a:pt x="906" y="53"/>
                    <a:pt x="764" y="0"/>
                    <a:pt x="623" y="0"/>
                  </a:cubicBezTo>
                  <a:close/>
                </a:path>
              </a:pathLst>
            </a:custGeom>
            <a:solidFill>
              <a:srgbClr val="FFC8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32" name="Google Shape;432;p61"/>
            <p:cNvSpPr/>
            <p:nvPr/>
          </p:nvSpPr>
          <p:spPr>
            <a:xfrm>
              <a:off x="5052575" y="2272175"/>
              <a:ext cx="50700" cy="47900"/>
            </a:xfrm>
            <a:custGeom>
              <a:avLst/>
              <a:gdLst/>
              <a:ahLst/>
              <a:cxnLst/>
              <a:rect l="l" t="t" r="r" b="b"/>
              <a:pathLst>
                <a:path w="2028" h="1916" extrusionOk="0">
                  <a:moveTo>
                    <a:pt x="1405" y="0"/>
                  </a:moveTo>
                  <a:cubicBezTo>
                    <a:pt x="1264" y="0"/>
                    <a:pt x="1124" y="53"/>
                    <a:pt x="1015" y="159"/>
                  </a:cubicBezTo>
                  <a:lnTo>
                    <a:pt x="214" y="960"/>
                  </a:lnTo>
                  <a:cubicBezTo>
                    <a:pt x="1" y="1179"/>
                    <a:pt x="4" y="1532"/>
                    <a:pt x="224" y="1749"/>
                  </a:cubicBezTo>
                  <a:cubicBezTo>
                    <a:pt x="333" y="1860"/>
                    <a:pt x="478" y="1916"/>
                    <a:pt x="623" y="1916"/>
                  </a:cubicBezTo>
                  <a:cubicBezTo>
                    <a:pt x="764" y="1916"/>
                    <a:pt x="906" y="1863"/>
                    <a:pt x="1015" y="1758"/>
                  </a:cubicBezTo>
                  <a:lnTo>
                    <a:pt x="1813" y="960"/>
                  </a:lnTo>
                  <a:cubicBezTo>
                    <a:pt x="2027" y="737"/>
                    <a:pt x="2024" y="384"/>
                    <a:pt x="1804" y="168"/>
                  </a:cubicBezTo>
                  <a:cubicBezTo>
                    <a:pt x="1695" y="56"/>
                    <a:pt x="1550" y="0"/>
                    <a:pt x="1405" y="0"/>
                  </a:cubicBezTo>
                  <a:close/>
                </a:path>
              </a:pathLst>
            </a:custGeom>
            <a:solidFill>
              <a:srgbClr val="FFC8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33" name="Google Shape;433;p61"/>
            <p:cNvSpPr/>
            <p:nvPr/>
          </p:nvSpPr>
          <p:spPr>
            <a:xfrm>
              <a:off x="5475050" y="2197300"/>
              <a:ext cx="56425" cy="28275"/>
            </a:xfrm>
            <a:custGeom>
              <a:avLst/>
              <a:gdLst/>
              <a:ahLst/>
              <a:cxnLst/>
              <a:rect l="l" t="t" r="r" b="b"/>
              <a:pathLst>
                <a:path w="2257" h="1131" extrusionOk="0">
                  <a:moveTo>
                    <a:pt x="564" y="1"/>
                  </a:moveTo>
                  <a:cubicBezTo>
                    <a:pt x="251" y="1"/>
                    <a:pt x="1" y="254"/>
                    <a:pt x="1" y="567"/>
                  </a:cubicBezTo>
                  <a:cubicBezTo>
                    <a:pt x="1" y="877"/>
                    <a:pt x="251" y="1130"/>
                    <a:pt x="564" y="1130"/>
                  </a:cubicBezTo>
                  <a:lnTo>
                    <a:pt x="1693" y="1130"/>
                  </a:lnTo>
                  <a:cubicBezTo>
                    <a:pt x="2006" y="1130"/>
                    <a:pt x="2256" y="877"/>
                    <a:pt x="2256" y="567"/>
                  </a:cubicBezTo>
                  <a:cubicBezTo>
                    <a:pt x="2256" y="254"/>
                    <a:pt x="2006" y="1"/>
                    <a:pt x="1693" y="1"/>
                  </a:cubicBezTo>
                  <a:close/>
                </a:path>
              </a:pathLst>
            </a:custGeom>
            <a:solidFill>
              <a:srgbClr val="FFC8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34" name="Google Shape;434;p61"/>
            <p:cNvSpPr/>
            <p:nvPr/>
          </p:nvSpPr>
          <p:spPr>
            <a:xfrm>
              <a:off x="5477925" y="2102800"/>
              <a:ext cx="50675" cy="47900"/>
            </a:xfrm>
            <a:custGeom>
              <a:avLst/>
              <a:gdLst/>
              <a:ahLst/>
              <a:cxnLst/>
              <a:rect l="l" t="t" r="r" b="b"/>
              <a:pathLst>
                <a:path w="2027" h="1916" extrusionOk="0">
                  <a:moveTo>
                    <a:pt x="1405" y="0"/>
                  </a:moveTo>
                  <a:cubicBezTo>
                    <a:pt x="1264" y="0"/>
                    <a:pt x="1123" y="53"/>
                    <a:pt x="1015" y="158"/>
                  </a:cubicBezTo>
                  <a:lnTo>
                    <a:pt x="214" y="959"/>
                  </a:lnTo>
                  <a:cubicBezTo>
                    <a:pt x="0" y="1179"/>
                    <a:pt x="3" y="1531"/>
                    <a:pt x="223" y="1748"/>
                  </a:cubicBezTo>
                  <a:cubicBezTo>
                    <a:pt x="333" y="1860"/>
                    <a:pt x="478" y="1915"/>
                    <a:pt x="623" y="1915"/>
                  </a:cubicBezTo>
                  <a:cubicBezTo>
                    <a:pt x="764" y="1915"/>
                    <a:pt x="905" y="1863"/>
                    <a:pt x="1015" y="1757"/>
                  </a:cubicBezTo>
                  <a:lnTo>
                    <a:pt x="1813" y="959"/>
                  </a:lnTo>
                  <a:cubicBezTo>
                    <a:pt x="2027" y="736"/>
                    <a:pt x="2024" y="384"/>
                    <a:pt x="1804" y="167"/>
                  </a:cubicBezTo>
                  <a:cubicBezTo>
                    <a:pt x="1694" y="56"/>
                    <a:pt x="1549" y="0"/>
                    <a:pt x="1405" y="0"/>
                  </a:cubicBezTo>
                  <a:close/>
                </a:path>
              </a:pathLst>
            </a:custGeom>
            <a:solidFill>
              <a:srgbClr val="FFC8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35" name="Google Shape;435;p61"/>
            <p:cNvSpPr/>
            <p:nvPr/>
          </p:nvSpPr>
          <p:spPr>
            <a:xfrm>
              <a:off x="5477775" y="2272000"/>
              <a:ext cx="50825" cy="48075"/>
            </a:xfrm>
            <a:custGeom>
              <a:avLst/>
              <a:gdLst/>
              <a:ahLst/>
              <a:cxnLst/>
              <a:rect l="l" t="t" r="r" b="b"/>
              <a:pathLst>
                <a:path w="2033" h="1923" extrusionOk="0">
                  <a:moveTo>
                    <a:pt x="621" y="1"/>
                  </a:moveTo>
                  <a:cubicBezTo>
                    <a:pt x="476" y="1"/>
                    <a:pt x="331" y="56"/>
                    <a:pt x="220" y="166"/>
                  </a:cubicBezTo>
                  <a:cubicBezTo>
                    <a:pt x="0" y="388"/>
                    <a:pt x="0" y="744"/>
                    <a:pt x="220" y="967"/>
                  </a:cubicBezTo>
                  <a:lnTo>
                    <a:pt x="1021" y="1765"/>
                  </a:lnTo>
                  <a:cubicBezTo>
                    <a:pt x="1129" y="1870"/>
                    <a:pt x="1270" y="1923"/>
                    <a:pt x="1411" y="1923"/>
                  </a:cubicBezTo>
                  <a:cubicBezTo>
                    <a:pt x="1555" y="1923"/>
                    <a:pt x="1700" y="1867"/>
                    <a:pt x="1810" y="1756"/>
                  </a:cubicBezTo>
                  <a:cubicBezTo>
                    <a:pt x="2030" y="1539"/>
                    <a:pt x="2033" y="1186"/>
                    <a:pt x="1819" y="967"/>
                  </a:cubicBezTo>
                  <a:lnTo>
                    <a:pt x="1021" y="166"/>
                  </a:lnTo>
                  <a:cubicBezTo>
                    <a:pt x="910" y="56"/>
                    <a:pt x="765" y="1"/>
                    <a:pt x="621" y="1"/>
                  </a:cubicBezTo>
                  <a:close/>
                </a:path>
              </a:pathLst>
            </a:custGeom>
            <a:solidFill>
              <a:srgbClr val="FFC8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436" name="Google Shape;436;p61"/>
          <p:cNvGrpSpPr/>
          <p:nvPr/>
        </p:nvGrpSpPr>
        <p:grpSpPr>
          <a:xfrm rot="3130887">
            <a:off x="6896460" y="1822774"/>
            <a:ext cx="403290" cy="475276"/>
            <a:chOff x="5049725" y="2027900"/>
            <a:chExt cx="481750" cy="481850"/>
          </a:xfrm>
        </p:grpSpPr>
        <p:sp>
          <p:nvSpPr>
            <p:cNvPr id="437" name="Google Shape;437;p61"/>
            <p:cNvSpPr/>
            <p:nvPr/>
          </p:nvSpPr>
          <p:spPr>
            <a:xfrm>
              <a:off x="5191775" y="2394925"/>
              <a:ext cx="197625" cy="114825"/>
            </a:xfrm>
            <a:custGeom>
              <a:avLst/>
              <a:gdLst/>
              <a:ahLst/>
              <a:cxnLst/>
              <a:rect l="l" t="t" r="r" b="b"/>
              <a:pathLst>
                <a:path w="7905" h="4593" extrusionOk="0">
                  <a:moveTo>
                    <a:pt x="0" y="0"/>
                  </a:moveTo>
                  <a:lnTo>
                    <a:pt x="0" y="566"/>
                  </a:lnTo>
                  <a:cubicBezTo>
                    <a:pt x="3" y="1298"/>
                    <a:pt x="479" y="1949"/>
                    <a:pt x="1178" y="2171"/>
                  </a:cubicBezTo>
                  <a:cubicBezTo>
                    <a:pt x="1407" y="3502"/>
                    <a:pt x="2560" y="4593"/>
                    <a:pt x="3954" y="4593"/>
                  </a:cubicBezTo>
                  <a:cubicBezTo>
                    <a:pt x="5345" y="4593"/>
                    <a:pt x="6499" y="3502"/>
                    <a:pt x="6728" y="2171"/>
                  </a:cubicBezTo>
                  <a:cubicBezTo>
                    <a:pt x="7426" y="1949"/>
                    <a:pt x="7902" y="1298"/>
                    <a:pt x="7905" y="566"/>
                  </a:cubicBezTo>
                  <a:lnTo>
                    <a:pt x="7905" y="0"/>
                  </a:lnTo>
                  <a:close/>
                </a:path>
              </a:pathLst>
            </a:custGeom>
            <a:solidFill>
              <a:srgbClr val="FFC8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38" name="Google Shape;438;p61"/>
            <p:cNvSpPr/>
            <p:nvPr/>
          </p:nvSpPr>
          <p:spPr>
            <a:xfrm>
              <a:off x="5113625" y="2027900"/>
              <a:ext cx="347300" cy="338825"/>
            </a:xfrm>
            <a:custGeom>
              <a:avLst/>
              <a:gdLst/>
              <a:ahLst/>
              <a:cxnLst/>
              <a:rect l="l" t="t" r="r" b="b"/>
              <a:pathLst>
                <a:path w="13892" h="13553" extrusionOk="0">
                  <a:moveTo>
                    <a:pt x="7080" y="2260"/>
                  </a:moveTo>
                  <a:cubicBezTo>
                    <a:pt x="9574" y="2263"/>
                    <a:pt x="11594" y="4284"/>
                    <a:pt x="11597" y="6777"/>
                  </a:cubicBezTo>
                  <a:cubicBezTo>
                    <a:pt x="11597" y="7090"/>
                    <a:pt x="11344" y="7340"/>
                    <a:pt x="11031" y="7340"/>
                  </a:cubicBezTo>
                  <a:cubicBezTo>
                    <a:pt x="10718" y="7340"/>
                    <a:pt x="10468" y="7090"/>
                    <a:pt x="10468" y="6777"/>
                  </a:cubicBezTo>
                  <a:cubicBezTo>
                    <a:pt x="10465" y="4907"/>
                    <a:pt x="8950" y="3392"/>
                    <a:pt x="7080" y="3389"/>
                  </a:cubicBezTo>
                  <a:cubicBezTo>
                    <a:pt x="6767" y="3389"/>
                    <a:pt x="6514" y="3136"/>
                    <a:pt x="6514" y="2826"/>
                  </a:cubicBezTo>
                  <a:cubicBezTo>
                    <a:pt x="6514" y="2513"/>
                    <a:pt x="6767" y="2260"/>
                    <a:pt x="7080" y="2260"/>
                  </a:cubicBezTo>
                  <a:close/>
                  <a:moveTo>
                    <a:pt x="7070" y="1"/>
                  </a:moveTo>
                  <a:cubicBezTo>
                    <a:pt x="6595" y="1"/>
                    <a:pt x="6111" y="50"/>
                    <a:pt x="5623" y="152"/>
                  </a:cubicBezTo>
                  <a:cubicBezTo>
                    <a:pt x="3075" y="685"/>
                    <a:pt x="1001" y="2754"/>
                    <a:pt x="459" y="5301"/>
                  </a:cubicBezTo>
                  <a:cubicBezTo>
                    <a:pt x="1" y="7469"/>
                    <a:pt x="567" y="9644"/>
                    <a:pt x="2015" y="11270"/>
                  </a:cubicBezTo>
                  <a:cubicBezTo>
                    <a:pt x="2584" y="11908"/>
                    <a:pt x="2952" y="12703"/>
                    <a:pt x="3072" y="13552"/>
                  </a:cubicBezTo>
                  <a:lnTo>
                    <a:pt x="11088" y="13552"/>
                  </a:lnTo>
                  <a:cubicBezTo>
                    <a:pt x="11221" y="12691"/>
                    <a:pt x="11597" y="11887"/>
                    <a:pt x="12175" y="11233"/>
                  </a:cubicBezTo>
                  <a:cubicBezTo>
                    <a:pt x="13259" y="10002"/>
                    <a:pt x="13892" y="8418"/>
                    <a:pt x="13892" y="6777"/>
                  </a:cubicBezTo>
                  <a:cubicBezTo>
                    <a:pt x="13892" y="2969"/>
                    <a:pt x="10766" y="1"/>
                    <a:pt x="7070" y="1"/>
                  </a:cubicBezTo>
                  <a:close/>
                </a:path>
              </a:pathLst>
            </a:custGeom>
            <a:solidFill>
              <a:srgbClr val="FFC8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39" name="Google Shape;439;p61"/>
            <p:cNvSpPr/>
            <p:nvPr/>
          </p:nvSpPr>
          <p:spPr>
            <a:xfrm>
              <a:off x="5049725" y="2197300"/>
              <a:ext cx="56400" cy="28275"/>
            </a:xfrm>
            <a:custGeom>
              <a:avLst/>
              <a:gdLst/>
              <a:ahLst/>
              <a:cxnLst/>
              <a:rect l="l" t="t" r="r" b="b"/>
              <a:pathLst>
                <a:path w="2256" h="1131" extrusionOk="0">
                  <a:moveTo>
                    <a:pt x="563" y="1"/>
                  </a:moveTo>
                  <a:cubicBezTo>
                    <a:pt x="250" y="1"/>
                    <a:pt x="0" y="254"/>
                    <a:pt x="0" y="567"/>
                  </a:cubicBezTo>
                  <a:cubicBezTo>
                    <a:pt x="0" y="877"/>
                    <a:pt x="250" y="1130"/>
                    <a:pt x="563" y="1130"/>
                  </a:cubicBezTo>
                  <a:lnTo>
                    <a:pt x="1693" y="1130"/>
                  </a:lnTo>
                  <a:cubicBezTo>
                    <a:pt x="2006" y="1130"/>
                    <a:pt x="2256" y="877"/>
                    <a:pt x="2256" y="567"/>
                  </a:cubicBezTo>
                  <a:cubicBezTo>
                    <a:pt x="2256" y="254"/>
                    <a:pt x="2006" y="1"/>
                    <a:pt x="1693" y="1"/>
                  </a:cubicBezTo>
                  <a:close/>
                </a:path>
              </a:pathLst>
            </a:custGeom>
            <a:solidFill>
              <a:srgbClr val="FFC8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40" name="Google Shape;440;p61"/>
            <p:cNvSpPr/>
            <p:nvPr/>
          </p:nvSpPr>
          <p:spPr>
            <a:xfrm>
              <a:off x="5052575" y="2102800"/>
              <a:ext cx="50850" cy="48075"/>
            </a:xfrm>
            <a:custGeom>
              <a:avLst/>
              <a:gdLst/>
              <a:ahLst/>
              <a:cxnLst/>
              <a:rect l="l" t="t" r="r" b="b"/>
              <a:pathLst>
                <a:path w="2034" h="1923" extrusionOk="0">
                  <a:moveTo>
                    <a:pt x="623" y="0"/>
                  </a:moveTo>
                  <a:cubicBezTo>
                    <a:pt x="478" y="0"/>
                    <a:pt x="333" y="56"/>
                    <a:pt x="224" y="167"/>
                  </a:cubicBezTo>
                  <a:cubicBezTo>
                    <a:pt x="4" y="384"/>
                    <a:pt x="1" y="736"/>
                    <a:pt x="214" y="959"/>
                  </a:cubicBezTo>
                  <a:lnTo>
                    <a:pt x="1015" y="1757"/>
                  </a:lnTo>
                  <a:cubicBezTo>
                    <a:pt x="1125" y="1867"/>
                    <a:pt x="1269" y="1922"/>
                    <a:pt x="1413" y="1922"/>
                  </a:cubicBezTo>
                  <a:cubicBezTo>
                    <a:pt x="1558" y="1922"/>
                    <a:pt x="1702" y="1867"/>
                    <a:pt x="1813" y="1757"/>
                  </a:cubicBezTo>
                  <a:cubicBezTo>
                    <a:pt x="2033" y="1534"/>
                    <a:pt x="2033" y="1179"/>
                    <a:pt x="1813" y="959"/>
                  </a:cubicBezTo>
                  <a:lnTo>
                    <a:pt x="1015" y="158"/>
                  </a:lnTo>
                  <a:cubicBezTo>
                    <a:pt x="906" y="53"/>
                    <a:pt x="764" y="0"/>
                    <a:pt x="623" y="0"/>
                  </a:cubicBezTo>
                  <a:close/>
                </a:path>
              </a:pathLst>
            </a:custGeom>
            <a:solidFill>
              <a:srgbClr val="FFC8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41" name="Google Shape;441;p61"/>
            <p:cNvSpPr/>
            <p:nvPr/>
          </p:nvSpPr>
          <p:spPr>
            <a:xfrm>
              <a:off x="5052575" y="2272175"/>
              <a:ext cx="50700" cy="47900"/>
            </a:xfrm>
            <a:custGeom>
              <a:avLst/>
              <a:gdLst/>
              <a:ahLst/>
              <a:cxnLst/>
              <a:rect l="l" t="t" r="r" b="b"/>
              <a:pathLst>
                <a:path w="2028" h="1916" extrusionOk="0">
                  <a:moveTo>
                    <a:pt x="1405" y="0"/>
                  </a:moveTo>
                  <a:cubicBezTo>
                    <a:pt x="1264" y="0"/>
                    <a:pt x="1124" y="53"/>
                    <a:pt x="1015" y="159"/>
                  </a:cubicBezTo>
                  <a:lnTo>
                    <a:pt x="214" y="960"/>
                  </a:lnTo>
                  <a:cubicBezTo>
                    <a:pt x="1" y="1179"/>
                    <a:pt x="4" y="1532"/>
                    <a:pt x="224" y="1749"/>
                  </a:cubicBezTo>
                  <a:cubicBezTo>
                    <a:pt x="333" y="1860"/>
                    <a:pt x="478" y="1916"/>
                    <a:pt x="623" y="1916"/>
                  </a:cubicBezTo>
                  <a:cubicBezTo>
                    <a:pt x="764" y="1916"/>
                    <a:pt x="906" y="1863"/>
                    <a:pt x="1015" y="1758"/>
                  </a:cubicBezTo>
                  <a:lnTo>
                    <a:pt x="1813" y="960"/>
                  </a:lnTo>
                  <a:cubicBezTo>
                    <a:pt x="2027" y="737"/>
                    <a:pt x="2024" y="384"/>
                    <a:pt x="1804" y="168"/>
                  </a:cubicBezTo>
                  <a:cubicBezTo>
                    <a:pt x="1695" y="56"/>
                    <a:pt x="1550" y="0"/>
                    <a:pt x="1405" y="0"/>
                  </a:cubicBezTo>
                  <a:close/>
                </a:path>
              </a:pathLst>
            </a:custGeom>
            <a:solidFill>
              <a:srgbClr val="FFC8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42" name="Google Shape;442;p61"/>
            <p:cNvSpPr/>
            <p:nvPr/>
          </p:nvSpPr>
          <p:spPr>
            <a:xfrm>
              <a:off x="5475050" y="2197300"/>
              <a:ext cx="56425" cy="28275"/>
            </a:xfrm>
            <a:custGeom>
              <a:avLst/>
              <a:gdLst/>
              <a:ahLst/>
              <a:cxnLst/>
              <a:rect l="l" t="t" r="r" b="b"/>
              <a:pathLst>
                <a:path w="2257" h="1131" extrusionOk="0">
                  <a:moveTo>
                    <a:pt x="564" y="1"/>
                  </a:moveTo>
                  <a:cubicBezTo>
                    <a:pt x="251" y="1"/>
                    <a:pt x="1" y="254"/>
                    <a:pt x="1" y="567"/>
                  </a:cubicBezTo>
                  <a:cubicBezTo>
                    <a:pt x="1" y="877"/>
                    <a:pt x="251" y="1130"/>
                    <a:pt x="564" y="1130"/>
                  </a:cubicBezTo>
                  <a:lnTo>
                    <a:pt x="1693" y="1130"/>
                  </a:lnTo>
                  <a:cubicBezTo>
                    <a:pt x="2006" y="1130"/>
                    <a:pt x="2256" y="877"/>
                    <a:pt x="2256" y="567"/>
                  </a:cubicBezTo>
                  <a:cubicBezTo>
                    <a:pt x="2256" y="254"/>
                    <a:pt x="2006" y="1"/>
                    <a:pt x="1693" y="1"/>
                  </a:cubicBezTo>
                  <a:close/>
                </a:path>
              </a:pathLst>
            </a:custGeom>
            <a:solidFill>
              <a:srgbClr val="FFC8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43" name="Google Shape;443;p61"/>
            <p:cNvSpPr/>
            <p:nvPr/>
          </p:nvSpPr>
          <p:spPr>
            <a:xfrm>
              <a:off x="5477925" y="2102800"/>
              <a:ext cx="50675" cy="47900"/>
            </a:xfrm>
            <a:custGeom>
              <a:avLst/>
              <a:gdLst/>
              <a:ahLst/>
              <a:cxnLst/>
              <a:rect l="l" t="t" r="r" b="b"/>
              <a:pathLst>
                <a:path w="2027" h="1916" extrusionOk="0">
                  <a:moveTo>
                    <a:pt x="1405" y="0"/>
                  </a:moveTo>
                  <a:cubicBezTo>
                    <a:pt x="1264" y="0"/>
                    <a:pt x="1123" y="53"/>
                    <a:pt x="1015" y="158"/>
                  </a:cubicBezTo>
                  <a:lnTo>
                    <a:pt x="214" y="959"/>
                  </a:lnTo>
                  <a:cubicBezTo>
                    <a:pt x="0" y="1179"/>
                    <a:pt x="3" y="1531"/>
                    <a:pt x="223" y="1748"/>
                  </a:cubicBezTo>
                  <a:cubicBezTo>
                    <a:pt x="333" y="1860"/>
                    <a:pt x="478" y="1915"/>
                    <a:pt x="623" y="1915"/>
                  </a:cubicBezTo>
                  <a:cubicBezTo>
                    <a:pt x="764" y="1915"/>
                    <a:pt x="905" y="1863"/>
                    <a:pt x="1015" y="1757"/>
                  </a:cubicBezTo>
                  <a:lnTo>
                    <a:pt x="1813" y="959"/>
                  </a:lnTo>
                  <a:cubicBezTo>
                    <a:pt x="2027" y="736"/>
                    <a:pt x="2024" y="384"/>
                    <a:pt x="1804" y="167"/>
                  </a:cubicBezTo>
                  <a:cubicBezTo>
                    <a:pt x="1694" y="56"/>
                    <a:pt x="1549" y="0"/>
                    <a:pt x="1405" y="0"/>
                  </a:cubicBezTo>
                  <a:close/>
                </a:path>
              </a:pathLst>
            </a:custGeom>
            <a:solidFill>
              <a:srgbClr val="FFC8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44" name="Google Shape;444;p61"/>
            <p:cNvSpPr/>
            <p:nvPr/>
          </p:nvSpPr>
          <p:spPr>
            <a:xfrm>
              <a:off x="5477775" y="2272000"/>
              <a:ext cx="50825" cy="48075"/>
            </a:xfrm>
            <a:custGeom>
              <a:avLst/>
              <a:gdLst/>
              <a:ahLst/>
              <a:cxnLst/>
              <a:rect l="l" t="t" r="r" b="b"/>
              <a:pathLst>
                <a:path w="2033" h="1923" extrusionOk="0">
                  <a:moveTo>
                    <a:pt x="621" y="1"/>
                  </a:moveTo>
                  <a:cubicBezTo>
                    <a:pt x="476" y="1"/>
                    <a:pt x="331" y="56"/>
                    <a:pt x="220" y="166"/>
                  </a:cubicBezTo>
                  <a:cubicBezTo>
                    <a:pt x="0" y="388"/>
                    <a:pt x="0" y="744"/>
                    <a:pt x="220" y="967"/>
                  </a:cubicBezTo>
                  <a:lnTo>
                    <a:pt x="1021" y="1765"/>
                  </a:lnTo>
                  <a:cubicBezTo>
                    <a:pt x="1129" y="1870"/>
                    <a:pt x="1270" y="1923"/>
                    <a:pt x="1411" y="1923"/>
                  </a:cubicBezTo>
                  <a:cubicBezTo>
                    <a:pt x="1555" y="1923"/>
                    <a:pt x="1700" y="1867"/>
                    <a:pt x="1810" y="1756"/>
                  </a:cubicBezTo>
                  <a:cubicBezTo>
                    <a:pt x="2030" y="1539"/>
                    <a:pt x="2033" y="1186"/>
                    <a:pt x="1819" y="967"/>
                  </a:cubicBezTo>
                  <a:lnTo>
                    <a:pt x="1021" y="166"/>
                  </a:lnTo>
                  <a:cubicBezTo>
                    <a:pt x="910" y="56"/>
                    <a:pt x="765" y="1"/>
                    <a:pt x="621" y="1"/>
                  </a:cubicBezTo>
                  <a:close/>
                </a:path>
              </a:pathLst>
            </a:custGeom>
            <a:solidFill>
              <a:srgbClr val="FFC8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445" name="Google Shape;445;p61"/>
          <p:cNvGrpSpPr/>
          <p:nvPr/>
        </p:nvGrpSpPr>
        <p:grpSpPr>
          <a:xfrm rot="-2886558">
            <a:off x="5148299" y="1810386"/>
            <a:ext cx="480443" cy="500033"/>
            <a:chOff x="5049725" y="2027900"/>
            <a:chExt cx="481750" cy="481850"/>
          </a:xfrm>
        </p:grpSpPr>
        <p:sp>
          <p:nvSpPr>
            <p:cNvPr id="446" name="Google Shape;446;p61"/>
            <p:cNvSpPr/>
            <p:nvPr/>
          </p:nvSpPr>
          <p:spPr>
            <a:xfrm>
              <a:off x="5191775" y="2394925"/>
              <a:ext cx="197625" cy="114825"/>
            </a:xfrm>
            <a:custGeom>
              <a:avLst/>
              <a:gdLst/>
              <a:ahLst/>
              <a:cxnLst/>
              <a:rect l="l" t="t" r="r" b="b"/>
              <a:pathLst>
                <a:path w="7905" h="4593" extrusionOk="0">
                  <a:moveTo>
                    <a:pt x="0" y="0"/>
                  </a:moveTo>
                  <a:lnTo>
                    <a:pt x="0" y="566"/>
                  </a:lnTo>
                  <a:cubicBezTo>
                    <a:pt x="3" y="1298"/>
                    <a:pt x="479" y="1949"/>
                    <a:pt x="1178" y="2171"/>
                  </a:cubicBezTo>
                  <a:cubicBezTo>
                    <a:pt x="1407" y="3502"/>
                    <a:pt x="2560" y="4593"/>
                    <a:pt x="3954" y="4593"/>
                  </a:cubicBezTo>
                  <a:cubicBezTo>
                    <a:pt x="5345" y="4593"/>
                    <a:pt x="6499" y="3502"/>
                    <a:pt x="6728" y="2171"/>
                  </a:cubicBezTo>
                  <a:cubicBezTo>
                    <a:pt x="7426" y="1949"/>
                    <a:pt x="7902" y="1298"/>
                    <a:pt x="7905" y="566"/>
                  </a:cubicBezTo>
                  <a:lnTo>
                    <a:pt x="7905" y="0"/>
                  </a:lnTo>
                  <a:close/>
                </a:path>
              </a:pathLst>
            </a:custGeom>
            <a:solidFill>
              <a:srgbClr val="FFC8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47" name="Google Shape;447;p61"/>
            <p:cNvSpPr/>
            <p:nvPr/>
          </p:nvSpPr>
          <p:spPr>
            <a:xfrm>
              <a:off x="5113625" y="2027900"/>
              <a:ext cx="347300" cy="338825"/>
            </a:xfrm>
            <a:custGeom>
              <a:avLst/>
              <a:gdLst/>
              <a:ahLst/>
              <a:cxnLst/>
              <a:rect l="l" t="t" r="r" b="b"/>
              <a:pathLst>
                <a:path w="13892" h="13553" extrusionOk="0">
                  <a:moveTo>
                    <a:pt x="7080" y="2260"/>
                  </a:moveTo>
                  <a:cubicBezTo>
                    <a:pt x="9574" y="2263"/>
                    <a:pt x="11594" y="4284"/>
                    <a:pt x="11597" y="6777"/>
                  </a:cubicBezTo>
                  <a:cubicBezTo>
                    <a:pt x="11597" y="7090"/>
                    <a:pt x="11344" y="7340"/>
                    <a:pt x="11031" y="7340"/>
                  </a:cubicBezTo>
                  <a:cubicBezTo>
                    <a:pt x="10718" y="7340"/>
                    <a:pt x="10468" y="7090"/>
                    <a:pt x="10468" y="6777"/>
                  </a:cubicBezTo>
                  <a:cubicBezTo>
                    <a:pt x="10465" y="4907"/>
                    <a:pt x="8950" y="3392"/>
                    <a:pt x="7080" y="3389"/>
                  </a:cubicBezTo>
                  <a:cubicBezTo>
                    <a:pt x="6767" y="3389"/>
                    <a:pt x="6514" y="3136"/>
                    <a:pt x="6514" y="2826"/>
                  </a:cubicBezTo>
                  <a:cubicBezTo>
                    <a:pt x="6514" y="2513"/>
                    <a:pt x="6767" y="2260"/>
                    <a:pt x="7080" y="2260"/>
                  </a:cubicBezTo>
                  <a:close/>
                  <a:moveTo>
                    <a:pt x="7070" y="1"/>
                  </a:moveTo>
                  <a:cubicBezTo>
                    <a:pt x="6595" y="1"/>
                    <a:pt x="6111" y="50"/>
                    <a:pt x="5623" y="152"/>
                  </a:cubicBezTo>
                  <a:cubicBezTo>
                    <a:pt x="3075" y="685"/>
                    <a:pt x="1001" y="2754"/>
                    <a:pt x="459" y="5301"/>
                  </a:cubicBezTo>
                  <a:cubicBezTo>
                    <a:pt x="1" y="7469"/>
                    <a:pt x="567" y="9644"/>
                    <a:pt x="2015" y="11270"/>
                  </a:cubicBezTo>
                  <a:cubicBezTo>
                    <a:pt x="2584" y="11908"/>
                    <a:pt x="2952" y="12703"/>
                    <a:pt x="3072" y="13552"/>
                  </a:cubicBezTo>
                  <a:lnTo>
                    <a:pt x="11088" y="13552"/>
                  </a:lnTo>
                  <a:cubicBezTo>
                    <a:pt x="11221" y="12691"/>
                    <a:pt x="11597" y="11887"/>
                    <a:pt x="12175" y="11233"/>
                  </a:cubicBezTo>
                  <a:cubicBezTo>
                    <a:pt x="13259" y="10002"/>
                    <a:pt x="13892" y="8418"/>
                    <a:pt x="13892" y="6777"/>
                  </a:cubicBezTo>
                  <a:cubicBezTo>
                    <a:pt x="13892" y="2969"/>
                    <a:pt x="10766" y="1"/>
                    <a:pt x="7070" y="1"/>
                  </a:cubicBezTo>
                  <a:close/>
                </a:path>
              </a:pathLst>
            </a:custGeom>
            <a:solidFill>
              <a:srgbClr val="FFC8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48" name="Google Shape;448;p61"/>
            <p:cNvSpPr/>
            <p:nvPr/>
          </p:nvSpPr>
          <p:spPr>
            <a:xfrm>
              <a:off x="5049725" y="2197300"/>
              <a:ext cx="56400" cy="28275"/>
            </a:xfrm>
            <a:custGeom>
              <a:avLst/>
              <a:gdLst/>
              <a:ahLst/>
              <a:cxnLst/>
              <a:rect l="l" t="t" r="r" b="b"/>
              <a:pathLst>
                <a:path w="2256" h="1131" extrusionOk="0">
                  <a:moveTo>
                    <a:pt x="563" y="1"/>
                  </a:moveTo>
                  <a:cubicBezTo>
                    <a:pt x="250" y="1"/>
                    <a:pt x="0" y="254"/>
                    <a:pt x="0" y="567"/>
                  </a:cubicBezTo>
                  <a:cubicBezTo>
                    <a:pt x="0" y="877"/>
                    <a:pt x="250" y="1130"/>
                    <a:pt x="563" y="1130"/>
                  </a:cubicBezTo>
                  <a:lnTo>
                    <a:pt x="1693" y="1130"/>
                  </a:lnTo>
                  <a:cubicBezTo>
                    <a:pt x="2006" y="1130"/>
                    <a:pt x="2256" y="877"/>
                    <a:pt x="2256" y="567"/>
                  </a:cubicBezTo>
                  <a:cubicBezTo>
                    <a:pt x="2256" y="254"/>
                    <a:pt x="2006" y="1"/>
                    <a:pt x="1693" y="1"/>
                  </a:cubicBezTo>
                  <a:close/>
                </a:path>
              </a:pathLst>
            </a:custGeom>
            <a:solidFill>
              <a:srgbClr val="FFC8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49" name="Google Shape;449;p61"/>
            <p:cNvSpPr/>
            <p:nvPr/>
          </p:nvSpPr>
          <p:spPr>
            <a:xfrm>
              <a:off x="5052575" y="2102800"/>
              <a:ext cx="50850" cy="48075"/>
            </a:xfrm>
            <a:custGeom>
              <a:avLst/>
              <a:gdLst/>
              <a:ahLst/>
              <a:cxnLst/>
              <a:rect l="l" t="t" r="r" b="b"/>
              <a:pathLst>
                <a:path w="2034" h="1923" extrusionOk="0">
                  <a:moveTo>
                    <a:pt x="623" y="0"/>
                  </a:moveTo>
                  <a:cubicBezTo>
                    <a:pt x="478" y="0"/>
                    <a:pt x="333" y="56"/>
                    <a:pt x="224" y="167"/>
                  </a:cubicBezTo>
                  <a:cubicBezTo>
                    <a:pt x="4" y="384"/>
                    <a:pt x="1" y="736"/>
                    <a:pt x="214" y="959"/>
                  </a:cubicBezTo>
                  <a:lnTo>
                    <a:pt x="1015" y="1757"/>
                  </a:lnTo>
                  <a:cubicBezTo>
                    <a:pt x="1125" y="1867"/>
                    <a:pt x="1269" y="1922"/>
                    <a:pt x="1413" y="1922"/>
                  </a:cubicBezTo>
                  <a:cubicBezTo>
                    <a:pt x="1558" y="1922"/>
                    <a:pt x="1702" y="1867"/>
                    <a:pt x="1813" y="1757"/>
                  </a:cubicBezTo>
                  <a:cubicBezTo>
                    <a:pt x="2033" y="1534"/>
                    <a:pt x="2033" y="1179"/>
                    <a:pt x="1813" y="959"/>
                  </a:cubicBezTo>
                  <a:lnTo>
                    <a:pt x="1015" y="158"/>
                  </a:lnTo>
                  <a:cubicBezTo>
                    <a:pt x="906" y="53"/>
                    <a:pt x="764" y="0"/>
                    <a:pt x="623" y="0"/>
                  </a:cubicBezTo>
                  <a:close/>
                </a:path>
              </a:pathLst>
            </a:custGeom>
            <a:solidFill>
              <a:srgbClr val="FFC8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50" name="Google Shape;450;p61"/>
            <p:cNvSpPr/>
            <p:nvPr/>
          </p:nvSpPr>
          <p:spPr>
            <a:xfrm>
              <a:off x="5052575" y="2272175"/>
              <a:ext cx="50700" cy="47900"/>
            </a:xfrm>
            <a:custGeom>
              <a:avLst/>
              <a:gdLst/>
              <a:ahLst/>
              <a:cxnLst/>
              <a:rect l="l" t="t" r="r" b="b"/>
              <a:pathLst>
                <a:path w="2028" h="1916" extrusionOk="0">
                  <a:moveTo>
                    <a:pt x="1405" y="0"/>
                  </a:moveTo>
                  <a:cubicBezTo>
                    <a:pt x="1264" y="0"/>
                    <a:pt x="1124" y="53"/>
                    <a:pt x="1015" y="159"/>
                  </a:cubicBezTo>
                  <a:lnTo>
                    <a:pt x="214" y="960"/>
                  </a:lnTo>
                  <a:cubicBezTo>
                    <a:pt x="1" y="1179"/>
                    <a:pt x="4" y="1532"/>
                    <a:pt x="224" y="1749"/>
                  </a:cubicBezTo>
                  <a:cubicBezTo>
                    <a:pt x="333" y="1860"/>
                    <a:pt x="478" y="1916"/>
                    <a:pt x="623" y="1916"/>
                  </a:cubicBezTo>
                  <a:cubicBezTo>
                    <a:pt x="764" y="1916"/>
                    <a:pt x="906" y="1863"/>
                    <a:pt x="1015" y="1758"/>
                  </a:cubicBezTo>
                  <a:lnTo>
                    <a:pt x="1813" y="960"/>
                  </a:lnTo>
                  <a:cubicBezTo>
                    <a:pt x="2027" y="737"/>
                    <a:pt x="2024" y="384"/>
                    <a:pt x="1804" y="168"/>
                  </a:cubicBezTo>
                  <a:cubicBezTo>
                    <a:pt x="1695" y="56"/>
                    <a:pt x="1550" y="0"/>
                    <a:pt x="1405" y="0"/>
                  </a:cubicBezTo>
                  <a:close/>
                </a:path>
              </a:pathLst>
            </a:custGeom>
            <a:solidFill>
              <a:srgbClr val="FFC8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51" name="Google Shape;451;p61"/>
            <p:cNvSpPr/>
            <p:nvPr/>
          </p:nvSpPr>
          <p:spPr>
            <a:xfrm>
              <a:off x="5475050" y="2197300"/>
              <a:ext cx="56425" cy="28275"/>
            </a:xfrm>
            <a:custGeom>
              <a:avLst/>
              <a:gdLst/>
              <a:ahLst/>
              <a:cxnLst/>
              <a:rect l="l" t="t" r="r" b="b"/>
              <a:pathLst>
                <a:path w="2257" h="1131" extrusionOk="0">
                  <a:moveTo>
                    <a:pt x="564" y="1"/>
                  </a:moveTo>
                  <a:cubicBezTo>
                    <a:pt x="251" y="1"/>
                    <a:pt x="1" y="254"/>
                    <a:pt x="1" y="567"/>
                  </a:cubicBezTo>
                  <a:cubicBezTo>
                    <a:pt x="1" y="877"/>
                    <a:pt x="251" y="1130"/>
                    <a:pt x="564" y="1130"/>
                  </a:cubicBezTo>
                  <a:lnTo>
                    <a:pt x="1693" y="1130"/>
                  </a:lnTo>
                  <a:cubicBezTo>
                    <a:pt x="2006" y="1130"/>
                    <a:pt x="2256" y="877"/>
                    <a:pt x="2256" y="567"/>
                  </a:cubicBezTo>
                  <a:cubicBezTo>
                    <a:pt x="2256" y="254"/>
                    <a:pt x="2006" y="1"/>
                    <a:pt x="1693" y="1"/>
                  </a:cubicBezTo>
                  <a:close/>
                </a:path>
              </a:pathLst>
            </a:custGeom>
            <a:solidFill>
              <a:srgbClr val="FFC8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52" name="Google Shape;452;p61"/>
            <p:cNvSpPr/>
            <p:nvPr/>
          </p:nvSpPr>
          <p:spPr>
            <a:xfrm>
              <a:off x="5477925" y="2102800"/>
              <a:ext cx="50675" cy="47900"/>
            </a:xfrm>
            <a:custGeom>
              <a:avLst/>
              <a:gdLst/>
              <a:ahLst/>
              <a:cxnLst/>
              <a:rect l="l" t="t" r="r" b="b"/>
              <a:pathLst>
                <a:path w="2027" h="1916" extrusionOk="0">
                  <a:moveTo>
                    <a:pt x="1405" y="0"/>
                  </a:moveTo>
                  <a:cubicBezTo>
                    <a:pt x="1264" y="0"/>
                    <a:pt x="1123" y="53"/>
                    <a:pt x="1015" y="158"/>
                  </a:cubicBezTo>
                  <a:lnTo>
                    <a:pt x="214" y="959"/>
                  </a:lnTo>
                  <a:cubicBezTo>
                    <a:pt x="0" y="1179"/>
                    <a:pt x="3" y="1531"/>
                    <a:pt x="223" y="1748"/>
                  </a:cubicBezTo>
                  <a:cubicBezTo>
                    <a:pt x="333" y="1860"/>
                    <a:pt x="478" y="1915"/>
                    <a:pt x="623" y="1915"/>
                  </a:cubicBezTo>
                  <a:cubicBezTo>
                    <a:pt x="764" y="1915"/>
                    <a:pt x="905" y="1863"/>
                    <a:pt x="1015" y="1757"/>
                  </a:cubicBezTo>
                  <a:lnTo>
                    <a:pt x="1813" y="959"/>
                  </a:lnTo>
                  <a:cubicBezTo>
                    <a:pt x="2027" y="736"/>
                    <a:pt x="2024" y="384"/>
                    <a:pt x="1804" y="167"/>
                  </a:cubicBezTo>
                  <a:cubicBezTo>
                    <a:pt x="1694" y="56"/>
                    <a:pt x="1549" y="0"/>
                    <a:pt x="1405" y="0"/>
                  </a:cubicBezTo>
                  <a:close/>
                </a:path>
              </a:pathLst>
            </a:custGeom>
            <a:solidFill>
              <a:srgbClr val="FFC8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53" name="Google Shape;453;p61"/>
            <p:cNvSpPr/>
            <p:nvPr/>
          </p:nvSpPr>
          <p:spPr>
            <a:xfrm>
              <a:off x="5477775" y="2272000"/>
              <a:ext cx="50825" cy="48075"/>
            </a:xfrm>
            <a:custGeom>
              <a:avLst/>
              <a:gdLst/>
              <a:ahLst/>
              <a:cxnLst/>
              <a:rect l="l" t="t" r="r" b="b"/>
              <a:pathLst>
                <a:path w="2033" h="1923" extrusionOk="0">
                  <a:moveTo>
                    <a:pt x="621" y="1"/>
                  </a:moveTo>
                  <a:cubicBezTo>
                    <a:pt x="476" y="1"/>
                    <a:pt x="331" y="56"/>
                    <a:pt x="220" y="166"/>
                  </a:cubicBezTo>
                  <a:cubicBezTo>
                    <a:pt x="0" y="388"/>
                    <a:pt x="0" y="744"/>
                    <a:pt x="220" y="967"/>
                  </a:cubicBezTo>
                  <a:lnTo>
                    <a:pt x="1021" y="1765"/>
                  </a:lnTo>
                  <a:cubicBezTo>
                    <a:pt x="1129" y="1870"/>
                    <a:pt x="1270" y="1923"/>
                    <a:pt x="1411" y="1923"/>
                  </a:cubicBezTo>
                  <a:cubicBezTo>
                    <a:pt x="1555" y="1923"/>
                    <a:pt x="1700" y="1867"/>
                    <a:pt x="1810" y="1756"/>
                  </a:cubicBezTo>
                  <a:cubicBezTo>
                    <a:pt x="2030" y="1539"/>
                    <a:pt x="2033" y="1186"/>
                    <a:pt x="1819" y="967"/>
                  </a:cubicBezTo>
                  <a:lnTo>
                    <a:pt x="1021" y="166"/>
                  </a:lnTo>
                  <a:cubicBezTo>
                    <a:pt x="910" y="56"/>
                    <a:pt x="765" y="1"/>
                    <a:pt x="621" y="1"/>
                  </a:cubicBezTo>
                  <a:close/>
                </a:path>
              </a:pathLst>
            </a:custGeom>
            <a:solidFill>
              <a:srgbClr val="FFC8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454" name="Google Shape;454;p61"/>
          <p:cNvGrpSpPr/>
          <p:nvPr/>
        </p:nvGrpSpPr>
        <p:grpSpPr>
          <a:xfrm>
            <a:off x="5845678" y="2030269"/>
            <a:ext cx="714884" cy="610087"/>
            <a:chOff x="5651375" y="3806450"/>
            <a:chExt cx="481825" cy="481825"/>
          </a:xfrm>
        </p:grpSpPr>
        <p:sp>
          <p:nvSpPr>
            <p:cNvPr id="455" name="Google Shape;455;p61"/>
            <p:cNvSpPr/>
            <p:nvPr/>
          </p:nvSpPr>
          <p:spPr>
            <a:xfrm>
              <a:off x="5793425" y="3976800"/>
              <a:ext cx="28250" cy="28275"/>
            </a:xfrm>
            <a:custGeom>
              <a:avLst/>
              <a:gdLst/>
              <a:ahLst/>
              <a:cxnLst/>
              <a:rect l="l" t="t" r="r" b="b"/>
              <a:pathLst>
                <a:path w="1130" h="1131" extrusionOk="0">
                  <a:moveTo>
                    <a:pt x="567" y="1"/>
                  </a:moveTo>
                  <a:cubicBezTo>
                    <a:pt x="253" y="1"/>
                    <a:pt x="0" y="251"/>
                    <a:pt x="0" y="564"/>
                  </a:cubicBezTo>
                  <a:cubicBezTo>
                    <a:pt x="0" y="877"/>
                    <a:pt x="253" y="1130"/>
                    <a:pt x="567" y="1130"/>
                  </a:cubicBezTo>
                  <a:cubicBezTo>
                    <a:pt x="877" y="1130"/>
                    <a:pt x="1130" y="877"/>
                    <a:pt x="1130" y="564"/>
                  </a:cubicBezTo>
                  <a:cubicBezTo>
                    <a:pt x="1130" y="251"/>
                    <a:pt x="877" y="1"/>
                    <a:pt x="567" y="1"/>
                  </a:cubicBezTo>
                  <a:close/>
                </a:path>
              </a:pathLst>
            </a:custGeom>
            <a:solidFill>
              <a:srgbClr val="FFC8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56" name="Google Shape;456;p61"/>
            <p:cNvSpPr/>
            <p:nvPr/>
          </p:nvSpPr>
          <p:spPr>
            <a:xfrm>
              <a:off x="5794475" y="4089725"/>
              <a:ext cx="195600" cy="84725"/>
            </a:xfrm>
            <a:custGeom>
              <a:avLst/>
              <a:gdLst/>
              <a:ahLst/>
              <a:cxnLst/>
              <a:rect l="l" t="t" r="r" b="b"/>
              <a:pathLst>
                <a:path w="7824" h="3389" extrusionOk="0">
                  <a:moveTo>
                    <a:pt x="1" y="1"/>
                  </a:moveTo>
                  <a:cubicBezTo>
                    <a:pt x="284" y="1943"/>
                    <a:pt x="1949" y="3385"/>
                    <a:pt x="3912" y="3388"/>
                  </a:cubicBezTo>
                  <a:cubicBezTo>
                    <a:pt x="5875" y="3385"/>
                    <a:pt x="7541" y="1943"/>
                    <a:pt x="7824" y="1"/>
                  </a:cubicBezTo>
                  <a:close/>
                </a:path>
              </a:pathLst>
            </a:custGeom>
            <a:solidFill>
              <a:srgbClr val="FFC8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57" name="Google Shape;457;p61"/>
            <p:cNvSpPr/>
            <p:nvPr/>
          </p:nvSpPr>
          <p:spPr>
            <a:xfrm>
              <a:off x="5651375" y="3806450"/>
              <a:ext cx="481825" cy="481825"/>
            </a:xfrm>
            <a:custGeom>
              <a:avLst/>
              <a:gdLst/>
              <a:ahLst/>
              <a:cxnLst/>
              <a:rect l="l" t="t" r="r" b="b"/>
              <a:pathLst>
                <a:path w="19273" h="19273" extrusionOk="0">
                  <a:moveTo>
                    <a:pt x="6249" y="5686"/>
                  </a:moveTo>
                  <a:cubicBezTo>
                    <a:pt x="6932" y="5686"/>
                    <a:pt x="7549" y="6098"/>
                    <a:pt x="7811" y="6730"/>
                  </a:cubicBezTo>
                  <a:cubicBezTo>
                    <a:pt x="8073" y="7363"/>
                    <a:pt x="7929" y="8092"/>
                    <a:pt x="7444" y="8576"/>
                  </a:cubicBezTo>
                  <a:cubicBezTo>
                    <a:pt x="7122" y="8901"/>
                    <a:pt x="6689" y="9073"/>
                    <a:pt x="6248" y="9073"/>
                  </a:cubicBezTo>
                  <a:cubicBezTo>
                    <a:pt x="6029" y="9073"/>
                    <a:pt x="5808" y="9031"/>
                    <a:pt x="5598" y="8944"/>
                  </a:cubicBezTo>
                  <a:cubicBezTo>
                    <a:pt x="4966" y="8682"/>
                    <a:pt x="4553" y="8064"/>
                    <a:pt x="4553" y="7378"/>
                  </a:cubicBezTo>
                  <a:cubicBezTo>
                    <a:pt x="4556" y="6441"/>
                    <a:pt x="5312" y="5686"/>
                    <a:pt x="6249" y="5686"/>
                  </a:cubicBezTo>
                  <a:close/>
                  <a:moveTo>
                    <a:pt x="13024" y="5683"/>
                  </a:moveTo>
                  <a:cubicBezTo>
                    <a:pt x="13242" y="5683"/>
                    <a:pt x="13462" y="5725"/>
                    <a:pt x="13671" y="5812"/>
                  </a:cubicBezTo>
                  <a:cubicBezTo>
                    <a:pt x="14304" y="6074"/>
                    <a:pt x="14716" y="6691"/>
                    <a:pt x="14716" y="7378"/>
                  </a:cubicBezTo>
                  <a:cubicBezTo>
                    <a:pt x="14716" y="8314"/>
                    <a:pt x="13957" y="9073"/>
                    <a:pt x="13024" y="9073"/>
                  </a:cubicBezTo>
                  <a:cubicBezTo>
                    <a:pt x="12337" y="9073"/>
                    <a:pt x="11720" y="8658"/>
                    <a:pt x="11458" y="8025"/>
                  </a:cubicBezTo>
                  <a:cubicBezTo>
                    <a:pt x="11196" y="7393"/>
                    <a:pt x="11341" y="6664"/>
                    <a:pt x="11825" y="6179"/>
                  </a:cubicBezTo>
                  <a:cubicBezTo>
                    <a:pt x="12150" y="5855"/>
                    <a:pt x="12583" y="5683"/>
                    <a:pt x="13024" y="5683"/>
                  </a:cubicBezTo>
                  <a:close/>
                  <a:moveTo>
                    <a:pt x="14153" y="10202"/>
                  </a:moveTo>
                  <a:cubicBezTo>
                    <a:pt x="14463" y="10202"/>
                    <a:pt x="14716" y="10452"/>
                    <a:pt x="14716" y="10766"/>
                  </a:cubicBezTo>
                  <a:cubicBezTo>
                    <a:pt x="14716" y="13566"/>
                    <a:pt x="12437" y="15849"/>
                    <a:pt x="9636" y="15849"/>
                  </a:cubicBezTo>
                  <a:cubicBezTo>
                    <a:pt x="6833" y="15849"/>
                    <a:pt x="4553" y="13566"/>
                    <a:pt x="4553" y="10766"/>
                  </a:cubicBezTo>
                  <a:cubicBezTo>
                    <a:pt x="4553" y="10452"/>
                    <a:pt x="4806" y="10202"/>
                    <a:pt x="5119" y="10202"/>
                  </a:cubicBezTo>
                  <a:close/>
                  <a:moveTo>
                    <a:pt x="9636" y="0"/>
                  </a:moveTo>
                  <a:cubicBezTo>
                    <a:pt x="4342" y="0"/>
                    <a:pt x="0" y="4343"/>
                    <a:pt x="0" y="9636"/>
                  </a:cubicBezTo>
                  <a:cubicBezTo>
                    <a:pt x="0" y="14930"/>
                    <a:pt x="4342" y="19272"/>
                    <a:pt x="9636" y="19272"/>
                  </a:cubicBezTo>
                  <a:cubicBezTo>
                    <a:pt x="14927" y="19272"/>
                    <a:pt x="19272" y="14930"/>
                    <a:pt x="19272" y="9636"/>
                  </a:cubicBezTo>
                  <a:cubicBezTo>
                    <a:pt x="19272" y="4343"/>
                    <a:pt x="14930" y="0"/>
                    <a:pt x="9636" y="0"/>
                  </a:cubicBezTo>
                  <a:close/>
                </a:path>
              </a:pathLst>
            </a:custGeom>
            <a:solidFill>
              <a:srgbClr val="FFC8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58" name="Google Shape;458;p61"/>
            <p:cNvSpPr/>
            <p:nvPr/>
          </p:nvSpPr>
          <p:spPr>
            <a:xfrm>
              <a:off x="5962800" y="3976800"/>
              <a:ext cx="28250" cy="28275"/>
            </a:xfrm>
            <a:custGeom>
              <a:avLst/>
              <a:gdLst/>
              <a:ahLst/>
              <a:cxnLst/>
              <a:rect l="l" t="t" r="r" b="b"/>
              <a:pathLst>
                <a:path w="1130" h="1131" extrusionOk="0">
                  <a:moveTo>
                    <a:pt x="567" y="1"/>
                  </a:moveTo>
                  <a:cubicBezTo>
                    <a:pt x="254" y="1"/>
                    <a:pt x="1" y="251"/>
                    <a:pt x="1" y="564"/>
                  </a:cubicBezTo>
                  <a:cubicBezTo>
                    <a:pt x="1" y="877"/>
                    <a:pt x="254" y="1130"/>
                    <a:pt x="567" y="1130"/>
                  </a:cubicBezTo>
                  <a:cubicBezTo>
                    <a:pt x="877" y="1130"/>
                    <a:pt x="1130" y="877"/>
                    <a:pt x="1130" y="564"/>
                  </a:cubicBezTo>
                  <a:cubicBezTo>
                    <a:pt x="1130" y="251"/>
                    <a:pt x="877" y="1"/>
                    <a:pt x="567" y="1"/>
                  </a:cubicBezTo>
                  <a:close/>
                </a:path>
              </a:pathLst>
            </a:custGeom>
            <a:solidFill>
              <a:srgbClr val="FFC8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pic>
        <p:nvPicPr>
          <p:cNvPr id="459" name="Google Shape;459;p61"/>
          <p:cNvPicPr preferRelativeResize="0"/>
          <p:nvPr/>
        </p:nvPicPr>
        <p:blipFill>
          <a:blip r:embed="rId4">
            <a:alphaModFix/>
          </a:blip>
          <a:stretch>
            <a:fillRect/>
          </a:stretch>
        </p:blipFill>
        <p:spPr>
          <a:xfrm>
            <a:off x="675812" y="0"/>
            <a:ext cx="7715265" cy="514350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09"/>
                                        </p:tgtEl>
                                        <p:attrNameLst>
                                          <p:attrName>style.visibility</p:attrName>
                                        </p:attrNameLst>
                                      </p:cBhvr>
                                      <p:to>
                                        <p:strVal val="visible"/>
                                      </p:to>
                                    </p:set>
                                    <p:animEffect transition="in" filter="fade">
                                      <p:cBhvr>
                                        <p:cTn id="7" dur="1000"/>
                                        <p:tgtEl>
                                          <p:spTgt spid="409"/>
                                        </p:tgtEl>
                                      </p:cBhvr>
                                    </p:animEffect>
                                  </p:childTnLst>
                                </p:cTn>
                              </p:par>
                              <p:par>
                                <p:cTn id="8" presetID="10" presetClass="entr" presetSubtype="0" fill="hold" nodeType="withEffect">
                                  <p:stCondLst>
                                    <p:cond delay="0"/>
                                  </p:stCondLst>
                                  <p:childTnLst>
                                    <p:set>
                                      <p:cBhvr>
                                        <p:cTn id="9" dur="1" fill="hold">
                                          <p:stCondLst>
                                            <p:cond delay="0"/>
                                          </p:stCondLst>
                                        </p:cTn>
                                        <p:tgtEl>
                                          <p:spTgt spid="418"/>
                                        </p:tgtEl>
                                        <p:attrNameLst>
                                          <p:attrName>style.visibility</p:attrName>
                                        </p:attrNameLst>
                                      </p:cBhvr>
                                      <p:to>
                                        <p:strVal val="visible"/>
                                      </p:to>
                                    </p:set>
                                    <p:animEffect transition="in" filter="fade">
                                      <p:cBhvr>
                                        <p:cTn id="10" dur="1000"/>
                                        <p:tgtEl>
                                          <p:spTgt spid="418"/>
                                        </p:tgtEl>
                                      </p:cBhvr>
                                    </p:animEffect>
                                  </p:childTnLst>
                                </p:cTn>
                              </p:par>
                              <p:par>
                                <p:cTn id="11" presetID="10" presetClass="entr" presetSubtype="0" fill="hold" nodeType="withEffect">
                                  <p:stCondLst>
                                    <p:cond delay="0"/>
                                  </p:stCondLst>
                                  <p:childTnLst>
                                    <p:set>
                                      <p:cBhvr>
                                        <p:cTn id="12" dur="1" fill="hold">
                                          <p:stCondLst>
                                            <p:cond delay="0"/>
                                          </p:stCondLst>
                                        </p:cTn>
                                        <p:tgtEl>
                                          <p:spTgt spid="427"/>
                                        </p:tgtEl>
                                        <p:attrNameLst>
                                          <p:attrName>style.visibility</p:attrName>
                                        </p:attrNameLst>
                                      </p:cBhvr>
                                      <p:to>
                                        <p:strVal val="visible"/>
                                      </p:to>
                                    </p:set>
                                    <p:animEffect transition="in" filter="fade">
                                      <p:cBhvr>
                                        <p:cTn id="13" dur="1000"/>
                                        <p:tgtEl>
                                          <p:spTgt spid="427"/>
                                        </p:tgtEl>
                                      </p:cBhvr>
                                    </p:animEffect>
                                  </p:childTnLst>
                                </p:cTn>
                              </p:par>
                              <p:par>
                                <p:cTn id="14" presetID="10" presetClass="entr" presetSubtype="0" fill="hold" nodeType="withEffect">
                                  <p:stCondLst>
                                    <p:cond delay="0"/>
                                  </p:stCondLst>
                                  <p:childTnLst>
                                    <p:set>
                                      <p:cBhvr>
                                        <p:cTn id="15" dur="1" fill="hold">
                                          <p:stCondLst>
                                            <p:cond delay="0"/>
                                          </p:stCondLst>
                                        </p:cTn>
                                        <p:tgtEl>
                                          <p:spTgt spid="436"/>
                                        </p:tgtEl>
                                        <p:attrNameLst>
                                          <p:attrName>style.visibility</p:attrName>
                                        </p:attrNameLst>
                                      </p:cBhvr>
                                      <p:to>
                                        <p:strVal val="visible"/>
                                      </p:to>
                                    </p:set>
                                    <p:animEffect transition="in" filter="fade">
                                      <p:cBhvr>
                                        <p:cTn id="16" dur="1000"/>
                                        <p:tgtEl>
                                          <p:spTgt spid="436"/>
                                        </p:tgtEl>
                                      </p:cBhvr>
                                    </p:animEffect>
                                  </p:childTnLst>
                                </p:cTn>
                              </p:par>
                              <p:par>
                                <p:cTn id="17" presetID="10" presetClass="entr" presetSubtype="0" fill="hold" nodeType="withEffect">
                                  <p:stCondLst>
                                    <p:cond delay="0"/>
                                  </p:stCondLst>
                                  <p:childTnLst>
                                    <p:set>
                                      <p:cBhvr>
                                        <p:cTn id="18" dur="1" fill="hold">
                                          <p:stCondLst>
                                            <p:cond delay="0"/>
                                          </p:stCondLst>
                                        </p:cTn>
                                        <p:tgtEl>
                                          <p:spTgt spid="445"/>
                                        </p:tgtEl>
                                        <p:attrNameLst>
                                          <p:attrName>style.visibility</p:attrName>
                                        </p:attrNameLst>
                                      </p:cBhvr>
                                      <p:to>
                                        <p:strVal val="visible"/>
                                      </p:to>
                                    </p:set>
                                    <p:animEffect transition="in" filter="fade">
                                      <p:cBhvr>
                                        <p:cTn id="19" dur="1000"/>
                                        <p:tgtEl>
                                          <p:spTgt spid="445"/>
                                        </p:tgtEl>
                                      </p:cBhvr>
                                    </p:animEffect>
                                  </p:childTnLst>
                                </p:cTn>
                              </p:par>
                              <p:par>
                                <p:cTn id="20" presetID="10" presetClass="entr" presetSubtype="0" fill="hold" nodeType="withEffect">
                                  <p:stCondLst>
                                    <p:cond delay="0"/>
                                  </p:stCondLst>
                                  <p:childTnLst>
                                    <p:set>
                                      <p:cBhvr>
                                        <p:cTn id="21" dur="1" fill="hold">
                                          <p:stCondLst>
                                            <p:cond delay="0"/>
                                          </p:stCondLst>
                                        </p:cTn>
                                        <p:tgtEl>
                                          <p:spTgt spid="454"/>
                                        </p:tgtEl>
                                        <p:attrNameLst>
                                          <p:attrName>style.visibility</p:attrName>
                                        </p:attrNameLst>
                                      </p:cBhvr>
                                      <p:to>
                                        <p:strVal val="visible"/>
                                      </p:to>
                                    </p:set>
                                    <p:animEffect transition="in" filter="fade">
                                      <p:cBhvr>
                                        <p:cTn id="22" dur="1000"/>
                                        <p:tgtEl>
                                          <p:spTgt spid="45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459"/>
                                        </p:tgtEl>
                                        <p:attrNameLst>
                                          <p:attrName>style.visibility</p:attrName>
                                        </p:attrNameLst>
                                      </p:cBhvr>
                                      <p:to>
                                        <p:strVal val="visible"/>
                                      </p:to>
                                    </p:set>
                                    <p:animEffect transition="in" filter="fade">
                                      <p:cBhvr>
                                        <p:cTn id="27" dur="1000"/>
                                        <p:tgtEl>
                                          <p:spTgt spid="45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463"/>
        <p:cNvGrpSpPr/>
        <p:nvPr/>
      </p:nvGrpSpPr>
      <p:grpSpPr>
        <a:xfrm>
          <a:off x="0" y="0"/>
          <a:ext cx="0" cy="0"/>
          <a:chOff x="0" y="0"/>
          <a:chExt cx="0" cy="0"/>
        </a:xfrm>
      </p:grpSpPr>
      <p:sp>
        <p:nvSpPr>
          <p:cNvPr id="464" name="Google Shape;464;p62"/>
          <p:cNvSpPr txBox="1">
            <a:spLocks noGrp="1"/>
          </p:cNvSpPr>
          <p:nvPr>
            <p:ph type="ctrTitle"/>
          </p:nvPr>
        </p:nvSpPr>
        <p:spPr>
          <a:xfrm>
            <a:off x="1964851" y="352850"/>
            <a:ext cx="5214300" cy="946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lt1"/>
                </a:solidFill>
              </a:rPr>
              <a:t>Why Not Linear Regression?</a:t>
            </a:r>
            <a:endParaRPr>
              <a:solidFill>
                <a:schemeClr val="lt1"/>
              </a:solidFill>
            </a:endParaRPr>
          </a:p>
        </p:txBody>
      </p:sp>
      <p:pic>
        <p:nvPicPr>
          <p:cNvPr id="465" name="Google Shape;465;p62" descr="Linear Regression vs Logistic Regression - Javatpoint"/>
          <p:cNvPicPr preferRelativeResize="0"/>
          <p:nvPr/>
        </p:nvPicPr>
        <p:blipFill>
          <a:blip r:embed="rId3">
            <a:alphaModFix/>
          </a:blip>
          <a:stretch>
            <a:fillRect/>
          </a:stretch>
        </p:blipFill>
        <p:spPr>
          <a:xfrm>
            <a:off x="606525" y="1108474"/>
            <a:ext cx="7930950" cy="3386575"/>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469"/>
        <p:cNvGrpSpPr/>
        <p:nvPr/>
      </p:nvGrpSpPr>
      <p:grpSpPr>
        <a:xfrm>
          <a:off x="0" y="0"/>
          <a:ext cx="0" cy="0"/>
          <a:chOff x="0" y="0"/>
          <a:chExt cx="0" cy="0"/>
        </a:xfrm>
      </p:grpSpPr>
      <p:sp>
        <p:nvSpPr>
          <p:cNvPr id="470" name="Google Shape;470;p63"/>
          <p:cNvSpPr txBox="1">
            <a:spLocks noGrp="1"/>
          </p:cNvSpPr>
          <p:nvPr>
            <p:ph type="ctrTitle"/>
          </p:nvPr>
        </p:nvSpPr>
        <p:spPr>
          <a:xfrm>
            <a:off x="1964851" y="352850"/>
            <a:ext cx="5214300" cy="946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The Math</a:t>
            </a:r>
            <a:endParaRPr/>
          </a:p>
          <a:p>
            <a:pPr marL="0" lvl="0" indent="0" algn="l" rtl="0">
              <a:spcBef>
                <a:spcPts val="0"/>
              </a:spcBef>
              <a:spcAft>
                <a:spcPts val="0"/>
              </a:spcAft>
              <a:buNone/>
            </a:pPr>
            <a:endParaRPr/>
          </a:p>
        </p:txBody>
      </p:sp>
      <p:pic>
        <p:nvPicPr>
          <p:cNvPr id="471" name="Google Shape;471;p63"/>
          <p:cNvPicPr preferRelativeResize="0"/>
          <p:nvPr/>
        </p:nvPicPr>
        <p:blipFill>
          <a:blip r:embed="rId3">
            <a:alphaModFix/>
          </a:blip>
          <a:stretch>
            <a:fillRect/>
          </a:stretch>
        </p:blipFill>
        <p:spPr>
          <a:xfrm>
            <a:off x="1319200" y="1447805"/>
            <a:ext cx="6505600" cy="2913283"/>
          </a:xfrm>
          <a:prstGeom prst="rect">
            <a:avLst/>
          </a:prstGeom>
          <a:noFill/>
          <a:ln>
            <a:noFill/>
          </a:ln>
        </p:spPr>
      </p:pic>
      <p:sp>
        <p:nvSpPr>
          <p:cNvPr id="472" name="Google Shape;472;p63"/>
          <p:cNvSpPr/>
          <p:nvPr/>
        </p:nvSpPr>
        <p:spPr>
          <a:xfrm>
            <a:off x="1319200" y="1450575"/>
            <a:ext cx="3252600" cy="2913300"/>
          </a:xfrm>
          <a:prstGeom prst="rect">
            <a:avLst/>
          </a:prstGeom>
          <a:solidFill>
            <a:schemeClr val="accent4"/>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73" name="Google Shape;473;p63"/>
          <p:cNvPicPr preferRelativeResize="0"/>
          <p:nvPr/>
        </p:nvPicPr>
        <p:blipFill>
          <a:blip r:embed="rId4">
            <a:alphaModFix/>
          </a:blip>
          <a:stretch>
            <a:fillRect/>
          </a:stretch>
        </p:blipFill>
        <p:spPr>
          <a:xfrm>
            <a:off x="1425102" y="2191421"/>
            <a:ext cx="3058650" cy="760650"/>
          </a:xfrm>
          <a:prstGeom prst="rect">
            <a:avLst/>
          </a:prstGeom>
          <a:noFill/>
          <a:ln w="9525" cap="flat" cmpd="sng">
            <a:solidFill>
              <a:srgbClr val="000000"/>
            </a:solidFill>
            <a:prstDash val="solid"/>
            <a:round/>
            <a:headEnd type="none" w="sm" len="sm"/>
            <a:tailEnd type="none" w="sm" len="sm"/>
          </a:ln>
        </p:spPr>
      </p:pic>
      <p:cxnSp>
        <p:nvCxnSpPr>
          <p:cNvPr id="474" name="Google Shape;474;p63"/>
          <p:cNvCxnSpPr>
            <a:stCxn id="473" idx="3"/>
          </p:cNvCxnSpPr>
          <p:nvPr/>
        </p:nvCxnSpPr>
        <p:spPr>
          <a:xfrm>
            <a:off x="4483752" y="2571746"/>
            <a:ext cx="1801500" cy="279600"/>
          </a:xfrm>
          <a:prstGeom prst="straightConnector1">
            <a:avLst/>
          </a:prstGeom>
          <a:noFill/>
          <a:ln w="152400" cap="flat" cmpd="sng">
            <a:solidFill>
              <a:srgbClr val="FF6B65"/>
            </a:solidFill>
            <a:prstDash val="solid"/>
            <a:round/>
            <a:headEnd type="none" w="med" len="med"/>
            <a:tailEnd type="triangle" w="med" len="med"/>
          </a:ln>
        </p:spPr>
      </p:cxnSp>
      <p:sp>
        <p:nvSpPr>
          <p:cNvPr id="475" name="Google Shape;475;p63"/>
          <p:cNvSpPr txBox="1"/>
          <p:nvPr/>
        </p:nvSpPr>
        <p:spPr>
          <a:xfrm>
            <a:off x="1484250" y="1484550"/>
            <a:ext cx="2855100" cy="4002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a:solidFill>
                  <a:schemeClr val="dk1"/>
                </a:solidFill>
                <a:latin typeface="Roboto Condensed Light"/>
                <a:ea typeface="Roboto Condensed Light"/>
                <a:cs typeface="Roboto Condensed Light"/>
                <a:sym typeface="Roboto Condensed Light"/>
              </a:rPr>
              <a:t>Logistic Equation Standard Form</a:t>
            </a:r>
            <a:endParaRPr>
              <a:solidFill>
                <a:schemeClr val="dk1"/>
              </a:solidFill>
              <a:latin typeface="Roboto Condensed Light"/>
              <a:ea typeface="Roboto Condensed Light"/>
              <a:cs typeface="Roboto Condensed Light"/>
              <a:sym typeface="Roboto Condensed Ligh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72"/>
                                        </p:tgtEl>
                                        <p:attrNameLst>
                                          <p:attrName>style.visibility</p:attrName>
                                        </p:attrNameLst>
                                      </p:cBhvr>
                                      <p:to>
                                        <p:strVal val="visible"/>
                                      </p:to>
                                    </p:set>
                                    <p:animEffect transition="in" filter="fade">
                                      <p:cBhvr>
                                        <p:cTn id="7" dur="1000"/>
                                        <p:tgtEl>
                                          <p:spTgt spid="472"/>
                                        </p:tgtEl>
                                      </p:cBhvr>
                                    </p:animEffect>
                                  </p:childTnLst>
                                </p:cTn>
                              </p:par>
                              <p:par>
                                <p:cTn id="8" presetID="10" presetClass="entr" presetSubtype="0" fill="hold" nodeType="withEffect">
                                  <p:stCondLst>
                                    <p:cond delay="0"/>
                                  </p:stCondLst>
                                  <p:childTnLst>
                                    <p:set>
                                      <p:cBhvr>
                                        <p:cTn id="9" dur="1" fill="hold">
                                          <p:stCondLst>
                                            <p:cond delay="0"/>
                                          </p:stCondLst>
                                        </p:cTn>
                                        <p:tgtEl>
                                          <p:spTgt spid="473"/>
                                        </p:tgtEl>
                                        <p:attrNameLst>
                                          <p:attrName>style.visibility</p:attrName>
                                        </p:attrNameLst>
                                      </p:cBhvr>
                                      <p:to>
                                        <p:strVal val="visible"/>
                                      </p:to>
                                    </p:set>
                                    <p:animEffect transition="in" filter="fade">
                                      <p:cBhvr>
                                        <p:cTn id="10" dur="1000"/>
                                        <p:tgtEl>
                                          <p:spTgt spid="473"/>
                                        </p:tgtEl>
                                      </p:cBhvr>
                                    </p:animEffect>
                                  </p:childTnLst>
                                </p:cTn>
                              </p:par>
                              <p:par>
                                <p:cTn id="11" presetID="10" presetClass="entr" presetSubtype="0" fill="hold" nodeType="withEffect">
                                  <p:stCondLst>
                                    <p:cond delay="0"/>
                                  </p:stCondLst>
                                  <p:childTnLst>
                                    <p:set>
                                      <p:cBhvr>
                                        <p:cTn id="12" dur="1" fill="hold">
                                          <p:stCondLst>
                                            <p:cond delay="0"/>
                                          </p:stCondLst>
                                        </p:cTn>
                                        <p:tgtEl>
                                          <p:spTgt spid="475"/>
                                        </p:tgtEl>
                                        <p:attrNameLst>
                                          <p:attrName>style.visibility</p:attrName>
                                        </p:attrNameLst>
                                      </p:cBhvr>
                                      <p:to>
                                        <p:strVal val="visible"/>
                                      </p:to>
                                    </p:set>
                                    <p:animEffect transition="in" filter="fade">
                                      <p:cBhvr>
                                        <p:cTn id="13" dur="1000"/>
                                        <p:tgtEl>
                                          <p:spTgt spid="475"/>
                                        </p:tgtEl>
                                      </p:cBhvr>
                                    </p:animEffect>
                                  </p:childTnLst>
                                </p:cTn>
                              </p:par>
                              <p:par>
                                <p:cTn id="14" presetID="10" presetClass="entr" presetSubtype="0" fill="hold" nodeType="withEffect">
                                  <p:stCondLst>
                                    <p:cond delay="0"/>
                                  </p:stCondLst>
                                  <p:childTnLst>
                                    <p:set>
                                      <p:cBhvr>
                                        <p:cTn id="15" dur="1" fill="hold">
                                          <p:stCondLst>
                                            <p:cond delay="0"/>
                                          </p:stCondLst>
                                        </p:cTn>
                                        <p:tgtEl>
                                          <p:spTgt spid="474"/>
                                        </p:tgtEl>
                                        <p:attrNameLst>
                                          <p:attrName>style.visibility</p:attrName>
                                        </p:attrNameLst>
                                      </p:cBhvr>
                                      <p:to>
                                        <p:strVal val="visible"/>
                                      </p:to>
                                    </p:set>
                                    <p:animEffect transition="in" filter="fade">
                                      <p:cBhvr>
                                        <p:cTn id="16" dur="1000"/>
                                        <p:tgtEl>
                                          <p:spTgt spid="47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Shape 479"/>
        <p:cNvGrpSpPr/>
        <p:nvPr/>
      </p:nvGrpSpPr>
      <p:grpSpPr>
        <a:xfrm>
          <a:off x="0" y="0"/>
          <a:ext cx="0" cy="0"/>
          <a:chOff x="0" y="0"/>
          <a:chExt cx="0" cy="0"/>
        </a:xfrm>
      </p:grpSpPr>
      <p:sp>
        <p:nvSpPr>
          <p:cNvPr id="480" name="Google Shape;480;p64"/>
          <p:cNvSpPr txBox="1">
            <a:spLocks noGrp="1"/>
          </p:cNvSpPr>
          <p:nvPr>
            <p:ph type="ctrTitle"/>
          </p:nvPr>
        </p:nvSpPr>
        <p:spPr>
          <a:xfrm>
            <a:off x="1964851" y="352850"/>
            <a:ext cx="5214300" cy="946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Math (Cont’d)</a:t>
            </a:r>
            <a:endParaRPr/>
          </a:p>
        </p:txBody>
      </p:sp>
      <p:pic>
        <p:nvPicPr>
          <p:cNvPr id="481" name="Google Shape;481;p64"/>
          <p:cNvPicPr preferRelativeResize="0"/>
          <p:nvPr/>
        </p:nvPicPr>
        <p:blipFill>
          <a:blip r:embed="rId3">
            <a:alphaModFix/>
          </a:blip>
          <a:stretch>
            <a:fillRect/>
          </a:stretch>
        </p:blipFill>
        <p:spPr>
          <a:xfrm>
            <a:off x="152400" y="1451450"/>
            <a:ext cx="2619375" cy="704850"/>
          </a:xfrm>
          <a:prstGeom prst="rect">
            <a:avLst/>
          </a:prstGeom>
          <a:noFill/>
          <a:ln>
            <a:noFill/>
          </a:ln>
        </p:spPr>
      </p:pic>
      <p:pic>
        <p:nvPicPr>
          <p:cNvPr id="482" name="Google Shape;482;p64"/>
          <p:cNvPicPr preferRelativeResize="0"/>
          <p:nvPr/>
        </p:nvPicPr>
        <p:blipFill>
          <a:blip r:embed="rId4">
            <a:alphaModFix/>
          </a:blip>
          <a:stretch>
            <a:fillRect/>
          </a:stretch>
        </p:blipFill>
        <p:spPr>
          <a:xfrm>
            <a:off x="4876725" y="2823050"/>
            <a:ext cx="4200525" cy="1819275"/>
          </a:xfrm>
          <a:prstGeom prst="rect">
            <a:avLst/>
          </a:prstGeom>
          <a:noFill/>
          <a:ln>
            <a:noFill/>
          </a:ln>
        </p:spPr>
      </p:pic>
      <p:sp>
        <p:nvSpPr>
          <p:cNvPr id="483" name="Google Shape;483;p64"/>
          <p:cNvSpPr txBox="1"/>
          <p:nvPr/>
        </p:nvSpPr>
        <p:spPr>
          <a:xfrm>
            <a:off x="124750" y="918100"/>
            <a:ext cx="2651100" cy="461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800">
                <a:solidFill>
                  <a:schemeClr val="dk1"/>
                </a:solidFill>
                <a:latin typeface="Roboto Condensed Light"/>
                <a:ea typeface="Roboto Condensed Light"/>
                <a:cs typeface="Roboto Condensed Light"/>
                <a:sym typeface="Roboto Condensed Light"/>
              </a:rPr>
              <a:t>Linear Regression Function</a:t>
            </a:r>
            <a:endParaRPr sz="1800">
              <a:solidFill>
                <a:schemeClr val="dk1"/>
              </a:solidFill>
              <a:latin typeface="Roboto Condensed Light"/>
              <a:ea typeface="Roboto Condensed Light"/>
              <a:cs typeface="Roboto Condensed Light"/>
              <a:sym typeface="Roboto Condensed Light"/>
            </a:endParaRPr>
          </a:p>
        </p:txBody>
      </p:sp>
      <p:sp>
        <p:nvSpPr>
          <p:cNvPr id="484" name="Google Shape;484;p64"/>
          <p:cNvSpPr txBox="1"/>
          <p:nvPr/>
        </p:nvSpPr>
        <p:spPr>
          <a:xfrm>
            <a:off x="4815075" y="2119000"/>
            <a:ext cx="42825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500">
                <a:solidFill>
                  <a:schemeClr val="dk1"/>
                </a:solidFill>
                <a:latin typeface="Roboto Condensed Light"/>
                <a:ea typeface="Roboto Condensed Light"/>
                <a:cs typeface="Roboto Condensed Light"/>
                <a:sym typeface="Roboto Condensed Light"/>
              </a:rPr>
              <a:t>Logistic Regression Function</a:t>
            </a:r>
            <a:endParaRPr sz="2500">
              <a:solidFill>
                <a:schemeClr val="dk1"/>
              </a:solidFill>
              <a:latin typeface="Roboto Condensed Light"/>
              <a:ea typeface="Roboto Condensed Light"/>
              <a:cs typeface="Roboto Condensed Light"/>
              <a:sym typeface="Roboto Condensed Light"/>
            </a:endParaRPr>
          </a:p>
        </p:txBody>
      </p:sp>
      <p:sp>
        <p:nvSpPr>
          <p:cNvPr id="485" name="Google Shape;485;p64"/>
          <p:cNvSpPr txBox="1"/>
          <p:nvPr/>
        </p:nvSpPr>
        <p:spPr>
          <a:xfrm>
            <a:off x="833306" y="3603125"/>
            <a:ext cx="18291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solidFill>
                  <a:schemeClr val="dk1"/>
                </a:solidFill>
                <a:latin typeface="Roboto Condensed Light"/>
                <a:ea typeface="Roboto Condensed Light"/>
                <a:cs typeface="Roboto Condensed Light"/>
                <a:sym typeface="Roboto Condensed Light"/>
              </a:rPr>
              <a:t>Unknown Coefficients</a:t>
            </a:r>
            <a:endParaRPr>
              <a:solidFill>
                <a:schemeClr val="dk1"/>
              </a:solidFill>
              <a:latin typeface="Roboto Condensed Light"/>
              <a:ea typeface="Roboto Condensed Light"/>
              <a:cs typeface="Roboto Condensed Light"/>
              <a:sym typeface="Roboto Condensed Light"/>
            </a:endParaRPr>
          </a:p>
        </p:txBody>
      </p:sp>
      <p:cxnSp>
        <p:nvCxnSpPr>
          <p:cNvPr id="486" name="Google Shape;486;p64"/>
          <p:cNvCxnSpPr/>
          <p:nvPr/>
        </p:nvCxnSpPr>
        <p:spPr>
          <a:xfrm rot="10800000">
            <a:off x="1212325" y="2175575"/>
            <a:ext cx="147300" cy="1404900"/>
          </a:xfrm>
          <a:prstGeom prst="straightConnector1">
            <a:avLst/>
          </a:prstGeom>
          <a:noFill/>
          <a:ln w="9525" cap="flat" cmpd="sng">
            <a:solidFill>
              <a:schemeClr val="dk2"/>
            </a:solidFill>
            <a:prstDash val="solid"/>
            <a:round/>
            <a:headEnd type="none" w="med" len="med"/>
            <a:tailEnd type="triangle" w="med" len="med"/>
          </a:ln>
        </p:spPr>
      </p:cxnSp>
      <p:cxnSp>
        <p:nvCxnSpPr>
          <p:cNvPr id="487" name="Google Shape;487;p64"/>
          <p:cNvCxnSpPr/>
          <p:nvPr/>
        </p:nvCxnSpPr>
        <p:spPr>
          <a:xfrm rot="10800000" flipH="1">
            <a:off x="2028050" y="2073600"/>
            <a:ext cx="102000" cy="1404900"/>
          </a:xfrm>
          <a:prstGeom prst="straightConnector1">
            <a:avLst/>
          </a:prstGeom>
          <a:noFill/>
          <a:ln w="9525" cap="flat" cmpd="sng">
            <a:solidFill>
              <a:schemeClr val="dk2"/>
            </a:solidFill>
            <a:prstDash val="solid"/>
            <a:round/>
            <a:headEnd type="none" w="med" len="med"/>
            <a:tailEnd type="triangle" w="med" len="med"/>
          </a:ln>
        </p:spPr>
      </p:cxnSp>
      <p:pic>
        <p:nvPicPr>
          <p:cNvPr id="488" name="Google Shape;488;p64"/>
          <p:cNvPicPr preferRelativeResize="0"/>
          <p:nvPr/>
        </p:nvPicPr>
        <p:blipFill rotWithShape="1">
          <a:blip r:embed="rId5">
            <a:alphaModFix/>
          </a:blip>
          <a:srcRect t="18916"/>
          <a:stretch/>
        </p:blipFill>
        <p:spPr>
          <a:xfrm>
            <a:off x="962850" y="1492988"/>
            <a:ext cx="7942150" cy="569400"/>
          </a:xfrm>
          <a:prstGeom prst="rect">
            <a:avLst/>
          </a:prstGeom>
          <a:noFill/>
          <a:ln>
            <a:noFill/>
          </a:ln>
        </p:spPr>
      </p:pic>
      <p:cxnSp>
        <p:nvCxnSpPr>
          <p:cNvPr id="489" name="Google Shape;489;p64"/>
          <p:cNvCxnSpPr/>
          <p:nvPr/>
        </p:nvCxnSpPr>
        <p:spPr>
          <a:xfrm rot="10800000" flipH="1">
            <a:off x="2277300" y="2016950"/>
            <a:ext cx="328500" cy="1552200"/>
          </a:xfrm>
          <a:prstGeom prst="straightConnector1">
            <a:avLst/>
          </a:prstGeom>
          <a:noFill/>
          <a:ln w="9525" cap="flat" cmpd="sng">
            <a:solidFill>
              <a:schemeClr val="dk2"/>
            </a:solidFill>
            <a:prstDash val="solid"/>
            <a:round/>
            <a:headEnd type="none" w="med" len="med"/>
            <a:tailEnd type="triangle" w="med" len="med"/>
          </a:ln>
        </p:spPr>
      </p:cxnSp>
      <p:cxnSp>
        <p:nvCxnSpPr>
          <p:cNvPr id="490" name="Google Shape;490;p64"/>
          <p:cNvCxnSpPr/>
          <p:nvPr/>
        </p:nvCxnSpPr>
        <p:spPr>
          <a:xfrm rot="10800000" flipH="1">
            <a:off x="2401925" y="1971800"/>
            <a:ext cx="2186700" cy="1620000"/>
          </a:xfrm>
          <a:prstGeom prst="straightConnector1">
            <a:avLst/>
          </a:prstGeom>
          <a:noFill/>
          <a:ln w="9525" cap="flat" cmpd="sng">
            <a:solidFill>
              <a:schemeClr val="dk2"/>
            </a:solidFill>
            <a:prstDash val="solid"/>
            <a:round/>
            <a:headEnd type="none" w="med" len="med"/>
            <a:tailEnd type="triangle" w="med" len="med"/>
          </a:ln>
        </p:spPr>
      </p:cxnSp>
      <p:cxnSp>
        <p:nvCxnSpPr>
          <p:cNvPr id="491" name="Google Shape;491;p64"/>
          <p:cNvCxnSpPr/>
          <p:nvPr/>
        </p:nvCxnSpPr>
        <p:spPr>
          <a:xfrm rot="10800000" flipH="1">
            <a:off x="2537875" y="1881175"/>
            <a:ext cx="4305000" cy="1812600"/>
          </a:xfrm>
          <a:prstGeom prst="straightConnector1">
            <a:avLst/>
          </a:prstGeom>
          <a:noFill/>
          <a:ln w="9525" cap="flat" cmpd="sng">
            <a:solidFill>
              <a:schemeClr val="dk2"/>
            </a:solidFill>
            <a:prstDash val="solid"/>
            <a:round/>
            <a:headEnd type="none" w="med" len="med"/>
            <a:tailEnd type="triangle" w="med" len="med"/>
          </a:ln>
        </p:spPr>
      </p:cxnSp>
      <p:cxnSp>
        <p:nvCxnSpPr>
          <p:cNvPr id="492" name="Google Shape;492;p64"/>
          <p:cNvCxnSpPr>
            <a:stCxn id="493" idx="1"/>
          </p:cNvCxnSpPr>
          <p:nvPr/>
        </p:nvCxnSpPr>
        <p:spPr>
          <a:xfrm rot="10800000" flipH="1">
            <a:off x="2738085" y="1869649"/>
            <a:ext cx="5487000" cy="1981500"/>
          </a:xfrm>
          <a:prstGeom prst="straightConnector1">
            <a:avLst/>
          </a:prstGeom>
          <a:noFill/>
          <a:ln w="9525" cap="flat" cmpd="sng">
            <a:solidFill>
              <a:schemeClr val="dk2"/>
            </a:solidFill>
            <a:prstDash val="solid"/>
            <a:round/>
            <a:headEnd type="none" w="med" len="med"/>
            <a:tailEnd type="triangle" w="med" len="med"/>
          </a:ln>
        </p:spPr>
      </p:cxnSp>
      <p:cxnSp>
        <p:nvCxnSpPr>
          <p:cNvPr id="494" name="Google Shape;494;p64"/>
          <p:cNvCxnSpPr/>
          <p:nvPr/>
        </p:nvCxnSpPr>
        <p:spPr>
          <a:xfrm rot="10800000">
            <a:off x="1642856" y="2039825"/>
            <a:ext cx="105000" cy="1563300"/>
          </a:xfrm>
          <a:prstGeom prst="straightConnector1">
            <a:avLst/>
          </a:prstGeom>
          <a:noFill/>
          <a:ln w="9525" cap="flat" cmpd="sng">
            <a:solidFill>
              <a:schemeClr val="dk2"/>
            </a:solidFill>
            <a:prstDash val="solid"/>
            <a:round/>
            <a:headEnd type="none" w="med" len="med"/>
            <a:tailEnd type="triangle" w="med" len="med"/>
          </a:ln>
        </p:spPr>
      </p:cxnSp>
      <p:pic>
        <p:nvPicPr>
          <p:cNvPr id="493" name="Google Shape;493;p64"/>
          <p:cNvPicPr preferRelativeResize="0"/>
          <p:nvPr/>
        </p:nvPicPr>
        <p:blipFill>
          <a:blip r:embed="rId6">
            <a:alphaModFix/>
          </a:blip>
          <a:stretch>
            <a:fillRect/>
          </a:stretch>
        </p:blipFill>
        <p:spPr>
          <a:xfrm rot="-2213039">
            <a:off x="2311444" y="1558678"/>
            <a:ext cx="4263262" cy="2026147"/>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85"/>
                                        </p:tgtEl>
                                        <p:attrNameLst>
                                          <p:attrName>style.visibility</p:attrName>
                                        </p:attrNameLst>
                                      </p:cBhvr>
                                      <p:to>
                                        <p:strVal val="visible"/>
                                      </p:to>
                                    </p:set>
                                    <p:animEffect transition="in" filter="fade">
                                      <p:cBhvr>
                                        <p:cTn id="7" dur="1000"/>
                                        <p:tgtEl>
                                          <p:spTgt spid="485"/>
                                        </p:tgtEl>
                                      </p:cBhvr>
                                    </p:animEffect>
                                  </p:childTnLst>
                                </p:cTn>
                              </p:par>
                              <p:par>
                                <p:cTn id="8" presetID="10" presetClass="entr" presetSubtype="0" fill="hold" nodeType="withEffect">
                                  <p:stCondLst>
                                    <p:cond delay="0"/>
                                  </p:stCondLst>
                                  <p:childTnLst>
                                    <p:set>
                                      <p:cBhvr>
                                        <p:cTn id="9" dur="1" fill="hold">
                                          <p:stCondLst>
                                            <p:cond delay="0"/>
                                          </p:stCondLst>
                                        </p:cTn>
                                        <p:tgtEl>
                                          <p:spTgt spid="486"/>
                                        </p:tgtEl>
                                        <p:attrNameLst>
                                          <p:attrName>style.visibility</p:attrName>
                                        </p:attrNameLst>
                                      </p:cBhvr>
                                      <p:to>
                                        <p:strVal val="visible"/>
                                      </p:to>
                                    </p:set>
                                    <p:animEffect transition="in" filter="fade">
                                      <p:cBhvr>
                                        <p:cTn id="10" dur="1000"/>
                                        <p:tgtEl>
                                          <p:spTgt spid="486"/>
                                        </p:tgtEl>
                                      </p:cBhvr>
                                    </p:animEffect>
                                  </p:childTnLst>
                                </p:cTn>
                              </p:par>
                              <p:par>
                                <p:cTn id="11" presetID="10" presetClass="entr" presetSubtype="0" fill="hold" nodeType="withEffect">
                                  <p:stCondLst>
                                    <p:cond delay="0"/>
                                  </p:stCondLst>
                                  <p:childTnLst>
                                    <p:set>
                                      <p:cBhvr>
                                        <p:cTn id="12" dur="1" fill="hold">
                                          <p:stCondLst>
                                            <p:cond delay="0"/>
                                          </p:stCondLst>
                                        </p:cTn>
                                        <p:tgtEl>
                                          <p:spTgt spid="487"/>
                                        </p:tgtEl>
                                        <p:attrNameLst>
                                          <p:attrName>style.visibility</p:attrName>
                                        </p:attrNameLst>
                                      </p:cBhvr>
                                      <p:to>
                                        <p:strVal val="visible"/>
                                      </p:to>
                                    </p:set>
                                    <p:animEffect transition="in" filter="fade">
                                      <p:cBhvr>
                                        <p:cTn id="13" dur="1000"/>
                                        <p:tgtEl>
                                          <p:spTgt spid="487"/>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488"/>
                                        </p:tgtEl>
                                        <p:attrNameLst>
                                          <p:attrName>style.visibility</p:attrName>
                                        </p:attrNameLst>
                                      </p:cBhvr>
                                      <p:to>
                                        <p:strVal val="visible"/>
                                      </p:to>
                                    </p:set>
                                    <p:animEffect transition="in" filter="fade">
                                      <p:cBhvr>
                                        <p:cTn id="18" dur="1000"/>
                                        <p:tgtEl>
                                          <p:spTgt spid="488"/>
                                        </p:tgtEl>
                                      </p:cBhvr>
                                    </p:animEffect>
                                  </p:childTnLst>
                                </p:cTn>
                              </p:par>
                              <p:par>
                                <p:cTn id="19" presetID="10" presetClass="exit" presetSubtype="0" fill="hold" nodeType="withEffect">
                                  <p:stCondLst>
                                    <p:cond delay="0"/>
                                  </p:stCondLst>
                                  <p:childTnLst>
                                    <p:animEffect transition="out" filter="fade">
                                      <p:cBhvr>
                                        <p:cTn id="20" dur="1000"/>
                                        <p:tgtEl>
                                          <p:spTgt spid="487"/>
                                        </p:tgtEl>
                                      </p:cBhvr>
                                    </p:animEffect>
                                    <p:set>
                                      <p:cBhvr>
                                        <p:cTn id="21" dur="1" fill="hold">
                                          <p:stCondLst>
                                            <p:cond delay="1000"/>
                                          </p:stCondLst>
                                        </p:cTn>
                                        <p:tgtEl>
                                          <p:spTgt spid="487"/>
                                        </p:tgtEl>
                                        <p:attrNameLst>
                                          <p:attrName>style.visibility</p:attrName>
                                        </p:attrNameLst>
                                      </p:cBhvr>
                                      <p:to>
                                        <p:strVal val="hidden"/>
                                      </p:to>
                                    </p:set>
                                  </p:childTnLst>
                                </p:cTn>
                              </p:par>
                            </p:childTnLst>
                          </p:cTn>
                        </p:par>
                        <p:par>
                          <p:cTn id="22" fill="hold">
                            <p:stCondLst>
                              <p:cond delay="1000"/>
                            </p:stCondLst>
                            <p:childTnLst>
                              <p:par>
                                <p:cTn id="23" presetID="10" presetClass="entr" presetSubtype="0" fill="hold" nodeType="afterEffect">
                                  <p:stCondLst>
                                    <p:cond delay="0"/>
                                  </p:stCondLst>
                                  <p:childTnLst>
                                    <p:set>
                                      <p:cBhvr>
                                        <p:cTn id="24" dur="1" fill="hold">
                                          <p:stCondLst>
                                            <p:cond delay="0"/>
                                          </p:stCondLst>
                                        </p:cTn>
                                        <p:tgtEl>
                                          <p:spTgt spid="489"/>
                                        </p:tgtEl>
                                        <p:attrNameLst>
                                          <p:attrName>style.visibility</p:attrName>
                                        </p:attrNameLst>
                                      </p:cBhvr>
                                      <p:to>
                                        <p:strVal val="visible"/>
                                      </p:to>
                                    </p:set>
                                    <p:animEffect transition="in" filter="fade">
                                      <p:cBhvr>
                                        <p:cTn id="25" dur="1000"/>
                                        <p:tgtEl>
                                          <p:spTgt spid="489"/>
                                        </p:tgtEl>
                                      </p:cBhvr>
                                    </p:animEffect>
                                  </p:childTnLst>
                                </p:cTn>
                              </p:par>
                              <p:par>
                                <p:cTn id="26" presetID="10" presetClass="entr" presetSubtype="0" fill="hold" nodeType="withEffect">
                                  <p:stCondLst>
                                    <p:cond delay="0"/>
                                  </p:stCondLst>
                                  <p:childTnLst>
                                    <p:set>
                                      <p:cBhvr>
                                        <p:cTn id="27" dur="1" fill="hold">
                                          <p:stCondLst>
                                            <p:cond delay="0"/>
                                          </p:stCondLst>
                                        </p:cTn>
                                        <p:tgtEl>
                                          <p:spTgt spid="490"/>
                                        </p:tgtEl>
                                        <p:attrNameLst>
                                          <p:attrName>style.visibility</p:attrName>
                                        </p:attrNameLst>
                                      </p:cBhvr>
                                      <p:to>
                                        <p:strVal val="visible"/>
                                      </p:to>
                                    </p:set>
                                    <p:animEffect transition="in" filter="fade">
                                      <p:cBhvr>
                                        <p:cTn id="28" dur="1000"/>
                                        <p:tgtEl>
                                          <p:spTgt spid="490"/>
                                        </p:tgtEl>
                                      </p:cBhvr>
                                    </p:animEffect>
                                  </p:childTnLst>
                                </p:cTn>
                              </p:par>
                              <p:par>
                                <p:cTn id="29" presetID="10" presetClass="entr" presetSubtype="0" fill="hold" nodeType="withEffect">
                                  <p:stCondLst>
                                    <p:cond delay="0"/>
                                  </p:stCondLst>
                                  <p:childTnLst>
                                    <p:set>
                                      <p:cBhvr>
                                        <p:cTn id="30" dur="1" fill="hold">
                                          <p:stCondLst>
                                            <p:cond delay="0"/>
                                          </p:stCondLst>
                                        </p:cTn>
                                        <p:tgtEl>
                                          <p:spTgt spid="491"/>
                                        </p:tgtEl>
                                        <p:attrNameLst>
                                          <p:attrName>style.visibility</p:attrName>
                                        </p:attrNameLst>
                                      </p:cBhvr>
                                      <p:to>
                                        <p:strVal val="visible"/>
                                      </p:to>
                                    </p:set>
                                    <p:animEffect transition="in" filter="fade">
                                      <p:cBhvr>
                                        <p:cTn id="31" dur="1000"/>
                                        <p:tgtEl>
                                          <p:spTgt spid="491"/>
                                        </p:tgtEl>
                                      </p:cBhvr>
                                    </p:animEffect>
                                  </p:childTnLst>
                                </p:cTn>
                              </p:par>
                              <p:par>
                                <p:cTn id="32" presetID="10" presetClass="entr" presetSubtype="0" fill="hold" nodeType="withEffect">
                                  <p:stCondLst>
                                    <p:cond delay="0"/>
                                  </p:stCondLst>
                                  <p:childTnLst>
                                    <p:set>
                                      <p:cBhvr>
                                        <p:cTn id="33" dur="1" fill="hold">
                                          <p:stCondLst>
                                            <p:cond delay="0"/>
                                          </p:stCondLst>
                                        </p:cTn>
                                        <p:tgtEl>
                                          <p:spTgt spid="494"/>
                                        </p:tgtEl>
                                        <p:attrNameLst>
                                          <p:attrName>style.visibility</p:attrName>
                                        </p:attrNameLst>
                                      </p:cBhvr>
                                      <p:to>
                                        <p:strVal val="visible"/>
                                      </p:to>
                                    </p:set>
                                    <p:animEffect transition="in" filter="fade">
                                      <p:cBhvr>
                                        <p:cTn id="34" dur="1000"/>
                                        <p:tgtEl>
                                          <p:spTgt spid="494"/>
                                        </p:tgtEl>
                                      </p:cBhvr>
                                    </p:animEffect>
                                  </p:childTnLst>
                                </p:cTn>
                              </p:par>
                              <p:par>
                                <p:cTn id="35" presetID="10" presetClass="entr" presetSubtype="0" fill="hold" nodeType="withEffect">
                                  <p:stCondLst>
                                    <p:cond delay="0"/>
                                  </p:stCondLst>
                                  <p:childTnLst>
                                    <p:set>
                                      <p:cBhvr>
                                        <p:cTn id="36" dur="1" fill="hold">
                                          <p:stCondLst>
                                            <p:cond delay="0"/>
                                          </p:stCondLst>
                                        </p:cTn>
                                        <p:tgtEl>
                                          <p:spTgt spid="492"/>
                                        </p:tgtEl>
                                        <p:attrNameLst>
                                          <p:attrName>style.visibility</p:attrName>
                                        </p:attrNameLst>
                                      </p:cBhvr>
                                      <p:to>
                                        <p:strVal val="visible"/>
                                      </p:to>
                                    </p:set>
                                    <p:animEffect transition="in" filter="fade">
                                      <p:cBhvr>
                                        <p:cTn id="37" dur="100"/>
                                        <p:tgtEl>
                                          <p:spTgt spid="492"/>
                                        </p:tgtEl>
                                      </p:cBhvr>
                                    </p:animEffect>
                                  </p:childTnLst>
                                </p:cTn>
                              </p:par>
                            </p:childTnLst>
                          </p:cTn>
                        </p:par>
                      </p:childTnLst>
                    </p:cTn>
                  </p:par>
                  <p:par>
                    <p:cTn id="38" fill="hold">
                      <p:stCondLst>
                        <p:cond delay="indefinite"/>
                      </p:stCondLst>
                      <p:childTnLst>
                        <p:par>
                          <p:cTn id="39" fill="hold">
                            <p:stCondLst>
                              <p:cond delay="0"/>
                            </p:stCondLst>
                            <p:childTnLst>
                              <p:par>
                                <p:cTn id="40" presetID="2" presetClass="entr" presetSubtype="4" fill="hold" nodeType="clickEffect">
                                  <p:stCondLst>
                                    <p:cond delay="0"/>
                                  </p:stCondLst>
                                  <p:childTnLst>
                                    <p:set>
                                      <p:cBhvr>
                                        <p:cTn id="41" dur="1" fill="hold">
                                          <p:stCondLst>
                                            <p:cond delay="0"/>
                                          </p:stCondLst>
                                        </p:cTn>
                                        <p:tgtEl>
                                          <p:spTgt spid="493"/>
                                        </p:tgtEl>
                                        <p:attrNameLst>
                                          <p:attrName>style.visibility</p:attrName>
                                        </p:attrNameLst>
                                      </p:cBhvr>
                                      <p:to>
                                        <p:strVal val="visible"/>
                                      </p:to>
                                    </p:set>
                                    <p:anim calcmode="lin" valueType="num">
                                      <p:cBhvr additive="base">
                                        <p:cTn id="42" dur="2000"/>
                                        <p:tgtEl>
                                          <p:spTgt spid="493"/>
                                        </p:tgtEl>
                                        <p:attrNameLst>
                                          <p:attrName>ppt_y</p:attrName>
                                        </p:attrNameLst>
                                      </p:cBhvr>
                                      <p:tavLst>
                                        <p:tav tm="0">
                                          <p:val>
                                            <p:strVal val="#ppt_y+1"/>
                                          </p:val>
                                        </p:tav>
                                        <p:tav tm="100000">
                                          <p:val>
                                            <p:strVal val="#ppt_y"/>
                                          </p:val>
                                        </p:tav>
                                      </p:tavLst>
                                    </p:anim>
                                  </p:childTnLst>
                                </p:cTn>
                              </p:par>
                            </p:childTnLst>
                          </p:cTn>
                        </p:par>
                        <p:par>
                          <p:cTn id="43" fill="hold">
                            <p:stCondLst>
                              <p:cond delay="2000"/>
                            </p:stCondLst>
                            <p:childTnLst>
                              <p:par>
                                <p:cTn id="44" presetID="2" presetClass="exit" presetSubtype="1" fill="hold" nodeType="afterEffect">
                                  <p:stCondLst>
                                    <p:cond delay="0"/>
                                  </p:stCondLst>
                                  <p:childTnLst>
                                    <p:anim calcmode="lin" valueType="num">
                                      <p:cBhvr additive="base">
                                        <p:cTn id="45" dur="5000"/>
                                        <p:tgtEl>
                                          <p:spTgt spid="493"/>
                                        </p:tgtEl>
                                        <p:attrNameLst>
                                          <p:attrName>ppt_y</p:attrName>
                                        </p:attrNameLst>
                                      </p:cBhvr>
                                      <p:tavLst>
                                        <p:tav tm="0">
                                          <p:val>
                                            <p:strVal val="#ppt_y"/>
                                          </p:val>
                                        </p:tav>
                                        <p:tav tm="100000">
                                          <p:val>
                                            <p:strVal val="#ppt_y-1"/>
                                          </p:val>
                                        </p:tav>
                                      </p:tavLst>
                                    </p:anim>
                                    <p:set>
                                      <p:cBhvr>
                                        <p:cTn id="46" dur="1" fill="hold">
                                          <p:stCondLst>
                                            <p:cond delay="5000"/>
                                          </p:stCondLst>
                                        </p:cTn>
                                        <p:tgtEl>
                                          <p:spTgt spid="49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498"/>
        <p:cNvGrpSpPr/>
        <p:nvPr/>
      </p:nvGrpSpPr>
      <p:grpSpPr>
        <a:xfrm>
          <a:off x="0" y="0"/>
          <a:ext cx="0" cy="0"/>
          <a:chOff x="0" y="0"/>
          <a:chExt cx="0" cy="0"/>
        </a:xfrm>
      </p:grpSpPr>
      <p:sp>
        <p:nvSpPr>
          <p:cNvPr id="499" name="Google Shape;499;p65"/>
          <p:cNvSpPr txBox="1">
            <a:spLocks noGrp="1"/>
          </p:cNvSpPr>
          <p:nvPr>
            <p:ph type="ctrTitle"/>
          </p:nvPr>
        </p:nvSpPr>
        <p:spPr>
          <a:xfrm flipH="1">
            <a:off x="1698072" y="2178475"/>
            <a:ext cx="5195700" cy="19212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a:t>Metrics</a:t>
            </a:r>
            <a:endParaRPr/>
          </a:p>
        </p:txBody>
      </p:sp>
      <p:sp>
        <p:nvSpPr>
          <p:cNvPr id="500" name="Google Shape;500;p65"/>
          <p:cNvSpPr txBox="1">
            <a:spLocks noGrp="1"/>
          </p:cNvSpPr>
          <p:nvPr>
            <p:ph type="title" idx="2"/>
          </p:nvPr>
        </p:nvSpPr>
        <p:spPr>
          <a:xfrm flipH="1">
            <a:off x="3914472" y="1866650"/>
            <a:ext cx="2979300" cy="7545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a:t>03</a:t>
            </a:r>
            <a:endParaRPr/>
          </a:p>
        </p:txBody>
      </p:sp>
      <p:cxnSp>
        <p:nvCxnSpPr>
          <p:cNvPr id="501" name="Google Shape;501;p65"/>
          <p:cNvCxnSpPr/>
          <p:nvPr/>
        </p:nvCxnSpPr>
        <p:spPr>
          <a:xfrm>
            <a:off x="7015900" y="-35700"/>
            <a:ext cx="0" cy="2382600"/>
          </a:xfrm>
          <a:prstGeom prst="straightConnector1">
            <a:avLst/>
          </a:prstGeom>
          <a:noFill/>
          <a:ln w="9525" cap="flat" cmpd="sng">
            <a:solidFill>
              <a:schemeClr val="dk1"/>
            </a:solidFill>
            <a:prstDash val="solid"/>
            <a:round/>
            <a:headEnd type="none" w="med" len="med"/>
            <a:tailEnd type="none" w="med" len="med"/>
          </a:ln>
        </p:spPr>
      </p:cxn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Shape 505"/>
        <p:cNvGrpSpPr/>
        <p:nvPr/>
      </p:nvGrpSpPr>
      <p:grpSpPr>
        <a:xfrm>
          <a:off x="0" y="0"/>
          <a:ext cx="0" cy="0"/>
          <a:chOff x="0" y="0"/>
          <a:chExt cx="0" cy="0"/>
        </a:xfrm>
      </p:grpSpPr>
      <p:sp>
        <p:nvSpPr>
          <p:cNvPr id="506" name="Google Shape;506;p66"/>
          <p:cNvSpPr txBox="1">
            <a:spLocks noGrp="1"/>
          </p:cNvSpPr>
          <p:nvPr>
            <p:ph type="ctrTitle"/>
          </p:nvPr>
        </p:nvSpPr>
        <p:spPr>
          <a:xfrm>
            <a:off x="1964850" y="352850"/>
            <a:ext cx="5214300" cy="553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Metrics</a:t>
            </a:r>
            <a:endParaRPr/>
          </a:p>
        </p:txBody>
      </p:sp>
      <p:sp>
        <p:nvSpPr>
          <p:cNvPr id="507" name="Google Shape;507;p66"/>
          <p:cNvSpPr txBox="1">
            <a:spLocks noGrp="1"/>
          </p:cNvSpPr>
          <p:nvPr>
            <p:ph type="ctrTitle" idx="2"/>
          </p:nvPr>
        </p:nvSpPr>
        <p:spPr>
          <a:xfrm>
            <a:off x="380760" y="3557042"/>
            <a:ext cx="1793100" cy="427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Accuracy</a:t>
            </a:r>
            <a:endParaRPr/>
          </a:p>
        </p:txBody>
      </p:sp>
      <p:sp>
        <p:nvSpPr>
          <p:cNvPr id="508" name="Google Shape;508;p66"/>
          <p:cNvSpPr txBox="1">
            <a:spLocks noGrp="1"/>
          </p:cNvSpPr>
          <p:nvPr>
            <p:ph type="subTitle" idx="1"/>
          </p:nvPr>
        </p:nvSpPr>
        <p:spPr>
          <a:xfrm>
            <a:off x="380760" y="3851292"/>
            <a:ext cx="1708200" cy="1003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Number of correct classifications over total number of classifications made. The higher the accuracy, the better.</a:t>
            </a:r>
            <a:endParaRPr/>
          </a:p>
        </p:txBody>
      </p:sp>
      <p:sp>
        <p:nvSpPr>
          <p:cNvPr id="509" name="Google Shape;509;p66"/>
          <p:cNvSpPr txBox="1">
            <a:spLocks noGrp="1"/>
          </p:cNvSpPr>
          <p:nvPr>
            <p:ph type="ctrTitle" idx="5"/>
          </p:nvPr>
        </p:nvSpPr>
        <p:spPr>
          <a:xfrm>
            <a:off x="7096350" y="3557050"/>
            <a:ext cx="1725300" cy="427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Error rate</a:t>
            </a:r>
            <a:endParaRPr/>
          </a:p>
        </p:txBody>
      </p:sp>
      <p:sp>
        <p:nvSpPr>
          <p:cNvPr id="510" name="Google Shape;510;p66"/>
          <p:cNvSpPr txBox="1">
            <a:spLocks noGrp="1"/>
          </p:cNvSpPr>
          <p:nvPr>
            <p:ph type="subTitle" idx="6"/>
          </p:nvPr>
        </p:nvSpPr>
        <p:spPr>
          <a:xfrm>
            <a:off x="7096352" y="3851300"/>
            <a:ext cx="1725300" cy="1003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Number of false classifications over total number of classifications made. The lower the error rate the better. (A.K.A. misclassification rate.)</a:t>
            </a:r>
            <a:endParaRPr/>
          </a:p>
        </p:txBody>
      </p:sp>
      <p:sp>
        <p:nvSpPr>
          <p:cNvPr id="511" name="Google Shape;511;p66"/>
          <p:cNvSpPr txBox="1"/>
          <p:nvPr/>
        </p:nvSpPr>
        <p:spPr>
          <a:xfrm>
            <a:off x="1960075" y="895425"/>
            <a:ext cx="5222700" cy="4002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a:solidFill>
                  <a:schemeClr val="dk1"/>
                </a:solidFill>
                <a:latin typeface="Roboto Condensed Light"/>
                <a:ea typeface="Roboto Condensed Light"/>
                <a:cs typeface="Roboto Condensed Light"/>
                <a:sym typeface="Roboto Condensed Light"/>
              </a:rPr>
              <a:t>Measuring How Good/Bad Your Model Is</a:t>
            </a:r>
            <a:endParaRPr>
              <a:solidFill>
                <a:schemeClr val="dk1"/>
              </a:solidFill>
              <a:latin typeface="Roboto Condensed Light"/>
              <a:ea typeface="Roboto Condensed Light"/>
              <a:cs typeface="Roboto Condensed Light"/>
              <a:sym typeface="Roboto Condensed Light"/>
            </a:endParaRPr>
          </a:p>
        </p:txBody>
      </p:sp>
      <p:pic>
        <p:nvPicPr>
          <p:cNvPr id="512" name="Google Shape;512;p66"/>
          <p:cNvPicPr preferRelativeResize="0"/>
          <p:nvPr/>
        </p:nvPicPr>
        <p:blipFill>
          <a:blip r:embed="rId3">
            <a:alphaModFix/>
          </a:blip>
          <a:stretch>
            <a:fillRect/>
          </a:stretch>
        </p:blipFill>
        <p:spPr>
          <a:xfrm>
            <a:off x="3191013" y="2052350"/>
            <a:ext cx="2760819" cy="1956616"/>
          </a:xfrm>
          <a:prstGeom prst="rect">
            <a:avLst/>
          </a:prstGeom>
          <a:noFill/>
          <a:ln>
            <a:noFill/>
          </a:ln>
        </p:spPr>
      </p:pic>
      <p:sp>
        <p:nvSpPr>
          <p:cNvPr id="513" name="Google Shape;513;p66"/>
          <p:cNvSpPr txBox="1"/>
          <p:nvPr/>
        </p:nvSpPr>
        <p:spPr>
          <a:xfrm>
            <a:off x="3190925" y="1518550"/>
            <a:ext cx="2760900" cy="4002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b="1">
                <a:solidFill>
                  <a:schemeClr val="dk1"/>
                </a:solidFill>
                <a:latin typeface="Exo 2"/>
                <a:ea typeface="Exo 2"/>
                <a:cs typeface="Exo 2"/>
                <a:sym typeface="Exo 2"/>
              </a:rPr>
              <a:t>Confusion Matrix</a:t>
            </a:r>
            <a:endParaRPr b="1">
              <a:solidFill>
                <a:schemeClr val="dk1"/>
              </a:solidFill>
              <a:latin typeface="Exo 2"/>
              <a:ea typeface="Exo 2"/>
              <a:cs typeface="Exo 2"/>
              <a:sym typeface="Exo 2"/>
            </a:endParaRPr>
          </a:p>
        </p:txBody>
      </p:sp>
      <p:sp>
        <p:nvSpPr>
          <p:cNvPr id="514" name="Google Shape;514;p66"/>
          <p:cNvSpPr txBox="1">
            <a:spLocks noGrp="1"/>
          </p:cNvSpPr>
          <p:nvPr>
            <p:ph type="ctrTitle" idx="2"/>
          </p:nvPr>
        </p:nvSpPr>
        <p:spPr>
          <a:xfrm>
            <a:off x="380760" y="356642"/>
            <a:ext cx="1793100" cy="427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Precision</a:t>
            </a:r>
            <a:endParaRPr/>
          </a:p>
        </p:txBody>
      </p:sp>
      <p:sp>
        <p:nvSpPr>
          <p:cNvPr id="515" name="Google Shape;515;p66"/>
          <p:cNvSpPr txBox="1">
            <a:spLocks noGrp="1"/>
          </p:cNvSpPr>
          <p:nvPr>
            <p:ph type="subTitle" idx="1"/>
          </p:nvPr>
        </p:nvSpPr>
        <p:spPr>
          <a:xfrm>
            <a:off x="380760" y="650892"/>
            <a:ext cx="1708200" cy="1003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Number of correct positive predictions over total number of predicted positives. The higher the precision, the better.</a:t>
            </a:r>
            <a:endParaRPr/>
          </a:p>
        </p:txBody>
      </p:sp>
      <p:sp>
        <p:nvSpPr>
          <p:cNvPr id="516" name="Google Shape;516;p66"/>
          <p:cNvSpPr txBox="1">
            <a:spLocks noGrp="1"/>
          </p:cNvSpPr>
          <p:nvPr>
            <p:ph type="ctrTitle" idx="2"/>
          </p:nvPr>
        </p:nvSpPr>
        <p:spPr>
          <a:xfrm>
            <a:off x="7086360" y="356642"/>
            <a:ext cx="1793100" cy="427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Recall/Sensitivity (TPR)</a:t>
            </a:r>
            <a:endParaRPr/>
          </a:p>
        </p:txBody>
      </p:sp>
      <p:sp>
        <p:nvSpPr>
          <p:cNvPr id="517" name="Google Shape;517;p66"/>
          <p:cNvSpPr txBox="1">
            <a:spLocks noGrp="1"/>
          </p:cNvSpPr>
          <p:nvPr>
            <p:ph type="subTitle" idx="1"/>
          </p:nvPr>
        </p:nvSpPr>
        <p:spPr>
          <a:xfrm>
            <a:off x="7086360" y="650892"/>
            <a:ext cx="1708200" cy="1003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Number of correct positive predictions over total number of actual positives. The higher the recall, the better. (A.K.A true positive rate.)</a:t>
            </a:r>
            <a:endParaRPr/>
          </a:p>
        </p:txBody>
      </p:sp>
      <p:pic>
        <p:nvPicPr>
          <p:cNvPr id="518" name="Google Shape;518;p66"/>
          <p:cNvPicPr preferRelativeResize="0"/>
          <p:nvPr/>
        </p:nvPicPr>
        <p:blipFill>
          <a:blip r:embed="rId4">
            <a:alphaModFix/>
          </a:blip>
          <a:stretch>
            <a:fillRect/>
          </a:stretch>
        </p:blipFill>
        <p:spPr>
          <a:xfrm>
            <a:off x="408684" y="694775"/>
            <a:ext cx="1580091" cy="959325"/>
          </a:xfrm>
          <a:prstGeom prst="rect">
            <a:avLst/>
          </a:prstGeom>
          <a:noFill/>
          <a:ln>
            <a:noFill/>
          </a:ln>
        </p:spPr>
      </p:pic>
      <p:pic>
        <p:nvPicPr>
          <p:cNvPr id="519" name="Google Shape;519;p66"/>
          <p:cNvPicPr preferRelativeResize="0"/>
          <p:nvPr/>
        </p:nvPicPr>
        <p:blipFill>
          <a:blip r:embed="rId5">
            <a:alphaModFix/>
          </a:blip>
          <a:stretch>
            <a:fillRect/>
          </a:stretch>
        </p:blipFill>
        <p:spPr>
          <a:xfrm>
            <a:off x="7153976" y="770973"/>
            <a:ext cx="1708200" cy="1051808"/>
          </a:xfrm>
          <a:prstGeom prst="rect">
            <a:avLst/>
          </a:prstGeom>
          <a:noFill/>
          <a:ln>
            <a:noFill/>
          </a:ln>
        </p:spPr>
      </p:pic>
      <p:pic>
        <p:nvPicPr>
          <p:cNvPr id="520" name="Google Shape;520;p66"/>
          <p:cNvPicPr preferRelativeResize="0"/>
          <p:nvPr/>
        </p:nvPicPr>
        <p:blipFill>
          <a:blip r:embed="rId6">
            <a:alphaModFix/>
          </a:blip>
          <a:stretch>
            <a:fillRect/>
          </a:stretch>
        </p:blipFill>
        <p:spPr>
          <a:xfrm>
            <a:off x="408675" y="3908350"/>
            <a:ext cx="3330249" cy="959325"/>
          </a:xfrm>
          <a:prstGeom prst="rect">
            <a:avLst/>
          </a:prstGeom>
          <a:noFill/>
          <a:ln>
            <a:noFill/>
          </a:ln>
        </p:spPr>
      </p:pic>
      <p:pic>
        <p:nvPicPr>
          <p:cNvPr id="521" name="Google Shape;521;p66"/>
          <p:cNvPicPr preferRelativeResize="0"/>
          <p:nvPr/>
        </p:nvPicPr>
        <p:blipFill>
          <a:blip r:embed="rId6">
            <a:alphaModFix/>
          </a:blip>
          <a:stretch>
            <a:fillRect/>
          </a:stretch>
        </p:blipFill>
        <p:spPr>
          <a:xfrm>
            <a:off x="5396900" y="3886412"/>
            <a:ext cx="3482559" cy="1003200"/>
          </a:xfrm>
          <a:prstGeom prst="rect">
            <a:avLst/>
          </a:prstGeom>
          <a:noFill/>
          <a:ln>
            <a:noFill/>
          </a:ln>
        </p:spPr>
      </p:pic>
      <p:pic>
        <p:nvPicPr>
          <p:cNvPr id="522" name="Google Shape;522;p66"/>
          <p:cNvPicPr preferRelativeResize="0"/>
          <p:nvPr/>
        </p:nvPicPr>
        <p:blipFill>
          <a:blip r:embed="rId7">
            <a:alphaModFix/>
          </a:blip>
          <a:stretch>
            <a:fillRect/>
          </a:stretch>
        </p:blipFill>
        <p:spPr>
          <a:xfrm>
            <a:off x="6367325" y="3886397"/>
            <a:ext cx="579375" cy="427500"/>
          </a:xfrm>
          <a:prstGeom prst="rect">
            <a:avLst/>
          </a:prstGeom>
          <a:noFill/>
          <a:ln>
            <a:noFill/>
          </a:ln>
        </p:spPr>
      </p:pic>
      <p:pic>
        <p:nvPicPr>
          <p:cNvPr id="523" name="Google Shape;523;p66"/>
          <p:cNvPicPr preferRelativeResize="0"/>
          <p:nvPr/>
        </p:nvPicPr>
        <p:blipFill>
          <a:blip r:embed="rId8">
            <a:alphaModFix/>
          </a:blip>
          <a:stretch>
            <a:fillRect/>
          </a:stretch>
        </p:blipFill>
        <p:spPr>
          <a:xfrm>
            <a:off x="7278700" y="3899600"/>
            <a:ext cx="579375" cy="401110"/>
          </a:xfrm>
          <a:prstGeom prst="rect">
            <a:avLst/>
          </a:prstGeom>
          <a:noFill/>
          <a:ln>
            <a:noFill/>
          </a:ln>
        </p:spPr>
      </p:pic>
      <p:sp>
        <p:nvSpPr>
          <p:cNvPr id="524" name="Google Shape;524;p66"/>
          <p:cNvSpPr txBox="1">
            <a:spLocks noGrp="1"/>
          </p:cNvSpPr>
          <p:nvPr>
            <p:ph type="ctrTitle" idx="2"/>
          </p:nvPr>
        </p:nvSpPr>
        <p:spPr>
          <a:xfrm>
            <a:off x="380760" y="1880642"/>
            <a:ext cx="1793100" cy="427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Specificity (TNR)</a:t>
            </a:r>
            <a:endParaRPr/>
          </a:p>
        </p:txBody>
      </p:sp>
      <p:sp>
        <p:nvSpPr>
          <p:cNvPr id="525" name="Google Shape;525;p66"/>
          <p:cNvSpPr txBox="1">
            <a:spLocks noGrp="1"/>
          </p:cNvSpPr>
          <p:nvPr>
            <p:ph type="subTitle" idx="1"/>
          </p:nvPr>
        </p:nvSpPr>
        <p:spPr>
          <a:xfrm>
            <a:off x="380760" y="2174892"/>
            <a:ext cx="1708200" cy="1003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Number of correct negative predictions over total number of actual negatives. The higher the specificity, the better.</a:t>
            </a:r>
            <a:endParaRPr/>
          </a:p>
        </p:txBody>
      </p:sp>
      <p:sp>
        <p:nvSpPr>
          <p:cNvPr id="526" name="Google Shape;526;p66"/>
          <p:cNvSpPr txBox="1">
            <a:spLocks noGrp="1"/>
          </p:cNvSpPr>
          <p:nvPr>
            <p:ph type="ctrTitle" idx="2"/>
          </p:nvPr>
        </p:nvSpPr>
        <p:spPr>
          <a:xfrm>
            <a:off x="7086360" y="1880642"/>
            <a:ext cx="1793100" cy="427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FPR = 1 – TNR</a:t>
            </a:r>
            <a:endParaRPr/>
          </a:p>
        </p:txBody>
      </p:sp>
      <p:sp>
        <p:nvSpPr>
          <p:cNvPr id="527" name="Google Shape;527;p66"/>
          <p:cNvSpPr txBox="1">
            <a:spLocks noGrp="1"/>
          </p:cNvSpPr>
          <p:nvPr>
            <p:ph type="subTitle" idx="1"/>
          </p:nvPr>
        </p:nvSpPr>
        <p:spPr>
          <a:xfrm>
            <a:off x="7086360" y="2174892"/>
            <a:ext cx="1708200" cy="1003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Number of missed negative predictions over total number of actual negatives. The higher the precision, the better.</a:t>
            </a:r>
            <a:endParaRPr/>
          </a:p>
        </p:txBody>
      </p:sp>
      <p:pic>
        <p:nvPicPr>
          <p:cNvPr id="528" name="Google Shape;528;p66"/>
          <p:cNvPicPr preferRelativeResize="0"/>
          <p:nvPr/>
        </p:nvPicPr>
        <p:blipFill>
          <a:blip r:embed="rId4">
            <a:alphaModFix/>
          </a:blip>
          <a:stretch>
            <a:fillRect/>
          </a:stretch>
        </p:blipFill>
        <p:spPr>
          <a:xfrm>
            <a:off x="484884" y="2294975"/>
            <a:ext cx="1580091" cy="959325"/>
          </a:xfrm>
          <a:prstGeom prst="rect">
            <a:avLst/>
          </a:prstGeom>
          <a:noFill/>
          <a:ln>
            <a:noFill/>
          </a:ln>
        </p:spPr>
      </p:pic>
      <p:pic>
        <p:nvPicPr>
          <p:cNvPr id="529" name="Google Shape;529;p66"/>
          <p:cNvPicPr preferRelativeResize="0"/>
          <p:nvPr/>
        </p:nvPicPr>
        <p:blipFill>
          <a:blip r:embed="rId9">
            <a:alphaModFix/>
          </a:blip>
          <a:stretch>
            <a:fillRect/>
          </a:stretch>
        </p:blipFill>
        <p:spPr>
          <a:xfrm>
            <a:off x="1003129" y="2315051"/>
            <a:ext cx="579375" cy="397100"/>
          </a:xfrm>
          <a:prstGeom prst="rect">
            <a:avLst/>
          </a:prstGeom>
          <a:noFill/>
          <a:ln>
            <a:noFill/>
          </a:ln>
        </p:spPr>
      </p:pic>
      <p:pic>
        <p:nvPicPr>
          <p:cNvPr id="530" name="Google Shape;530;p66"/>
          <p:cNvPicPr preferRelativeResize="0"/>
          <p:nvPr/>
        </p:nvPicPr>
        <p:blipFill>
          <a:blip r:embed="rId9">
            <a:alphaModFix/>
          </a:blip>
          <a:stretch>
            <a:fillRect/>
          </a:stretch>
        </p:blipFill>
        <p:spPr>
          <a:xfrm>
            <a:off x="614725" y="2789775"/>
            <a:ext cx="579375" cy="397103"/>
          </a:xfrm>
          <a:prstGeom prst="rect">
            <a:avLst/>
          </a:prstGeom>
          <a:noFill/>
          <a:ln>
            <a:noFill/>
          </a:ln>
        </p:spPr>
      </p:pic>
      <p:pic>
        <p:nvPicPr>
          <p:cNvPr id="531" name="Google Shape;531;p66"/>
          <p:cNvPicPr preferRelativeResize="0"/>
          <p:nvPr/>
        </p:nvPicPr>
        <p:blipFill>
          <a:blip r:embed="rId10">
            <a:alphaModFix/>
          </a:blip>
          <a:stretch>
            <a:fillRect/>
          </a:stretch>
        </p:blipFill>
        <p:spPr>
          <a:xfrm>
            <a:off x="7124700" y="2262200"/>
            <a:ext cx="1725310" cy="959325"/>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18"/>
                                        </p:tgtEl>
                                        <p:attrNameLst>
                                          <p:attrName>style.visibility</p:attrName>
                                        </p:attrNameLst>
                                      </p:cBhvr>
                                      <p:to>
                                        <p:strVal val="visible"/>
                                      </p:to>
                                    </p:set>
                                    <p:animEffect transition="in" filter="fade">
                                      <p:cBhvr>
                                        <p:cTn id="7" dur="1000"/>
                                        <p:tgtEl>
                                          <p:spTgt spid="518"/>
                                        </p:tgtEl>
                                      </p:cBhvr>
                                    </p:animEffect>
                                  </p:childTnLst>
                                </p:cTn>
                              </p:par>
                              <p:par>
                                <p:cTn id="8" presetID="10" presetClass="entr" presetSubtype="0" fill="hold" nodeType="withEffect">
                                  <p:stCondLst>
                                    <p:cond delay="0"/>
                                  </p:stCondLst>
                                  <p:childTnLst>
                                    <p:set>
                                      <p:cBhvr>
                                        <p:cTn id="9" dur="1" fill="hold">
                                          <p:stCondLst>
                                            <p:cond delay="0"/>
                                          </p:stCondLst>
                                        </p:cTn>
                                        <p:tgtEl>
                                          <p:spTgt spid="520"/>
                                        </p:tgtEl>
                                        <p:attrNameLst>
                                          <p:attrName>style.visibility</p:attrName>
                                        </p:attrNameLst>
                                      </p:cBhvr>
                                      <p:to>
                                        <p:strVal val="visible"/>
                                      </p:to>
                                    </p:set>
                                    <p:animEffect transition="in" filter="fade">
                                      <p:cBhvr>
                                        <p:cTn id="10" dur="1000"/>
                                        <p:tgtEl>
                                          <p:spTgt spid="520"/>
                                        </p:tgtEl>
                                      </p:cBhvr>
                                    </p:animEffect>
                                  </p:childTnLst>
                                </p:cTn>
                              </p:par>
                              <p:par>
                                <p:cTn id="11" presetID="10" presetClass="entr" presetSubtype="0" fill="hold" nodeType="withEffect">
                                  <p:stCondLst>
                                    <p:cond delay="0"/>
                                  </p:stCondLst>
                                  <p:childTnLst>
                                    <p:set>
                                      <p:cBhvr>
                                        <p:cTn id="12" dur="1" fill="hold">
                                          <p:stCondLst>
                                            <p:cond delay="0"/>
                                          </p:stCondLst>
                                        </p:cTn>
                                        <p:tgtEl>
                                          <p:spTgt spid="521"/>
                                        </p:tgtEl>
                                        <p:attrNameLst>
                                          <p:attrName>style.visibility</p:attrName>
                                        </p:attrNameLst>
                                      </p:cBhvr>
                                      <p:to>
                                        <p:strVal val="visible"/>
                                      </p:to>
                                    </p:set>
                                    <p:animEffect transition="in" filter="fade">
                                      <p:cBhvr>
                                        <p:cTn id="13" dur="1000"/>
                                        <p:tgtEl>
                                          <p:spTgt spid="521"/>
                                        </p:tgtEl>
                                      </p:cBhvr>
                                    </p:animEffect>
                                  </p:childTnLst>
                                </p:cTn>
                              </p:par>
                              <p:par>
                                <p:cTn id="14" presetID="10" presetClass="entr" presetSubtype="0" fill="hold" nodeType="withEffect">
                                  <p:stCondLst>
                                    <p:cond delay="0"/>
                                  </p:stCondLst>
                                  <p:childTnLst>
                                    <p:set>
                                      <p:cBhvr>
                                        <p:cTn id="15" dur="1" fill="hold">
                                          <p:stCondLst>
                                            <p:cond delay="0"/>
                                          </p:stCondLst>
                                        </p:cTn>
                                        <p:tgtEl>
                                          <p:spTgt spid="522"/>
                                        </p:tgtEl>
                                        <p:attrNameLst>
                                          <p:attrName>style.visibility</p:attrName>
                                        </p:attrNameLst>
                                      </p:cBhvr>
                                      <p:to>
                                        <p:strVal val="visible"/>
                                      </p:to>
                                    </p:set>
                                    <p:animEffect transition="in" filter="fade">
                                      <p:cBhvr>
                                        <p:cTn id="16" dur="1000"/>
                                        <p:tgtEl>
                                          <p:spTgt spid="522"/>
                                        </p:tgtEl>
                                      </p:cBhvr>
                                    </p:animEffect>
                                  </p:childTnLst>
                                </p:cTn>
                              </p:par>
                              <p:par>
                                <p:cTn id="17" presetID="10" presetClass="entr" presetSubtype="0" fill="hold" nodeType="withEffect">
                                  <p:stCondLst>
                                    <p:cond delay="0"/>
                                  </p:stCondLst>
                                  <p:childTnLst>
                                    <p:set>
                                      <p:cBhvr>
                                        <p:cTn id="18" dur="1" fill="hold">
                                          <p:stCondLst>
                                            <p:cond delay="0"/>
                                          </p:stCondLst>
                                        </p:cTn>
                                        <p:tgtEl>
                                          <p:spTgt spid="523"/>
                                        </p:tgtEl>
                                        <p:attrNameLst>
                                          <p:attrName>style.visibility</p:attrName>
                                        </p:attrNameLst>
                                      </p:cBhvr>
                                      <p:to>
                                        <p:strVal val="visible"/>
                                      </p:to>
                                    </p:set>
                                    <p:animEffect transition="in" filter="fade">
                                      <p:cBhvr>
                                        <p:cTn id="19" dur="1000"/>
                                        <p:tgtEl>
                                          <p:spTgt spid="523"/>
                                        </p:tgtEl>
                                      </p:cBhvr>
                                    </p:animEffect>
                                  </p:childTnLst>
                                </p:cTn>
                              </p:par>
                              <p:par>
                                <p:cTn id="20" presetID="10" presetClass="entr" presetSubtype="0" fill="hold" nodeType="withEffect">
                                  <p:stCondLst>
                                    <p:cond delay="0"/>
                                  </p:stCondLst>
                                  <p:childTnLst>
                                    <p:set>
                                      <p:cBhvr>
                                        <p:cTn id="21" dur="1" fill="hold">
                                          <p:stCondLst>
                                            <p:cond delay="0"/>
                                          </p:stCondLst>
                                        </p:cTn>
                                        <p:tgtEl>
                                          <p:spTgt spid="519"/>
                                        </p:tgtEl>
                                        <p:attrNameLst>
                                          <p:attrName>style.visibility</p:attrName>
                                        </p:attrNameLst>
                                      </p:cBhvr>
                                      <p:to>
                                        <p:strVal val="visible"/>
                                      </p:to>
                                    </p:set>
                                    <p:animEffect transition="in" filter="fade">
                                      <p:cBhvr>
                                        <p:cTn id="22" dur="1000"/>
                                        <p:tgtEl>
                                          <p:spTgt spid="519"/>
                                        </p:tgtEl>
                                      </p:cBhvr>
                                    </p:animEffect>
                                  </p:childTnLst>
                                </p:cTn>
                              </p:par>
                              <p:par>
                                <p:cTn id="23" presetID="10" presetClass="entr" presetSubtype="0" fill="hold" nodeType="withEffect">
                                  <p:stCondLst>
                                    <p:cond delay="0"/>
                                  </p:stCondLst>
                                  <p:childTnLst>
                                    <p:set>
                                      <p:cBhvr>
                                        <p:cTn id="24" dur="1" fill="hold">
                                          <p:stCondLst>
                                            <p:cond delay="0"/>
                                          </p:stCondLst>
                                        </p:cTn>
                                        <p:tgtEl>
                                          <p:spTgt spid="528"/>
                                        </p:tgtEl>
                                        <p:attrNameLst>
                                          <p:attrName>style.visibility</p:attrName>
                                        </p:attrNameLst>
                                      </p:cBhvr>
                                      <p:to>
                                        <p:strVal val="visible"/>
                                      </p:to>
                                    </p:set>
                                    <p:animEffect transition="in" filter="fade">
                                      <p:cBhvr>
                                        <p:cTn id="25" dur="1000"/>
                                        <p:tgtEl>
                                          <p:spTgt spid="528"/>
                                        </p:tgtEl>
                                      </p:cBhvr>
                                    </p:animEffect>
                                  </p:childTnLst>
                                </p:cTn>
                              </p:par>
                              <p:par>
                                <p:cTn id="26" presetID="10" presetClass="entr" presetSubtype="0" fill="hold" nodeType="withEffect">
                                  <p:stCondLst>
                                    <p:cond delay="0"/>
                                  </p:stCondLst>
                                  <p:childTnLst>
                                    <p:set>
                                      <p:cBhvr>
                                        <p:cTn id="27" dur="1" fill="hold">
                                          <p:stCondLst>
                                            <p:cond delay="0"/>
                                          </p:stCondLst>
                                        </p:cTn>
                                        <p:tgtEl>
                                          <p:spTgt spid="530"/>
                                        </p:tgtEl>
                                        <p:attrNameLst>
                                          <p:attrName>style.visibility</p:attrName>
                                        </p:attrNameLst>
                                      </p:cBhvr>
                                      <p:to>
                                        <p:strVal val="visible"/>
                                      </p:to>
                                    </p:set>
                                    <p:animEffect transition="in" filter="fade">
                                      <p:cBhvr>
                                        <p:cTn id="28" dur="1000"/>
                                        <p:tgtEl>
                                          <p:spTgt spid="530"/>
                                        </p:tgtEl>
                                      </p:cBhvr>
                                    </p:animEffect>
                                  </p:childTnLst>
                                </p:cTn>
                              </p:par>
                              <p:par>
                                <p:cTn id="29" presetID="10" presetClass="entr" presetSubtype="0" fill="hold" nodeType="withEffect">
                                  <p:stCondLst>
                                    <p:cond delay="0"/>
                                  </p:stCondLst>
                                  <p:childTnLst>
                                    <p:set>
                                      <p:cBhvr>
                                        <p:cTn id="30" dur="1" fill="hold">
                                          <p:stCondLst>
                                            <p:cond delay="0"/>
                                          </p:stCondLst>
                                        </p:cTn>
                                        <p:tgtEl>
                                          <p:spTgt spid="531"/>
                                        </p:tgtEl>
                                        <p:attrNameLst>
                                          <p:attrName>style.visibility</p:attrName>
                                        </p:attrNameLst>
                                      </p:cBhvr>
                                      <p:to>
                                        <p:strVal val="visible"/>
                                      </p:to>
                                    </p:set>
                                    <p:animEffect transition="in" filter="fade">
                                      <p:cBhvr>
                                        <p:cTn id="31" dur="1000"/>
                                        <p:tgtEl>
                                          <p:spTgt spid="531"/>
                                        </p:tgtEl>
                                      </p:cBhvr>
                                    </p:animEffect>
                                  </p:childTnLst>
                                </p:cTn>
                              </p:par>
                              <p:par>
                                <p:cTn id="32" presetID="10" presetClass="entr" presetSubtype="0" fill="hold" nodeType="withEffect">
                                  <p:stCondLst>
                                    <p:cond delay="0"/>
                                  </p:stCondLst>
                                  <p:childTnLst>
                                    <p:set>
                                      <p:cBhvr>
                                        <p:cTn id="33" dur="1" fill="hold">
                                          <p:stCondLst>
                                            <p:cond delay="0"/>
                                          </p:stCondLst>
                                        </p:cTn>
                                        <p:tgtEl>
                                          <p:spTgt spid="529"/>
                                        </p:tgtEl>
                                        <p:attrNameLst>
                                          <p:attrName>style.visibility</p:attrName>
                                        </p:attrNameLst>
                                      </p:cBhvr>
                                      <p:to>
                                        <p:strVal val="visible"/>
                                      </p:to>
                                    </p:set>
                                    <p:animEffect transition="in" filter="fade">
                                      <p:cBhvr>
                                        <p:cTn id="34" dur="1000"/>
                                        <p:tgtEl>
                                          <p:spTgt spid="5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Shape 535"/>
        <p:cNvGrpSpPr/>
        <p:nvPr/>
      </p:nvGrpSpPr>
      <p:grpSpPr>
        <a:xfrm>
          <a:off x="0" y="0"/>
          <a:ext cx="0" cy="0"/>
          <a:chOff x="0" y="0"/>
          <a:chExt cx="0" cy="0"/>
        </a:xfrm>
      </p:grpSpPr>
      <p:sp>
        <p:nvSpPr>
          <p:cNvPr id="536" name="Google Shape;536;p67"/>
          <p:cNvSpPr/>
          <p:nvPr/>
        </p:nvSpPr>
        <p:spPr>
          <a:xfrm>
            <a:off x="722375" y="2413900"/>
            <a:ext cx="3196500" cy="2493000"/>
          </a:xfrm>
          <a:prstGeom prst="rect">
            <a:avLst/>
          </a:prstGeom>
          <a:solidFill>
            <a:schemeClr val="dk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 name="Google Shape;537;p67"/>
          <p:cNvSpPr txBox="1">
            <a:spLocks noGrp="1"/>
          </p:cNvSpPr>
          <p:nvPr>
            <p:ph type="ctrTitle"/>
          </p:nvPr>
        </p:nvSpPr>
        <p:spPr>
          <a:xfrm>
            <a:off x="1964851" y="352850"/>
            <a:ext cx="5214300" cy="946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ROC &amp; AUC</a:t>
            </a:r>
            <a:endParaRPr/>
          </a:p>
        </p:txBody>
      </p:sp>
      <p:sp>
        <p:nvSpPr>
          <p:cNvPr id="538" name="Google Shape;538;p67"/>
          <p:cNvSpPr txBox="1">
            <a:spLocks noGrp="1"/>
          </p:cNvSpPr>
          <p:nvPr>
            <p:ph type="body" idx="1"/>
          </p:nvPr>
        </p:nvSpPr>
        <p:spPr>
          <a:xfrm>
            <a:off x="722375" y="1295400"/>
            <a:ext cx="3589200" cy="3156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Graph of True Positive Rate (TPR) over False Positive Rate (FPR).</a:t>
            </a:r>
            <a:endParaRPr/>
          </a:p>
          <a:p>
            <a:pPr marL="0" lvl="0" indent="0" algn="l" rtl="0">
              <a:spcBef>
                <a:spcPts val="0"/>
              </a:spcBef>
              <a:spcAft>
                <a:spcPts val="0"/>
              </a:spcAft>
              <a:buNone/>
            </a:pPr>
            <a:endParaRPr/>
          </a:p>
          <a:p>
            <a:pPr marL="0" lvl="0" indent="0" algn="l" rtl="0">
              <a:spcBef>
                <a:spcPts val="0"/>
              </a:spcBef>
              <a:spcAft>
                <a:spcPts val="0"/>
              </a:spcAft>
              <a:buNone/>
            </a:pPr>
            <a:endParaRPr/>
          </a:p>
        </p:txBody>
      </p:sp>
      <p:sp>
        <p:nvSpPr>
          <p:cNvPr id="539" name="Google Shape;539;p67"/>
          <p:cNvSpPr txBox="1">
            <a:spLocks noGrp="1"/>
          </p:cNvSpPr>
          <p:nvPr>
            <p:ph type="body" idx="2"/>
          </p:nvPr>
        </p:nvSpPr>
        <p:spPr>
          <a:xfrm>
            <a:off x="4832400" y="1295400"/>
            <a:ext cx="3589200" cy="3156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AUC measures the two-dimensional area underneath the entire ROC curve from (0,0) to (1,1). AUC ranges in value from 0 to 1. The higher the AUC, the more the model is capable of distinguishing between classes and predicting 0 classes as 0 and 1 classes as 1.</a:t>
            </a:r>
            <a:endParaRPr/>
          </a:p>
          <a:p>
            <a:pPr marL="0" lvl="0" indent="0" algn="l" rtl="0">
              <a:spcBef>
                <a:spcPts val="1600"/>
              </a:spcBef>
              <a:spcAft>
                <a:spcPts val="0"/>
              </a:spcAft>
              <a:buClr>
                <a:schemeClr val="dk1"/>
              </a:buClr>
              <a:buSzPts val="1100"/>
              <a:buFont typeface="Arial"/>
              <a:buNone/>
            </a:pPr>
            <a:endParaRPr/>
          </a:p>
          <a:p>
            <a:pPr marL="0" lvl="0" indent="0" algn="l" rtl="0">
              <a:spcBef>
                <a:spcPts val="1600"/>
              </a:spcBef>
              <a:spcAft>
                <a:spcPts val="1600"/>
              </a:spcAft>
              <a:buNone/>
            </a:pPr>
            <a:endParaRPr/>
          </a:p>
        </p:txBody>
      </p:sp>
      <p:sp>
        <p:nvSpPr>
          <p:cNvPr id="540" name="Google Shape;540;p67"/>
          <p:cNvSpPr txBox="1">
            <a:spLocks noGrp="1"/>
          </p:cNvSpPr>
          <p:nvPr>
            <p:ph type="subTitle" idx="3"/>
          </p:nvPr>
        </p:nvSpPr>
        <p:spPr>
          <a:xfrm>
            <a:off x="723900" y="952500"/>
            <a:ext cx="3589200" cy="399900"/>
          </a:xfrm>
          <a:prstGeom prst="rect">
            <a:avLst/>
          </a:prstGeom>
        </p:spPr>
        <p:txBody>
          <a:bodyPr spcFirstLastPara="1" wrap="square" lIns="91425" tIns="91425" rIns="91425" bIns="91425" anchor="t" anchorCtr="0">
            <a:noAutofit/>
          </a:bodyPr>
          <a:lstStyle/>
          <a:p>
            <a:pPr marL="0" lvl="0" indent="0" algn="l" rtl="0">
              <a:spcBef>
                <a:spcPts val="300"/>
              </a:spcBef>
              <a:spcAft>
                <a:spcPts val="0"/>
              </a:spcAft>
              <a:buNone/>
            </a:pPr>
            <a:r>
              <a:rPr lang="en"/>
              <a:t>Receiver Operating Characteristic (ROC) Curve</a:t>
            </a:r>
            <a:endParaRPr/>
          </a:p>
        </p:txBody>
      </p:sp>
      <p:sp>
        <p:nvSpPr>
          <p:cNvPr id="541" name="Google Shape;541;p67"/>
          <p:cNvSpPr txBox="1">
            <a:spLocks noGrp="1"/>
          </p:cNvSpPr>
          <p:nvPr>
            <p:ph type="subTitle" idx="3"/>
          </p:nvPr>
        </p:nvSpPr>
        <p:spPr>
          <a:xfrm>
            <a:off x="4832400" y="952500"/>
            <a:ext cx="3743100" cy="399900"/>
          </a:xfrm>
          <a:prstGeom prst="rect">
            <a:avLst/>
          </a:prstGeom>
        </p:spPr>
        <p:txBody>
          <a:bodyPr spcFirstLastPara="1" wrap="square" lIns="91425" tIns="91425" rIns="91425" bIns="91425" anchor="t" anchorCtr="0">
            <a:noAutofit/>
          </a:bodyPr>
          <a:lstStyle/>
          <a:p>
            <a:pPr marL="0" lvl="0" indent="0" algn="l" rtl="0">
              <a:spcBef>
                <a:spcPts val="300"/>
              </a:spcBef>
              <a:spcAft>
                <a:spcPts val="0"/>
              </a:spcAft>
              <a:buNone/>
            </a:pPr>
            <a:r>
              <a:rPr lang="en"/>
              <a:t>Area Under the ROC Curve (AUC)</a:t>
            </a:r>
            <a:endParaRPr/>
          </a:p>
        </p:txBody>
      </p:sp>
      <p:pic>
        <p:nvPicPr>
          <p:cNvPr id="542" name="Google Shape;542;p67"/>
          <p:cNvPicPr preferRelativeResize="0"/>
          <p:nvPr/>
        </p:nvPicPr>
        <p:blipFill>
          <a:blip r:embed="rId3">
            <a:alphaModFix/>
          </a:blip>
          <a:stretch>
            <a:fillRect/>
          </a:stretch>
        </p:blipFill>
        <p:spPr>
          <a:xfrm>
            <a:off x="703137" y="2267843"/>
            <a:ext cx="3095624" cy="2671018"/>
          </a:xfrm>
          <a:prstGeom prst="rect">
            <a:avLst/>
          </a:prstGeom>
          <a:noFill/>
          <a:ln w="9525" cap="flat" cmpd="sng">
            <a:solidFill>
              <a:schemeClr val="dk2"/>
            </a:solidFill>
            <a:prstDash val="solid"/>
            <a:round/>
            <a:headEnd type="none" w="sm" len="sm"/>
            <a:tailEnd type="none" w="sm" len="sm"/>
          </a:ln>
        </p:spPr>
      </p:pic>
      <p:pic>
        <p:nvPicPr>
          <p:cNvPr id="543" name="Google Shape;543;p67"/>
          <p:cNvPicPr preferRelativeResize="0"/>
          <p:nvPr/>
        </p:nvPicPr>
        <p:blipFill>
          <a:blip r:embed="rId4">
            <a:alphaModFix/>
          </a:blip>
          <a:stretch>
            <a:fillRect/>
          </a:stretch>
        </p:blipFill>
        <p:spPr>
          <a:xfrm>
            <a:off x="779313" y="2469875"/>
            <a:ext cx="3095625" cy="241935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42"/>
                                        </p:tgtEl>
                                        <p:attrNameLst>
                                          <p:attrName>style.visibility</p:attrName>
                                        </p:attrNameLst>
                                      </p:cBhvr>
                                      <p:to>
                                        <p:strVal val="visible"/>
                                      </p:to>
                                    </p:set>
                                    <p:animEffect transition="in" filter="fade">
                                      <p:cBhvr>
                                        <p:cTn id="7" dur="1000"/>
                                        <p:tgtEl>
                                          <p:spTgt spid="5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Shape 547"/>
        <p:cNvGrpSpPr/>
        <p:nvPr/>
      </p:nvGrpSpPr>
      <p:grpSpPr>
        <a:xfrm>
          <a:off x="0" y="0"/>
          <a:ext cx="0" cy="0"/>
          <a:chOff x="0" y="0"/>
          <a:chExt cx="0" cy="0"/>
        </a:xfrm>
      </p:grpSpPr>
      <p:sp>
        <p:nvSpPr>
          <p:cNvPr id="548" name="Google Shape;548;p68"/>
          <p:cNvSpPr txBox="1">
            <a:spLocks noGrp="1"/>
          </p:cNvSpPr>
          <p:nvPr>
            <p:ph type="ctrTitle"/>
          </p:nvPr>
        </p:nvSpPr>
        <p:spPr>
          <a:xfrm>
            <a:off x="1964850" y="352850"/>
            <a:ext cx="5214300" cy="553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Log Loss (Binary Cross-Entropy)</a:t>
            </a:r>
            <a:endParaRPr/>
          </a:p>
        </p:txBody>
      </p:sp>
      <p:sp>
        <p:nvSpPr>
          <p:cNvPr id="549" name="Google Shape;549;p68"/>
          <p:cNvSpPr txBox="1"/>
          <p:nvPr/>
        </p:nvSpPr>
        <p:spPr>
          <a:xfrm>
            <a:off x="366275" y="1875950"/>
            <a:ext cx="3223200" cy="831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solidFill>
                  <a:schemeClr val="dk1"/>
                </a:solidFill>
                <a:latin typeface="Roboto Condensed Light"/>
                <a:ea typeface="Roboto Condensed Light"/>
                <a:cs typeface="Roboto Condensed Light"/>
                <a:sym typeface="Roboto Condensed Light"/>
              </a:rPr>
              <a:t>Cost function for N samples in training set</a:t>
            </a:r>
            <a:endParaRPr>
              <a:solidFill>
                <a:schemeClr val="dk1"/>
              </a:solidFill>
              <a:latin typeface="Roboto Condensed Light"/>
              <a:ea typeface="Roboto Condensed Light"/>
              <a:cs typeface="Roboto Condensed Light"/>
              <a:sym typeface="Roboto Condensed Light"/>
            </a:endParaRPr>
          </a:p>
          <a:p>
            <a:pPr marL="0" lvl="0" indent="0" algn="l" rtl="0">
              <a:spcBef>
                <a:spcPts val="0"/>
              </a:spcBef>
              <a:spcAft>
                <a:spcPts val="0"/>
              </a:spcAft>
              <a:buNone/>
            </a:pPr>
            <a:r>
              <a:rPr lang="en">
                <a:solidFill>
                  <a:schemeClr val="dk1"/>
                </a:solidFill>
                <a:latin typeface="Roboto Condensed Light"/>
                <a:ea typeface="Roboto Condensed Light"/>
                <a:cs typeface="Roboto Condensed Light"/>
                <a:sym typeface="Roboto Condensed Light"/>
              </a:rPr>
              <a:t>y = actual label of i’th sample</a:t>
            </a:r>
            <a:endParaRPr>
              <a:solidFill>
                <a:schemeClr val="dk1"/>
              </a:solidFill>
              <a:latin typeface="Roboto Condensed Light"/>
              <a:ea typeface="Roboto Condensed Light"/>
              <a:cs typeface="Roboto Condensed Light"/>
              <a:sym typeface="Roboto Condensed Light"/>
            </a:endParaRPr>
          </a:p>
          <a:p>
            <a:pPr marL="0" lvl="0" indent="0" algn="l" rtl="0">
              <a:spcBef>
                <a:spcPts val="0"/>
              </a:spcBef>
              <a:spcAft>
                <a:spcPts val="0"/>
              </a:spcAft>
              <a:buNone/>
            </a:pPr>
            <a:r>
              <a:rPr lang="en">
                <a:solidFill>
                  <a:schemeClr val="dk1"/>
                </a:solidFill>
                <a:latin typeface="Roboto Condensed Light"/>
                <a:ea typeface="Roboto Condensed Light"/>
                <a:cs typeface="Roboto Condensed Light"/>
                <a:sym typeface="Roboto Condensed Light"/>
              </a:rPr>
              <a:t>p(y) = predicted probability</a:t>
            </a:r>
            <a:endParaRPr>
              <a:solidFill>
                <a:schemeClr val="dk1"/>
              </a:solidFill>
              <a:latin typeface="Roboto Condensed Light"/>
              <a:ea typeface="Roboto Condensed Light"/>
              <a:cs typeface="Roboto Condensed Light"/>
              <a:sym typeface="Roboto Condensed Light"/>
            </a:endParaRPr>
          </a:p>
        </p:txBody>
      </p:sp>
      <p:sp>
        <p:nvSpPr>
          <p:cNvPr id="550" name="Google Shape;550;p68"/>
          <p:cNvSpPr txBox="1"/>
          <p:nvPr/>
        </p:nvSpPr>
        <p:spPr>
          <a:xfrm>
            <a:off x="3976700" y="1008725"/>
            <a:ext cx="4509000" cy="1693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solidFill>
                  <a:schemeClr val="dk1"/>
                </a:solidFill>
                <a:latin typeface="Roboto Condensed Light"/>
                <a:ea typeface="Roboto Condensed Light"/>
                <a:cs typeface="Roboto Condensed Light"/>
                <a:sym typeface="Roboto Condensed Light"/>
              </a:rPr>
              <a:t>A function that measures the performance of a classification model whose output is a probability value between 0 and 1.</a:t>
            </a:r>
            <a:endParaRPr>
              <a:solidFill>
                <a:schemeClr val="dk1"/>
              </a:solidFill>
              <a:latin typeface="Roboto Condensed Light"/>
              <a:ea typeface="Roboto Condensed Light"/>
              <a:cs typeface="Roboto Condensed Light"/>
              <a:sym typeface="Roboto Condensed Light"/>
            </a:endParaRPr>
          </a:p>
          <a:p>
            <a:pPr marL="0" lvl="0" indent="0" algn="l" rtl="0">
              <a:spcBef>
                <a:spcPts val="0"/>
              </a:spcBef>
              <a:spcAft>
                <a:spcPts val="0"/>
              </a:spcAft>
              <a:buNone/>
            </a:pPr>
            <a:endParaRPr>
              <a:solidFill>
                <a:schemeClr val="dk1"/>
              </a:solidFill>
              <a:latin typeface="Roboto Condensed Light"/>
              <a:ea typeface="Roboto Condensed Light"/>
              <a:cs typeface="Roboto Condensed Light"/>
              <a:sym typeface="Roboto Condensed Light"/>
            </a:endParaRPr>
          </a:p>
          <a:p>
            <a:pPr marL="0" lvl="0" indent="0" algn="l" rtl="0">
              <a:spcBef>
                <a:spcPts val="0"/>
              </a:spcBef>
              <a:spcAft>
                <a:spcPts val="0"/>
              </a:spcAft>
              <a:buNone/>
            </a:pPr>
            <a:r>
              <a:rPr lang="en">
                <a:solidFill>
                  <a:schemeClr val="dk1"/>
                </a:solidFill>
                <a:latin typeface="Roboto Condensed Light"/>
                <a:ea typeface="Roboto Condensed Light"/>
                <a:cs typeface="Roboto Condensed Light"/>
                <a:sym typeface="Roboto Condensed Light"/>
              </a:rPr>
              <a:t>A perfect model would have a log loss of 0. You must try to minimize the loss function (it’s never negative).</a:t>
            </a:r>
            <a:endParaRPr>
              <a:solidFill>
                <a:schemeClr val="dk1"/>
              </a:solidFill>
              <a:latin typeface="Roboto Condensed Light"/>
              <a:ea typeface="Roboto Condensed Light"/>
              <a:cs typeface="Roboto Condensed Light"/>
              <a:sym typeface="Roboto Condensed Light"/>
            </a:endParaRPr>
          </a:p>
          <a:p>
            <a:pPr marL="0" lvl="0" indent="0" algn="l" rtl="0">
              <a:spcBef>
                <a:spcPts val="0"/>
              </a:spcBef>
              <a:spcAft>
                <a:spcPts val="0"/>
              </a:spcAft>
              <a:buNone/>
            </a:pPr>
            <a:endParaRPr>
              <a:solidFill>
                <a:schemeClr val="dk1"/>
              </a:solidFill>
              <a:latin typeface="Roboto Condensed Light"/>
              <a:ea typeface="Roboto Condensed Light"/>
              <a:cs typeface="Roboto Condensed Light"/>
              <a:sym typeface="Roboto Condensed Light"/>
            </a:endParaRPr>
          </a:p>
          <a:p>
            <a:pPr marL="0" lvl="0" indent="0" algn="l" rtl="0">
              <a:spcBef>
                <a:spcPts val="0"/>
              </a:spcBef>
              <a:spcAft>
                <a:spcPts val="0"/>
              </a:spcAft>
              <a:buNone/>
            </a:pPr>
            <a:r>
              <a:rPr lang="en">
                <a:solidFill>
                  <a:schemeClr val="dk1"/>
                </a:solidFill>
                <a:latin typeface="Roboto Condensed Light"/>
                <a:ea typeface="Roboto Condensed Light"/>
                <a:cs typeface="Roboto Condensed Light"/>
                <a:sym typeface="Roboto Condensed Light"/>
              </a:rPr>
              <a:t>Log loss function = –1 x the log of the likelihood function</a:t>
            </a:r>
            <a:endParaRPr>
              <a:solidFill>
                <a:schemeClr val="dk1"/>
              </a:solidFill>
              <a:latin typeface="Roboto Condensed Light"/>
              <a:ea typeface="Roboto Condensed Light"/>
              <a:cs typeface="Roboto Condensed Light"/>
              <a:sym typeface="Roboto Condensed Light"/>
            </a:endParaRPr>
          </a:p>
        </p:txBody>
      </p:sp>
      <p:pic>
        <p:nvPicPr>
          <p:cNvPr id="551" name="Google Shape;551;p68"/>
          <p:cNvPicPr preferRelativeResize="0"/>
          <p:nvPr/>
        </p:nvPicPr>
        <p:blipFill>
          <a:blip r:embed="rId3">
            <a:alphaModFix/>
          </a:blip>
          <a:stretch>
            <a:fillRect/>
          </a:stretch>
        </p:blipFill>
        <p:spPr>
          <a:xfrm>
            <a:off x="422925" y="1158975"/>
            <a:ext cx="3223200" cy="464658"/>
          </a:xfrm>
          <a:prstGeom prst="rect">
            <a:avLst/>
          </a:prstGeom>
          <a:noFill/>
          <a:ln>
            <a:noFill/>
          </a:ln>
        </p:spPr>
      </p:pic>
      <p:sp>
        <p:nvSpPr>
          <p:cNvPr id="552" name="Google Shape;552;p68"/>
          <p:cNvSpPr txBox="1">
            <a:spLocks noGrp="1"/>
          </p:cNvSpPr>
          <p:nvPr>
            <p:ph type="ctrTitle"/>
          </p:nvPr>
        </p:nvSpPr>
        <p:spPr>
          <a:xfrm>
            <a:off x="1964850" y="2867450"/>
            <a:ext cx="5214300" cy="553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Others:</a:t>
            </a:r>
            <a:endParaRPr/>
          </a:p>
          <a:p>
            <a:pPr marL="0" lvl="0" indent="0" algn="ctr" rtl="0">
              <a:spcBef>
                <a:spcPts val="0"/>
              </a:spcBef>
              <a:spcAft>
                <a:spcPts val="0"/>
              </a:spcAft>
              <a:buNone/>
            </a:pPr>
            <a:r>
              <a:rPr lang="en"/>
              <a:t>Prediction Bias</a:t>
            </a:r>
            <a:endParaRPr/>
          </a:p>
          <a:p>
            <a:pPr marL="0" lvl="0" indent="0" algn="ctr" rtl="0">
              <a:spcBef>
                <a:spcPts val="0"/>
              </a:spcBef>
              <a:spcAft>
                <a:spcPts val="0"/>
              </a:spcAft>
              <a:buNone/>
            </a:pPr>
            <a:r>
              <a:rPr lang="en"/>
              <a:t>Bias Term</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556"/>
        <p:cNvGrpSpPr/>
        <p:nvPr/>
      </p:nvGrpSpPr>
      <p:grpSpPr>
        <a:xfrm>
          <a:off x="0" y="0"/>
          <a:ext cx="0" cy="0"/>
          <a:chOff x="0" y="0"/>
          <a:chExt cx="0" cy="0"/>
        </a:xfrm>
      </p:grpSpPr>
      <p:sp>
        <p:nvSpPr>
          <p:cNvPr id="557" name="Google Shape;557;p69"/>
          <p:cNvSpPr txBox="1">
            <a:spLocks noGrp="1"/>
          </p:cNvSpPr>
          <p:nvPr>
            <p:ph type="ctrTitle"/>
          </p:nvPr>
        </p:nvSpPr>
        <p:spPr>
          <a:xfrm flipH="1">
            <a:off x="2747779" y="2635675"/>
            <a:ext cx="5195700" cy="19212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a:t>Implementation</a:t>
            </a:r>
            <a:endParaRPr/>
          </a:p>
        </p:txBody>
      </p:sp>
      <p:sp>
        <p:nvSpPr>
          <p:cNvPr id="558" name="Google Shape;558;p69"/>
          <p:cNvSpPr txBox="1">
            <a:spLocks noGrp="1"/>
          </p:cNvSpPr>
          <p:nvPr>
            <p:ph type="title" idx="2"/>
          </p:nvPr>
        </p:nvSpPr>
        <p:spPr>
          <a:xfrm flipH="1">
            <a:off x="4964179" y="2323850"/>
            <a:ext cx="2979300" cy="7545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a:t>04</a:t>
            </a:r>
            <a:endParaRPr/>
          </a:p>
        </p:txBody>
      </p:sp>
      <p:cxnSp>
        <p:nvCxnSpPr>
          <p:cNvPr id="559" name="Google Shape;559;p69"/>
          <p:cNvCxnSpPr/>
          <p:nvPr/>
        </p:nvCxnSpPr>
        <p:spPr>
          <a:xfrm>
            <a:off x="7578325" y="4028400"/>
            <a:ext cx="1565700" cy="0"/>
          </a:xfrm>
          <a:prstGeom prst="straightConnector1">
            <a:avLst/>
          </a:prstGeom>
          <a:noFill/>
          <a:ln w="9525" cap="flat" cmpd="sng">
            <a:solidFill>
              <a:schemeClr val="dk1"/>
            </a:solidFill>
            <a:prstDash val="solid"/>
            <a:round/>
            <a:headEnd type="none" w="med" len="med"/>
            <a:tailEnd type="none" w="med" len="med"/>
          </a:ln>
        </p:spPr>
      </p:cxn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E3FA3B-F4E5-8396-6462-F7E5CD7C8F03}"/>
              </a:ext>
            </a:extLst>
          </p:cNvPr>
          <p:cNvSpPr>
            <a:spLocks noGrp="1"/>
          </p:cNvSpPr>
          <p:nvPr>
            <p:ph type="ctrTitle"/>
          </p:nvPr>
        </p:nvSpPr>
        <p:spPr/>
        <p:txBody>
          <a:bodyPr/>
          <a:lstStyle/>
          <a:p>
            <a:r>
              <a:rPr lang="en" dirty="0"/>
              <a:t>THANKS</a:t>
            </a:r>
            <a:endParaRPr lang="de-DE" dirty="0"/>
          </a:p>
        </p:txBody>
      </p:sp>
      <p:sp>
        <p:nvSpPr>
          <p:cNvPr id="3" name="Title 2">
            <a:extLst>
              <a:ext uri="{FF2B5EF4-FFF2-40B4-BE49-F238E27FC236}">
                <a16:creationId xmlns:a16="http://schemas.microsoft.com/office/drawing/2014/main" id="{B7A850D4-1163-D5C8-29C0-B3D1B5CCEBF8}"/>
              </a:ext>
            </a:extLst>
          </p:cNvPr>
          <p:cNvSpPr>
            <a:spLocks noGrp="1"/>
          </p:cNvSpPr>
          <p:nvPr>
            <p:ph type="title" idx="2"/>
          </p:nvPr>
        </p:nvSpPr>
        <p:spPr/>
        <p:txBody>
          <a:bodyPr/>
          <a:lstStyle/>
          <a:p>
            <a:endParaRPr lang="de-DE" dirty="0"/>
          </a:p>
        </p:txBody>
      </p:sp>
      <p:sp>
        <p:nvSpPr>
          <p:cNvPr id="4" name="Subtitle 3">
            <a:extLst>
              <a:ext uri="{FF2B5EF4-FFF2-40B4-BE49-F238E27FC236}">
                <a16:creationId xmlns:a16="http://schemas.microsoft.com/office/drawing/2014/main" id="{9F4FCFF1-220C-D65B-3064-B73FD6FCD374}"/>
              </a:ext>
            </a:extLst>
          </p:cNvPr>
          <p:cNvSpPr>
            <a:spLocks noGrp="1"/>
          </p:cNvSpPr>
          <p:nvPr>
            <p:ph type="subTitle" idx="1"/>
          </p:nvPr>
        </p:nvSpPr>
        <p:spPr/>
        <p:txBody>
          <a:bodyPr/>
          <a:lstStyle/>
          <a:p>
            <a:endParaRPr lang="de-DE"/>
          </a:p>
        </p:txBody>
      </p:sp>
    </p:spTree>
    <p:extLst>
      <p:ext uri="{BB962C8B-B14F-4D97-AF65-F5344CB8AC3E}">
        <p14:creationId xmlns:p14="http://schemas.microsoft.com/office/powerpoint/2010/main" val="2385023433"/>
      </p:ext>
    </p:extLst>
  </p:cSld>
  <p:clrMapOvr>
    <a:masterClrMapping/>
  </p:clrMapOvr>
</p:sld>
</file>

<file path=ppt/theme/theme1.xml><?xml version="1.0" encoding="utf-8"?>
<a:theme xmlns:a="http://schemas.openxmlformats.org/drawingml/2006/main" name="Tech Newsletter by Slidesgo">
  <a:themeElements>
    <a:clrScheme name="Simple Light">
      <a:dk1>
        <a:srgbClr val="FFFFFF"/>
      </a:dk1>
      <a:lt1>
        <a:srgbClr val="0A3455"/>
      </a:lt1>
      <a:dk2>
        <a:srgbClr val="6EBDC4"/>
      </a:dk2>
      <a:lt2>
        <a:srgbClr val="416D90"/>
      </a:lt2>
      <a:accent1>
        <a:srgbClr val="B4EBF0"/>
      </a:accent1>
      <a:accent2>
        <a:srgbClr val="7CC5CC"/>
      </a:accent2>
      <a:accent3>
        <a:srgbClr val="61A6B5"/>
      </a:accent3>
      <a:accent4>
        <a:srgbClr val="548FA6"/>
      </a:accent4>
      <a:accent5>
        <a:srgbClr val="2E5F80"/>
      </a:accent5>
      <a:accent6>
        <a:srgbClr val="174366"/>
      </a:accent6>
      <a:hlink>
        <a:srgbClr val="FFFFFF"/>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1433</Words>
  <Application>Microsoft Office PowerPoint</Application>
  <PresentationFormat>Bildschirmpräsentation (16:9)</PresentationFormat>
  <Paragraphs>137</Paragraphs>
  <Slides>19</Slides>
  <Notes>18</Notes>
  <HiddenSlides>0</HiddenSlides>
  <MMClips>0</MMClips>
  <ScaleCrop>false</ScaleCrop>
  <HeadingPairs>
    <vt:vector size="6" baseType="variant">
      <vt:variant>
        <vt:lpstr>Verwendete Schriftarten</vt:lpstr>
      </vt:variant>
      <vt:variant>
        <vt:i4>5</vt:i4>
      </vt:variant>
      <vt:variant>
        <vt:lpstr>Design</vt:lpstr>
      </vt:variant>
      <vt:variant>
        <vt:i4>1</vt:i4>
      </vt:variant>
      <vt:variant>
        <vt:lpstr>Folientitel</vt:lpstr>
      </vt:variant>
      <vt:variant>
        <vt:i4>19</vt:i4>
      </vt:variant>
    </vt:vector>
  </HeadingPairs>
  <TitlesOfParts>
    <vt:vector size="25" baseType="lpstr">
      <vt:lpstr>Roboto Condensed</vt:lpstr>
      <vt:lpstr>Fira Sans Extra Condensed Medium</vt:lpstr>
      <vt:lpstr>Arial</vt:lpstr>
      <vt:lpstr>Exo 2</vt:lpstr>
      <vt:lpstr>Roboto Condensed Light</vt:lpstr>
      <vt:lpstr>Tech Newsletter by Slidesgo</vt:lpstr>
      <vt:lpstr>08 - LOGISTIC REGRESSION</vt:lpstr>
      <vt:lpstr>Course Overview:</vt:lpstr>
      <vt:lpstr>TABLE OF CONTENTS</vt:lpstr>
      <vt:lpstr>Classification Review</vt:lpstr>
      <vt:lpstr>Types of Supervised Machine Learning Problems  </vt:lpstr>
      <vt:lpstr>Types of Classification Problems    </vt:lpstr>
      <vt:lpstr>Let’s Practice!  </vt:lpstr>
      <vt:lpstr>Classification Algorithms  </vt:lpstr>
      <vt:lpstr>Logistic Regression</vt:lpstr>
      <vt:lpstr>WHAT IS LOGISTIC REGRESSION?</vt:lpstr>
      <vt:lpstr>Why Not Linear Regression?</vt:lpstr>
      <vt:lpstr>The Math </vt:lpstr>
      <vt:lpstr>Math (Cont’d)</vt:lpstr>
      <vt:lpstr>Metrics</vt:lpstr>
      <vt:lpstr>Metrics</vt:lpstr>
      <vt:lpstr>ROC &amp; AUC</vt:lpstr>
      <vt:lpstr>Log Loss (Binary Cross-Entropy)</vt:lpstr>
      <vt:lpstr>Implementation</vt:lpstr>
      <vt:lpstr>THANKS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08 - LOGISTIC REGRESSION</dc:title>
  <cp:lastModifiedBy>Hamed, Osama</cp:lastModifiedBy>
  <cp:revision>8</cp:revision>
  <cp:lastPrinted>2024-04-17T20:44:23Z</cp:lastPrinted>
  <dcterms:modified xsi:type="dcterms:W3CDTF">2025-12-03T07:25:02Z</dcterms:modified>
</cp:coreProperties>
</file>